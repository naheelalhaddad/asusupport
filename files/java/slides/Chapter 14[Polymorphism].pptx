
<file path=[Content_Types].xml><?xml version="1.0" encoding="utf-8"?>
<Types xmlns="http://schemas.openxmlformats.org/package/2006/content-types">
  <Default Extension="bin" ContentType="application/vnd.openxmlformats-officedocument.oleObject"/>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4"/>
  </p:sldMasterIdLst>
  <p:notesMasterIdLst>
    <p:notesMasterId r:id="rId53"/>
  </p:notesMasterIdLst>
  <p:sldIdLst>
    <p:sldId id="256" r:id="rId5"/>
    <p:sldId id="257" r:id="rId6"/>
    <p:sldId id="258" r:id="rId7"/>
    <p:sldId id="649" r:id="rId8"/>
    <p:sldId id="259" r:id="rId9"/>
    <p:sldId id="270" r:id="rId10"/>
    <p:sldId id="609" r:id="rId11"/>
    <p:sldId id="610" r:id="rId12"/>
    <p:sldId id="611" r:id="rId13"/>
    <p:sldId id="612" r:id="rId14"/>
    <p:sldId id="650" r:id="rId15"/>
    <p:sldId id="613" r:id="rId16"/>
    <p:sldId id="614" r:id="rId17"/>
    <p:sldId id="615" r:id="rId18"/>
    <p:sldId id="616" r:id="rId19"/>
    <p:sldId id="617" r:id="rId20"/>
    <p:sldId id="618" r:id="rId21"/>
    <p:sldId id="619" r:id="rId22"/>
    <p:sldId id="620" r:id="rId23"/>
    <p:sldId id="621" r:id="rId24"/>
    <p:sldId id="622" r:id="rId25"/>
    <p:sldId id="623" r:id="rId26"/>
    <p:sldId id="624" r:id="rId27"/>
    <p:sldId id="625" r:id="rId28"/>
    <p:sldId id="626" r:id="rId29"/>
    <p:sldId id="627" r:id="rId30"/>
    <p:sldId id="628" r:id="rId31"/>
    <p:sldId id="629" r:id="rId32"/>
    <p:sldId id="630" r:id="rId33"/>
    <p:sldId id="631" r:id="rId34"/>
    <p:sldId id="632" r:id="rId35"/>
    <p:sldId id="633" r:id="rId36"/>
    <p:sldId id="634" r:id="rId37"/>
    <p:sldId id="635" r:id="rId38"/>
    <p:sldId id="636" r:id="rId39"/>
    <p:sldId id="637" r:id="rId40"/>
    <p:sldId id="638" r:id="rId41"/>
    <p:sldId id="639" r:id="rId42"/>
    <p:sldId id="640" r:id="rId43"/>
    <p:sldId id="641" r:id="rId44"/>
    <p:sldId id="642" r:id="rId45"/>
    <p:sldId id="643" r:id="rId46"/>
    <p:sldId id="644" r:id="rId47"/>
    <p:sldId id="645" r:id="rId48"/>
    <p:sldId id="646" r:id="rId49"/>
    <p:sldId id="647" r:id="rId50"/>
    <p:sldId id="648" r:id="rId51"/>
    <p:sldId id="268" r:id="rId5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66E037A-5D36-22D5-D38A-FC7F0E46D65C}" v="8" dt="2024-02-25T23:12:38.584"/>
    <p1510:client id="{B3AB1C50-635D-59A1-A42C-3A5F4A719C40}" v="52" dt="2024-02-25T23:06:01.36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5706" autoAdjust="0"/>
  </p:normalViewPr>
  <p:slideViewPr>
    <p:cSldViewPr snapToGrid="0">
      <p:cViewPr varScale="1">
        <p:scale>
          <a:sx n="83" d="100"/>
          <a:sy n="83" d="100"/>
        </p:scale>
        <p:origin x="408" y="90"/>
      </p:cViewPr>
      <p:guideLst/>
    </p:cSldViewPr>
  </p:slideViewPr>
  <p:outlineViewPr>
    <p:cViewPr>
      <p:scale>
        <a:sx n="33" d="100"/>
        <a:sy n="33" d="100"/>
      </p:scale>
      <p:origin x="0" y="-3955"/>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notesMaster" Target="notesMasters/notesMaster1.xml"/><Relationship Id="rId58" Type="http://schemas.microsoft.com/office/2016/11/relationships/changesInfo" Target="changesInfos/changesInfo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ra Hamadeh" userId="S::b_hamadeh@asu.edu.jo::ba91a99f-f3ba-46e6-ad5d-582794b375a9" providerId="AD" clId="Web-{966E037A-5D36-22D5-D38A-FC7F0E46D65C}"/>
    <pc:docChg chg="modSld">
      <pc:chgData name="Bara Hamadeh" userId="S::b_hamadeh@asu.edu.jo::ba91a99f-f3ba-46e6-ad5d-582794b375a9" providerId="AD" clId="Web-{966E037A-5D36-22D5-D38A-FC7F0E46D65C}" dt="2024-02-25T23:12:35.927" v="5" actId="20577"/>
      <pc:docMkLst>
        <pc:docMk/>
      </pc:docMkLst>
      <pc:sldChg chg="modSp">
        <pc:chgData name="Bara Hamadeh" userId="S::b_hamadeh@asu.edu.jo::ba91a99f-f3ba-46e6-ad5d-582794b375a9" providerId="AD" clId="Web-{966E037A-5D36-22D5-D38A-FC7F0E46D65C}" dt="2024-02-25T23:12:35.927" v="5" actId="20577"/>
        <pc:sldMkLst>
          <pc:docMk/>
          <pc:sldMk cId="98556299" sldId="256"/>
        </pc:sldMkLst>
        <pc:spChg chg="mod">
          <ac:chgData name="Bara Hamadeh" userId="S::b_hamadeh@asu.edu.jo::ba91a99f-f3ba-46e6-ad5d-582794b375a9" providerId="AD" clId="Web-{966E037A-5D36-22D5-D38A-FC7F0E46D65C}" dt="2024-02-25T23:12:35.927" v="5" actId="20577"/>
          <ac:spMkLst>
            <pc:docMk/>
            <pc:sldMk cId="98556299" sldId="256"/>
            <ac:spMk id="2" creationId="{0E3426FD-D193-2F6D-1700-2CC522B16D18}"/>
          </ac:spMkLst>
        </pc:spChg>
      </pc:sldChg>
    </pc:docChg>
  </pc:docChgLst>
  <pc:docChgLst>
    <pc:chgData name="Bara Hamadeh" userId="S::b_hamadeh@asu.edu.jo::ba91a99f-f3ba-46e6-ad5d-582794b375a9" providerId="AD" clId="Web-{B3AB1C50-635D-59A1-A42C-3A5F4A719C40}"/>
    <pc:docChg chg="mod modSld modMainMaster">
      <pc:chgData name="Bara Hamadeh" userId="S::b_hamadeh@asu.edu.jo::ba91a99f-f3ba-46e6-ad5d-582794b375a9" providerId="AD" clId="Web-{B3AB1C50-635D-59A1-A42C-3A5F4A719C40}" dt="2024-02-25T23:06:01.369" v="50"/>
      <pc:docMkLst>
        <pc:docMk/>
      </pc:docMkLst>
      <pc:sldChg chg="delSp modSp modTransition">
        <pc:chgData name="Bara Hamadeh" userId="S::b_hamadeh@asu.edu.jo::ba91a99f-f3ba-46e6-ad5d-582794b375a9" providerId="AD" clId="Web-{B3AB1C50-635D-59A1-A42C-3A5F4A719C40}" dt="2024-02-25T23:05:48.134" v="49"/>
        <pc:sldMkLst>
          <pc:docMk/>
          <pc:sldMk cId="98556299" sldId="256"/>
        </pc:sldMkLst>
        <pc:spChg chg="mod">
          <ac:chgData name="Bara Hamadeh" userId="S::b_hamadeh@asu.edu.jo::ba91a99f-f3ba-46e6-ad5d-582794b375a9" providerId="AD" clId="Web-{B3AB1C50-635D-59A1-A42C-3A5F4A719C40}" dt="2024-02-25T23:05:27.087" v="4" actId="20577"/>
          <ac:spMkLst>
            <pc:docMk/>
            <pc:sldMk cId="98556299" sldId="256"/>
            <ac:spMk id="2" creationId="{0E3426FD-D193-2F6D-1700-2CC522B16D18}"/>
          </ac:spMkLst>
        </pc:spChg>
        <pc:spChg chg="mod">
          <ac:chgData name="Bara Hamadeh" userId="S::b_hamadeh@asu.edu.jo::ba91a99f-f3ba-46e6-ad5d-582794b375a9" providerId="AD" clId="Web-{B3AB1C50-635D-59A1-A42C-3A5F4A719C40}" dt="2024-02-25T23:05:09.289" v="0" actId="20577"/>
          <ac:spMkLst>
            <pc:docMk/>
            <pc:sldMk cId="98556299" sldId="256"/>
            <ac:spMk id="3" creationId="{F67DB7FE-4890-3792-0238-F23914BC3E4F}"/>
          </ac:spMkLst>
        </pc:spChg>
        <pc:spChg chg="del">
          <ac:chgData name="Bara Hamadeh" userId="S::b_hamadeh@asu.edu.jo::ba91a99f-f3ba-46e6-ad5d-582794b375a9" providerId="AD" clId="Web-{B3AB1C50-635D-59A1-A42C-3A5F4A719C40}" dt="2024-02-25T23:05:48.134" v="49"/>
          <ac:spMkLst>
            <pc:docMk/>
            <pc:sldMk cId="98556299" sldId="256"/>
            <ac:spMk id="4" creationId="{3E2AE632-31A0-217D-FD10-0A342181E0D1}"/>
          </ac:spMkLst>
        </pc:spChg>
      </pc:sldChg>
      <pc:sldChg chg="modSp">
        <pc:chgData name="Bara Hamadeh" userId="S::b_hamadeh@asu.edu.jo::ba91a99f-f3ba-46e6-ad5d-582794b375a9" providerId="AD" clId="Web-{B3AB1C50-635D-59A1-A42C-3A5F4A719C40}" dt="2024-02-25T23:06:01.369" v="50"/>
        <pc:sldMkLst>
          <pc:docMk/>
          <pc:sldMk cId="763895569" sldId="257"/>
        </pc:sldMkLst>
        <pc:spChg chg="mod">
          <ac:chgData name="Bara Hamadeh" userId="S::b_hamadeh@asu.edu.jo::ba91a99f-f3ba-46e6-ad5d-582794b375a9" providerId="AD" clId="Web-{B3AB1C50-635D-59A1-A42C-3A5F4A719C40}" dt="2024-02-25T23:06:01.369" v="50"/>
          <ac:spMkLst>
            <pc:docMk/>
            <pc:sldMk cId="763895569" sldId="257"/>
            <ac:spMk id="4" creationId="{8258CA88-4CE1-2FF4-DD8D-F6AFF13B654D}"/>
          </ac:spMkLst>
        </pc:spChg>
      </pc:sldChg>
      <pc:sldChg chg="modSp">
        <pc:chgData name="Bara Hamadeh" userId="S::b_hamadeh@asu.edu.jo::ba91a99f-f3ba-46e6-ad5d-582794b375a9" providerId="AD" clId="Web-{B3AB1C50-635D-59A1-A42C-3A5F4A719C40}" dt="2024-02-25T23:06:01.369" v="50"/>
        <pc:sldMkLst>
          <pc:docMk/>
          <pc:sldMk cId="2201219679" sldId="258"/>
        </pc:sldMkLst>
        <pc:spChg chg="mod">
          <ac:chgData name="Bara Hamadeh" userId="S::b_hamadeh@asu.edu.jo::ba91a99f-f3ba-46e6-ad5d-582794b375a9" providerId="AD" clId="Web-{B3AB1C50-635D-59A1-A42C-3A5F4A719C40}" dt="2024-02-25T23:06:01.369" v="50"/>
          <ac:spMkLst>
            <pc:docMk/>
            <pc:sldMk cId="2201219679" sldId="258"/>
            <ac:spMk id="4" creationId="{66738BBB-0AA8-3DCA-D70D-202ADE3D7914}"/>
          </ac:spMkLst>
        </pc:spChg>
      </pc:sldChg>
      <pc:sldChg chg="modSp">
        <pc:chgData name="Bara Hamadeh" userId="S::b_hamadeh@asu.edu.jo::ba91a99f-f3ba-46e6-ad5d-582794b375a9" providerId="AD" clId="Web-{B3AB1C50-635D-59A1-A42C-3A5F4A719C40}" dt="2024-02-25T23:06:01.369" v="50"/>
        <pc:sldMkLst>
          <pc:docMk/>
          <pc:sldMk cId="548178901" sldId="259"/>
        </pc:sldMkLst>
        <pc:spChg chg="mod">
          <ac:chgData name="Bara Hamadeh" userId="S::b_hamadeh@asu.edu.jo::ba91a99f-f3ba-46e6-ad5d-582794b375a9" providerId="AD" clId="Web-{B3AB1C50-635D-59A1-A42C-3A5F4A719C40}" dt="2024-02-25T23:06:01.369" v="50"/>
          <ac:spMkLst>
            <pc:docMk/>
            <pc:sldMk cId="548178901" sldId="259"/>
            <ac:spMk id="7" creationId="{A107DBA1-F0A0-8189-26CF-52A2111B33E4}"/>
          </ac:spMkLst>
        </pc:spChg>
      </pc:sldChg>
      <pc:sldChg chg="modSp modTransition">
        <pc:chgData name="Bara Hamadeh" userId="S::b_hamadeh@asu.edu.jo::ba91a99f-f3ba-46e6-ad5d-582794b375a9" providerId="AD" clId="Web-{B3AB1C50-635D-59A1-A42C-3A5F4A719C40}" dt="2024-02-25T23:06:01.369" v="50"/>
        <pc:sldMkLst>
          <pc:docMk/>
          <pc:sldMk cId="2974250731" sldId="268"/>
        </pc:sldMkLst>
        <pc:spChg chg="mod">
          <ac:chgData name="Bara Hamadeh" userId="S::b_hamadeh@asu.edu.jo::ba91a99f-f3ba-46e6-ad5d-582794b375a9" providerId="AD" clId="Web-{B3AB1C50-635D-59A1-A42C-3A5F4A719C40}" dt="2024-02-25T23:06:01.369" v="50"/>
          <ac:spMkLst>
            <pc:docMk/>
            <pc:sldMk cId="2974250731" sldId="268"/>
            <ac:spMk id="4" creationId="{F1ABFEEA-242B-BEC5-43A2-472024EB147C}"/>
          </ac:spMkLst>
        </pc:spChg>
      </pc:sldChg>
      <pc:sldChg chg="modSp modTransition">
        <pc:chgData name="Bara Hamadeh" userId="S::b_hamadeh@asu.edu.jo::ba91a99f-f3ba-46e6-ad5d-582794b375a9" providerId="AD" clId="Web-{B3AB1C50-635D-59A1-A42C-3A5F4A719C40}" dt="2024-02-25T23:06:01.369" v="50"/>
        <pc:sldMkLst>
          <pc:docMk/>
          <pc:sldMk cId="1306156448" sldId="270"/>
        </pc:sldMkLst>
        <pc:spChg chg="mod">
          <ac:chgData name="Bara Hamadeh" userId="S::b_hamadeh@asu.edu.jo::ba91a99f-f3ba-46e6-ad5d-582794b375a9" providerId="AD" clId="Web-{B3AB1C50-635D-59A1-A42C-3A5F4A719C40}" dt="2024-02-25T23:06:01.369" v="50"/>
          <ac:spMkLst>
            <pc:docMk/>
            <pc:sldMk cId="1306156448" sldId="270"/>
            <ac:spMk id="4" creationId="{7786AF1D-00FE-D07A-31FF-C52D761D9315}"/>
          </ac:spMkLst>
        </pc:spChg>
      </pc:sldChg>
      <pc:sldChg chg="modSp modTransition">
        <pc:chgData name="Bara Hamadeh" userId="S::b_hamadeh@asu.edu.jo::ba91a99f-f3ba-46e6-ad5d-582794b375a9" providerId="AD" clId="Web-{B3AB1C50-635D-59A1-A42C-3A5F4A719C40}" dt="2024-02-25T23:06:01.369" v="50"/>
        <pc:sldMkLst>
          <pc:docMk/>
          <pc:sldMk cId="193197453" sldId="609"/>
        </pc:sldMkLst>
        <pc:spChg chg="mod">
          <ac:chgData name="Bara Hamadeh" userId="S::b_hamadeh@asu.edu.jo::ba91a99f-f3ba-46e6-ad5d-582794b375a9" providerId="AD" clId="Web-{B3AB1C50-635D-59A1-A42C-3A5F4A719C40}" dt="2024-02-25T23:06:01.369" v="50"/>
          <ac:spMkLst>
            <pc:docMk/>
            <pc:sldMk cId="193197453" sldId="609"/>
            <ac:spMk id="4" creationId="{7786AF1D-00FE-D07A-31FF-C52D761D9315}"/>
          </ac:spMkLst>
        </pc:spChg>
      </pc:sldChg>
      <pc:sldChg chg="modSp modTransition">
        <pc:chgData name="Bara Hamadeh" userId="S::b_hamadeh@asu.edu.jo::ba91a99f-f3ba-46e6-ad5d-582794b375a9" providerId="AD" clId="Web-{B3AB1C50-635D-59A1-A42C-3A5F4A719C40}" dt="2024-02-25T23:06:01.369" v="50"/>
        <pc:sldMkLst>
          <pc:docMk/>
          <pc:sldMk cId="4187707222" sldId="610"/>
        </pc:sldMkLst>
        <pc:spChg chg="mod">
          <ac:chgData name="Bara Hamadeh" userId="S::b_hamadeh@asu.edu.jo::ba91a99f-f3ba-46e6-ad5d-582794b375a9" providerId="AD" clId="Web-{B3AB1C50-635D-59A1-A42C-3A5F4A719C40}" dt="2024-02-25T23:06:01.369" v="50"/>
          <ac:spMkLst>
            <pc:docMk/>
            <pc:sldMk cId="4187707222" sldId="610"/>
            <ac:spMk id="4" creationId="{45507687-1FB0-39AA-1911-CE1EFF5B9E85}"/>
          </ac:spMkLst>
        </pc:spChg>
      </pc:sldChg>
      <pc:sldChg chg="modSp modTransition">
        <pc:chgData name="Bara Hamadeh" userId="S::b_hamadeh@asu.edu.jo::ba91a99f-f3ba-46e6-ad5d-582794b375a9" providerId="AD" clId="Web-{B3AB1C50-635D-59A1-A42C-3A5F4A719C40}" dt="2024-02-25T23:06:01.369" v="50"/>
        <pc:sldMkLst>
          <pc:docMk/>
          <pc:sldMk cId="14277835" sldId="611"/>
        </pc:sldMkLst>
        <pc:spChg chg="mod">
          <ac:chgData name="Bara Hamadeh" userId="S::b_hamadeh@asu.edu.jo::ba91a99f-f3ba-46e6-ad5d-582794b375a9" providerId="AD" clId="Web-{B3AB1C50-635D-59A1-A42C-3A5F4A719C40}" dt="2024-02-25T23:06:01.369" v="50"/>
          <ac:spMkLst>
            <pc:docMk/>
            <pc:sldMk cId="14277835" sldId="611"/>
            <ac:spMk id="4" creationId="{FEF08C56-DEE3-6938-D7F2-DFC4C3C05359}"/>
          </ac:spMkLst>
        </pc:spChg>
      </pc:sldChg>
      <pc:sldChg chg="modSp modTransition">
        <pc:chgData name="Bara Hamadeh" userId="S::b_hamadeh@asu.edu.jo::ba91a99f-f3ba-46e6-ad5d-582794b375a9" providerId="AD" clId="Web-{B3AB1C50-635D-59A1-A42C-3A5F4A719C40}" dt="2024-02-25T23:06:01.369" v="50"/>
        <pc:sldMkLst>
          <pc:docMk/>
          <pc:sldMk cId="3719384396" sldId="612"/>
        </pc:sldMkLst>
        <pc:spChg chg="mod">
          <ac:chgData name="Bara Hamadeh" userId="S::b_hamadeh@asu.edu.jo::ba91a99f-f3ba-46e6-ad5d-582794b375a9" providerId="AD" clId="Web-{B3AB1C50-635D-59A1-A42C-3A5F4A719C40}" dt="2024-02-25T23:06:01.369" v="50"/>
          <ac:spMkLst>
            <pc:docMk/>
            <pc:sldMk cId="3719384396" sldId="612"/>
            <ac:spMk id="4" creationId="{DDBE0D05-ED10-7420-83CC-86A7A1470012}"/>
          </ac:spMkLst>
        </pc:spChg>
      </pc:sldChg>
      <pc:sldChg chg="modSp modTransition">
        <pc:chgData name="Bara Hamadeh" userId="S::b_hamadeh@asu.edu.jo::ba91a99f-f3ba-46e6-ad5d-582794b375a9" providerId="AD" clId="Web-{B3AB1C50-635D-59A1-A42C-3A5F4A719C40}" dt="2024-02-25T23:06:01.369" v="50"/>
        <pc:sldMkLst>
          <pc:docMk/>
          <pc:sldMk cId="1162264288" sldId="613"/>
        </pc:sldMkLst>
        <pc:spChg chg="mod">
          <ac:chgData name="Bara Hamadeh" userId="S::b_hamadeh@asu.edu.jo::ba91a99f-f3ba-46e6-ad5d-582794b375a9" providerId="AD" clId="Web-{B3AB1C50-635D-59A1-A42C-3A5F4A719C40}" dt="2024-02-25T23:06:01.369" v="50"/>
          <ac:spMkLst>
            <pc:docMk/>
            <pc:sldMk cId="1162264288" sldId="613"/>
            <ac:spMk id="4" creationId="{04BC8755-4DAA-F72A-2457-60DD7980451F}"/>
          </ac:spMkLst>
        </pc:spChg>
      </pc:sldChg>
      <pc:sldChg chg="modSp modTransition">
        <pc:chgData name="Bara Hamadeh" userId="S::b_hamadeh@asu.edu.jo::ba91a99f-f3ba-46e6-ad5d-582794b375a9" providerId="AD" clId="Web-{B3AB1C50-635D-59A1-A42C-3A5F4A719C40}" dt="2024-02-25T23:06:01.369" v="50"/>
        <pc:sldMkLst>
          <pc:docMk/>
          <pc:sldMk cId="871378257" sldId="614"/>
        </pc:sldMkLst>
        <pc:spChg chg="mod">
          <ac:chgData name="Bara Hamadeh" userId="S::b_hamadeh@asu.edu.jo::ba91a99f-f3ba-46e6-ad5d-582794b375a9" providerId="AD" clId="Web-{B3AB1C50-635D-59A1-A42C-3A5F4A719C40}" dt="2024-02-25T23:06:01.369" v="50"/>
          <ac:spMkLst>
            <pc:docMk/>
            <pc:sldMk cId="871378257" sldId="614"/>
            <ac:spMk id="4" creationId="{EC418F15-ECB0-BC1E-E47B-700E59FC6D4C}"/>
          </ac:spMkLst>
        </pc:spChg>
      </pc:sldChg>
      <pc:sldChg chg="modSp modTransition">
        <pc:chgData name="Bara Hamadeh" userId="S::b_hamadeh@asu.edu.jo::ba91a99f-f3ba-46e6-ad5d-582794b375a9" providerId="AD" clId="Web-{B3AB1C50-635D-59A1-A42C-3A5F4A719C40}" dt="2024-02-25T23:06:01.369" v="50"/>
        <pc:sldMkLst>
          <pc:docMk/>
          <pc:sldMk cId="132742420" sldId="615"/>
        </pc:sldMkLst>
        <pc:spChg chg="mod">
          <ac:chgData name="Bara Hamadeh" userId="S::b_hamadeh@asu.edu.jo::ba91a99f-f3ba-46e6-ad5d-582794b375a9" providerId="AD" clId="Web-{B3AB1C50-635D-59A1-A42C-3A5F4A719C40}" dt="2024-02-25T23:06:01.369" v="50"/>
          <ac:spMkLst>
            <pc:docMk/>
            <pc:sldMk cId="132742420" sldId="615"/>
            <ac:spMk id="4" creationId="{BD020A74-9C8F-7C33-B123-EA27392C57A3}"/>
          </ac:spMkLst>
        </pc:spChg>
      </pc:sldChg>
      <pc:sldChg chg="modSp modTransition">
        <pc:chgData name="Bara Hamadeh" userId="S::b_hamadeh@asu.edu.jo::ba91a99f-f3ba-46e6-ad5d-582794b375a9" providerId="AD" clId="Web-{B3AB1C50-635D-59A1-A42C-3A5F4A719C40}" dt="2024-02-25T23:06:01.369" v="50"/>
        <pc:sldMkLst>
          <pc:docMk/>
          <pc:sldMk cId="549782555" sldId="616"/>
        </pc:sldMkLst>
        <pc:spChg chg="mod">
          <ac:chgData name="Bara Hamadeh" userId="S::b_hamadeh@asu.edu.jo::ba91a99f-f3ba-46e6-ad5d-582794b375a9" providerId="AD" clId="Web-{B3AB1C50-635D-59A1-A42C-3A5F4A719C40}" dt="2024-02-25T23:06:01.369" v="50"/>
          <ac:spMkLst>
            <pc:docMk/>
            <pc:sldMk cId="549782555" sldId="616"/>
            <ac:spMk id="4" creationId="{E0C5B6BC-A580-1880-CC84-493EF235AE02}"/>
          </ac:spMkLst>
        </pc:spChg>
      </pc:sldChg>
      <pc:sldChg chg="modSp modTransition">
        <pc:chgData name="Bara Hamadeh" userId="S::b_hamadeh@asu.edu.jo::ba91a99f-f3ba-46e6-ad5d-582794b375a9" providerId="AD" clId="Web-{B3AB1C50-635D-59A1-A42C-3A5F4A719C40}" dt="2024-02-25T23:06:01.369" v="50"/>
        <pc:sldMkLst>
          <pc:docMk/>
          <pc:sldMk cId="1913559630" sldId="617"/>
        </pc:sldMkLst>
        <pc:spChg chg="mod">
          <ac:chgData name="Bara Hamadeh" userId="S::b_hamadeh@asu.edu.jo::ba91a99f-f3ba-46e6-ad5d-582794b375a9" providerId="AD" clId="Web-{B3AB1C50-635D-59A1-A42C-3A5F4A719C40}" dt="2024-02-25T23:06:01.369" v="50"/>
          <ac:spMkLst>
            <pc:docMk/>
            <pc:sldMk cId="1913559630" sldId="617"/>
            <ac:spMk id="4" creationId="{9C1F5B9B-1FFF-DAC1-4C08-708AABD056E1}"/>
          </ac:spMkLst>
        </pc:spChg>
      </pc:sldChg>
      <pc:sldChg chg="modSp modTransition">
        <pc:chgData name="Bara Hamadeh" userId="S::b_hamadeh@asu.edu.jo::ba91a99f-f3ba-46e6-ad5d-582794b375a9" providerId="AD" clId="Web-{B3AB1C50-635D-59A1-A42C-3A5F4A719C40}" dt="2024-02-25T23:06:01.369" v="50"/>
        <pc:sldMkLst>
          <pc:docMk/>
          <pc:sldMk cId="512456518" sldId="618"/>
        </pc:sldMkLst>
        <pc:spChg chg="mod">
          <ac:chgData name="Bara Hamadeh" userId="S::b_hamadeh@asu.edu.jo::ba91a99f-f3ba-46e6-ad5d-582794b375a9" providerId="AD" clId="Web-{B3AB1C50-635D-59A1-A42C-3A5F4A719C40}" dt="2024-02-25T23:06:01.369" v="50"/>
          <ac:spMkLst>
            <pc:docMk/>
            <pc:sldMk cId="512456518" sldId="618"/>
            <ac:spMk id="4" creationId="{EE06A549-9534-71A4-5719-39CCE824A263}"/>
          </ac:spMkLst>
        </pc:spChg>
      </pc:sldChg>
      <pc:sldChg chg="modSp modTransition">
        <pc:chgData name="Bara Hamadeh" userId="S::b_hamadeh@asu.edu.jo::ba91a99f-f3ba-46e6-ad5d-582794b375a9" providerId="AD" clId="Web-{B3AB1C50-635D-59A1-A42C-3A5F4A719C40}" dt="2024-02-25T23:06:01.369" v="50"/>
        <pc:sldMkLst>
          <pc:docMk/>
          <pc:sldMk cId="1433061179" sldId="619"/>
        </pc:sldMkLst>
        <pc:spChg chg="mod">
          <ac:chgData name="Bara Hamadeh" userId="S::b_hamadeh@asu.edu.jo::ba91a99f-f3ba-46e6-ad5d-582794b375a9" providerId="AD" clId="Web-{B3AB1C50-635D-59A1-A42C-3A5F4A719C40}" dt="2024-02-25T23:06:01.369" v="50"/>
          <ac:spMkLst>
            <pc:docMk/>
            <pc:sldMk cId="1433061179" sldId="619"/>
            <ac:spMk id="4" creationId="{E861C24E-8747-519F-5AD7-6C2A9684A7AE}"/>
          </ac:spMkLst>
        </pc:spChg>
      </pc:sldChg>
      <pc:sldChg chg="modSp modTransition">
        <pc:chgData name="Bara Hamadeh" userId="S::b_hamadeh@asu.edu.jo::ba91a99f-f3ba-46e6-ad5d-582794b375a9" providerId="AD" clId="Web-{B3AB1C50-635D-59A1-A42C-3A5F4A719C40}" dt="2024-02-25T23:06:01.369" v="50"/>
        <pc:sldMkLst>
          <pc:docMk/>
          <pc:sldMk cId="3999451784" sldId="620"/>
        </pc:sldMkLst>
        <pc:spChg chg="mod">
          <ac:chgData name="Bara Hamadeh" userId="S::b_hamadeh@asu.edu.jo::ba91a99f-f3ba-46e6-ad5d-582794b375a9" providerId="AD" clId="Web-{B3AB1C50-635D-59A1-A42C-3A5F4A719C40}" dt="2024-02-25T23:06:01.369" v="50"/>
          <ac:spMkLst>
            <pc:docMk/>
            <pc:sldMk cId="3999451784" sldId="620"/>
            <ac:spMk id="4" creationId="{3660DE4A-004E-54AE-2B19-53AA2AC539B1}"/>
          </ac:spMkLst>
        </pc:spChg>
      </pc:sldChg>
      <pc:sldChg chg="modSp modTransition">
        <pc:chgData name="Bara Hamadeh" userId="S::b_hamadeh@asu.edu.jo::ba91a99f-f3ba-46e6-ad5d-582794b375a9" providerId="AD" clId="Web-{B3AB1C50-635D-59A1-A42C-3A5F4A719C40}" dt="2024-02-25T23:06:01.369" v="50"/>
        <pc:sldMkLst>
          <pc:docMk/>
          <pc:sldMk cId="1577918075" sldId="621"/>
        </pc:sldMkLst>
        <pc:spChg chg="mod">
          <ac:chgData name="Bara Hamadeh" userId="S::b_hamadeh@asu.edu.jo::ba91a99f-f3ba-46e6-ad5d-582794b375a9" providerId="AD" clId="Web-{B3AB1C50-635D-59A1-A42C-3A5F4A719C40}" dt="2024-02-25T23:06:01.369" v="50"/>
          <ac:spMkLst>
            <pc:docMk/>
            <pc:sldMk cId="1577918075" sldId="621"/>
            <ac:spMk id="4" creationId="{230E7973-51CA-0016-425A-CCC32E34B12A}"/>
          </ac:spMkLst>
        </pc:spChg>
      </pc:sldChg>
      <pc:sldChg chg="modSp modTransition">
        <pc:chgData name="Bara Hamadeh" userId="S::b_hamadeh@asu.edu.jo::ba91a99f-f3ba-46e6-ad5d-582794b375a9" providerId="AD" clId="Web-{B3AB1C50-635D-59A1-A42C-3A5F4A719C40}" dt="2024-02-25T23:06:01.369" v="50"/>
        <pc:sldMkLst>
          <pc:docMk/>
          <pc:sldMk cId="1872065915" sldId="622"/>
        </pc:sldMkLst>
        <pc:spChg chg="mod">
          <ac:chgData name="Bara Hamadeh" userId="S::b_hamadeh@asu.edu.jo::ba91a99f-f3ba-46e6-ad5d-582794b375a9" providerId="AD" clId="Web-{B3AB1C50-635D-59A1-A42C-3A5F4A719C40}" dt="2024-02-25T23:06:01.369" v="50"/>
          <ac:spMkLst>
            <pc:docMk/>
            <pc:sldMk cId="1872065915" sldId="622"/>
            <ac:spMk id="4" creationId="{9BFC3567-C6F7-C878-1B3C-90781C49584F}"/>
          </ac:spMkLst>
        </pc:spChg>
      </pc:sldChg>
      <pc:sldChg chg="modSp modTransition">
        <pc:chgData name="Bara Hamadeh" userId="S::b_hamadeh@asu.edu.jo::ba91a99f-f3ba-46e6-ad5d-582794b375a9" providerId="AD" clId="Web-{B3AB1C50-635D-59A1-A42C-3A5F4A719C40}" dt="2024-02-25T23:06:01.369" v="50"/>
        <pc:sldMkLst>
          <pc:docMk/>
          <pc:sldMk cId="3360856" sldId="623"/>
        </pc:sldMkLst>
        <pc:spChg chg="mod">
          <ac:chgData name="Bara Hamadeh" userId="S::b_hamadeh@asu.edu.jo::ba91a99f-f3ba-46e6-ad5d-582794b375a9" providerId="AD" clId="Web-{B3AB1C50-635D-59A1-A42C-3A5F4A719C40}" dt="2024-02-25T23:06:01.369" v="50"/>
          <ac:spMkLst>
            <pc:docMk/>
            <pc:sldMk cId="3360856" sldId="623"/>
            <ac:spMk id="4" creationId="{16D009E4-847A-BCEE-CB7C-2B917EDA35C9}"/>
          </ac:spMkLst>
        </pc:spChg>
      </pc:sldChg>
      <pc:sldChg chg="modSp modTransition">
        <pc:chgData name="Bara Hamadeh" userId="S::b_hamadeh@asu.edu.jo::ba91a99f-f3ba-46e6-ad5d-582794b375a9" providerId="AD" clId="Web-{B3AB1C50-635D-59A1-A42C-3A5F4A719C40}" dt="2024-02-25T23:06:01.369" v="50"/>
        <pc:sldMkLst>
          <pc:docMk/>
          <pc:sldMk cId="2706814220" sldId="624"/>
        </pc:sldMkLst>
        <pc:spChg chg="mod">
          <ac:chgData name="Bara Hamadeh" userId="S::b_hamadeh@asu.edu.jo::ba91a99f-f3ba-46e6-ad5d-582794b375a9" providerId="AD" clId="Web-{B3AB1C50-635D-59A1-A42C-3A5F4A719C40}" dt="2024-02-25T23:06:01.369" v="50"/>
          <ac:spMkLst>
            <pc:docMk/>
            <pc:sldMk cId="2706814220" sldId="624"/>
            <ac:spMk id="4" creationId="{16D009E4-847A-BCEE-CB7C-2B917EDA35C9}"/>
          </ac:spMkLst>
        </pc:spChg>
      </pc:sldChg>
      <pc:sldChg chg="modSp modTransition">
        <pc:chgData name="Bara Hamadeh" userId="S::b_hamadeh@asu.edu.jo::ba91a99f-f3ba-46e6-ad5d-582794b375a9" providerId="AD" clId="Web-{B3AB1C50-635D-59A1-A42C-3A5F4A719C40}" dt="2024-02-25T23:06:01.369" v="50"/>
        <pc:sldMkLst>
          <pc:docMk/>
          <pc:sldMk cId="4050117889" sldId="625"/>
        </pc:sldMkLst>
        <pc:spChg chg="mod">
          <ac:chgData name="Bara Hamadeh" userId="S::b_hamadeh@asu.edu.jo::ba91a99f-f3ba-46e6-ad5d-582794b375a9" providerId="AD" clId="Web-{B3AB1C50-635D-59A1-A42C-3A5F4A719C40}" dt="2024-02-25T23:06:01.369" v="50"/>
          <ac:spMkLst>
            <pc:docMk/>
            <pc:sldMk cId="4050117889" sldId="625"/>
            <ac:spMk id="4" creationId="{871E7B48-5227-2C3D-FA3E-647A82550506}"/>
          </ac:spMkLst>
        </pc:spChg>
      </pc:sldChg>
      <pc:sldChg chg="modSp modTransition">
        <pc:chgData name="Bara Hamadeh" userId="S::b_hamadeh@asu.edu.jo::ba91a99f-f3ba-46e6-ad5d-582794b375a9" providerId="AD" clId="Web-{B3AB1C50-635D-59A1-A42C-3A5F4A719C40}" dt="2024-02-25T23:06:01.369" v="50"/>
        <pc:sldMkLst>
          <pc:docMk/>
          <pc:sldMk cId="390748000" sldId="626"/>
        </pc:sldMkLst>
        <pc:spChg chg="mod">
          <ac:chgData name="Bara Hamadeh" userId="S::b_hamadeh@asu.edu.jo::ba91a99f-f3ba-46e6-ad5d-582794b375a9" providerId="AD" clId="Web-{B3AB1C50-635D-59A1-A42C-3A5F4A719C40}" dt="2024-02-25T23:06:01.369" v="50"/>
          <ac:spMkLst>
            <pc:docMk/>
            <pc:sldMk cId="390748000" sldId="626"/>
            <ac:spMk id="4" creationId="{618A58CA-CC5A-5462-396B-19D73A2A3962}"/>
          </ac:spMkLst>
        </pc:spChg>
      </pc:sldChg>
      <pc:sldChg chg="modSp modTransition">
        <pc:chgData name="Bara Hamadeh" userId="S::b_hamadeh@asu.edu.jo::ba91a99f-f3ba-46e6-ad5d-582794b375a9" providerId="AD" clId="Web-{B3AB1C50-635D-59A1-A42C-3A5F4A719C40}" dt="2024-02-25T23:06:01.369" v="50"/>
        <pc:sldMkLst>
          <pc:docMk/>
          <pc:sldMk cId="402624273" sldId="627"/>
        </pc:sldMkLst>
        <pc:spChg chg="mod">
          <ac:chgData name="Bara Hamadeh" userId="S::b_hamadeh@asu.edu.jo::ba91a99f-f3ba-46e6-ad5d-582794b375a9" providerId="AD" clId="Web-{B3AB1C50-635D-59A1-A42C-3A5F4A719C40}" dt="2024-02-25T23:06:01.369" v="50"/>
          <ac:spMkLst>
            <pc:docMk/>
            <pc:sldMk cId="402624273" sldId="627"/>
            <ac:spMk id="4" creationId="{2C28B8AA-5C4F-693C-EABB-0FE4F749CD3B}"/>
          </ac:spMkLst>
        </pc:spChg>
      </pc:sldChg>
      <pc:sldChg chg="modSp modTransition">
        <pc:chgData name="Bara Hamadeh" userId="S::b_hamadeh@asu.edu.jo::ba91a99f-f3ba-46e6-ad5d-582794b375a9" providerId="AD" clId="Web-{B3AB1C50-635D-59A1-A42C-3A5F4A719C40}" dt="2024-02-25T23:06:01.369" v="50"/>
        <pc:sldMkLst>
          <pc:docMk/>
          <pc:sldMk cId="2949605187" sldId="628"/>
        </pc:sldMkLst>
        <pc:spChg chg="mod">
          <ac:chgData name="Bara Hamadeh" userId="S::b_hamadeh@asu.edu.jo::ba91a99f-f3ba-46e6-ad5d-582794b375a9" providerId="AD" clId="Web-{B3AB1C50-635D-59A1-A42C-3A5F4A719C40}" dt="2024-02-25T23:06:01.369" v="50"/>
          <ac:spMkLst>
            <pc:docMk/>
            <pc:sldMk cId="2949605187" sldId="628"/>
            <ac:spMk id="4" creationId="{806118E8-CB69-CAA2-C0D7-8CF2DD81AC8F}"/>
          </ac:spMkLst>
        </pc:spChg>
      </pc:sldChg>
      <pc:sldChg chg="modSp modTransition">
        <pc:chgData name="Bara Hamadeh" userId="S::b_hamadeh@asu.edu.jo::ba91a99f-f3ba-46e6-ad5d-582794b375a9" providerId="AD" clId="Web-{B3AB1C50-635D-59A1-A42C-3A5F4A719C40}" dt="2024-02-25T23:06:01.369" v="50"/>
        <pc:sldMkLst>
          <pc:docMk/>
          <pc:sldMk cId="2817535389" sldId="629"/>
        </pc:sldMkLst>
        <pc:spChg chg="mod">
          <ac:chgData name="Bara Hamadeh" userId="S::b_hamadeh@asu.edu.jo::ba91a99f-f3ba-46e6-ad5d-582794b375a9" providerId="AD" clId="Web-{B3AB1C50-635D-59A1-A42C-3A5F4A719C40}" dt="2024-02-25T23:06:01.369" v="50"/>
          <ac:spMkLst>
            <pc:docMk/>
            <pc:sldMk cId="2817535389" sldId="629"/>
            <ac:spMk id="4" creationId="{806118E8-CB69-CAA2-C0D7-8CF2DD81AC8F}"/>
          </ac:spMkLst>
        </pc:spChg>
      </pc:sldChg>
      <pc:sldChg chg="modSp modTransition">
        <pc:chgData name="Bara Hamadeh" userId="S::b_hamadeh@asu.edu.jo::ba91a99f-f3ba-46e6-ad5d-582794b375a9" providerId="AD" clId="Web-{B3AB1C50-635D-59A1-A42C-3A5F4A719C40}" dt="2024-02-25T23:06:01.369" v="50"/>
        <pc:sldMkLst>
          <pc:docMk/>
          <pc:sldMk cId="3212415245" sldId="630"/>
        </pc:sldMkLst>
        <pc:spChg chg="mod">
          <ac:chgData name="Bara Hamadeh" userId="S::b_hamadeh@asu.edu.jo::ba91a99f-f3ba-46e6-ad5d-582794b375a9" providerId="AD" clId="Web-{B3AB1C50-635D-59A1-A42C-3A5F4A719C40}" dt="2024-02-25T23:06:01.369" v="50"/>
          <ac:spMkLst>
            <pc:docMk/>
            <pc:sldMk cId="3212415245" sldId="630"/>
            <ac:spMk id="4" creationId="{29262DC7-ED43-45CF-F323-17F1A3676ABC}"/>
          </ac:spMkLst>
        </pc:spChg>
      </pc:sldChg>
      <pc:sldChg chg="modSp modTransition">
        <pc:chgData name="Bara Hamadeh" userId="S::b_hamadeh@asu.edu.jo::ba91a99f-f3ba-46e6-ad5d-582794b375a9" providerId="AD" clId="Web-{B3AB1C50-635D-59A1-A42C-3A5F4A719C40}" dt="2024-02-25T23:06:01.369" v="50"/>
        <pc:sldMkLst>
          <pc:docMk/>
          <pc:sldMk cId="1109784746" sldId="631"/>
        </pc:sldMkLst>
        <pc:spChg chg="mod">
          <ac:chgData name="Bara Hamadeh" userId="S::b_hamadeh@asu.edu.jo::ba91a99f-f3ba-46e6-ad5d-582794b375a9" providerId="AD" clId="Web-{B3AB1C50-635D-59A1-A42C-3A5F4A719C40}" dt="2024-02-25T23:06:01.369" v="50"/>
          <ac:spMkLst>
            <pc:docMk/>
            <pc:sldMk cId="1109784746" sldId="631"/>
            <ac:spMk id="4" creationId="{61A4D0E4-7CFF-756C-1721-22CEE440AE88}"/>
          </ac:spMkLst>
        </pc:spChg>
      </pc:sldChg>
      <pc:sldChg chg="modSp modTransition">
        <pc:chgData name="Bara Hamadeh" userId="S::b_hamadeh@asu.edu.jo::ba91a99f-f3ba-46e6-ad5d-582794b375a9" providerId="AD" clId="Web-{B3AB1C50-635D-59A1-A42C-3A5F4A719C40}" dt="2024-02-25T23:06:01.369" v="50"/>
        <pc:sldMkLst>
          <pc:docMk/>
          <pc:sldMk cId="506888232" sldId="632"/>
        </pc:sldMkLst>
        <pc:spChg chg="mod">
          <ac:chgData name="Bara Hamadeh" userId="S::b_hamadeh@asu.edu.jo::ba91a99f-f3ba-46e6-ad5d-582794b375a9" providerId="AD" clId="Web-{B3AB1C50-635D-59A1-A42C-3A5F4A719C40}" dt="2024-02-25T23:06:01.369" v="50"/>
          <ac:spMkLst>
            <pc:docMk/>
            <pc:sldMk cId="506888232" sldId="632"/>
            <ac:spMk id="4" creationId="{61A4D0E4-7CFF-756C-1721-22CEE440AE88}"/>
          </ac:spMkLst>
        </pc:spChg>
      </pc:sldChg>
      <pc:sldChg chg="modSp modTransition">
        <pc:chgData name="Bara Hamadeh" userId="S::b_hamadeh@asu.edu.jo::ba91a99f-f3ba-46e6-ad5d-582794b375a9" providerId="AD" clId="Web-{B3AB1C50-635D-59A1-A42C-3A5F4A719C40}" dt="2024-02-25T23:06:01.369" v="50"/>
        <pc:sldMkLst>
          <pc:docMk/>
          <pc:sldMk cId="526591997" sldId="633"/>
        </pc:sldMkLst>
        <pc:spChg chg="mod">
          <ac:chgData name="Bara Hamadeh" userId="S::b_hamadeh@asu.edu.jo::ba91a99f-f3ba-46e6-ad5d-582794b375a9" providerId="AD" clId="Web-{B3AB1C50-635D-59A1-A42C-3A5F4A719C40}" dt="2024-02-25T23:06:01.369" v="50"/>
          <ac:spMkLst>
            <pc:docMk/>
            <pc:sldMk cId="526591997" sldId="633"/>
            <ac:spMk id="4" creationId="{3716468A-EE06-AD6B-967C-D3F2AE33F707}"/>
          </ac:spMkLst>
        </pc:spChg>
      </pc:sldChg>
      <pc:sldChg chg="modSp modTransition">
        <pc:chgData name="Bara Hamadeh" userId="S::b_hamadeh@asu.edu.jo::ba91a99f-f3ba-46e6-ad5d-582794b375a9" providerId="AD" clId="Web-{B3AB1C50-635D-59A1-A42C-3A5F4A719C40}" dt="2024-02-25T23:06:01.369" v="50"/>
        <pc:sldMkLst>
          <pc:docMk/>
          <pc:sldMk cId="3752985038" sldId="634"/>
        </pc:sldMkLst>
        <pc:spChg chg="mod">
          <ac:chgData name="Bara Hamadeh" userId="S::b_hamadeh@asu.edu.jo::ba91a99f-f3ba-46e6-ad5d-582794b375a9" providerId="AD" clId="Web-{B3AB1C50-635D-59A1-A42C-3A5F4A719C40}" dt="2024-02-25T23:06:01.369" v="50"/>
          <ac:spMkLst>
            <pc:docMk/>
            <pc:sldMk cId="3752985038" sldId="634"/>
            <ac:spMk id="4" creationId="{3716468A-EE06-AD6B-967C-D3F2AE33F707}"/>
          </ac:spMkLst>
        </pc:spChg>
      </pc:sldChg>
      <pc:sldChg chg="modSp modTransition">
        <pc:chgData name="Bara Hamadeh" userId="S::b_hamadeh@asu.edu.jo::ba91a99f-f3ba-46e6-ad5d-582794b375a9" providerId="AD" clId="Web-{B3AB1C50-635D-59A1-A42C-3A5F4A719C40}" dt="2024-02-25T23:06:01.369" v="50"/>
        <pc:sldMkLst>
          <pc:docMk/>
          <pc:sldMk cId="2075259265" sldId="635"/>
        </pc:sldMkLst>
        <pc:spChg chg="mod">
          <ac:chgData name="Bara Hamadeh" userId="S::b_hamadeh@asu.edu.jo::ba91a99f-f3ba-46e6-ad5d-582794b375a9" providerId="AD" clId="Web-{B3AB1C50-635D-59A1-A42C-3A5F4A719C40}" dt="2024-02-25T23:06:01.369" v="50"/>
          <ac:spMkLst>
            <pc:docMk/>
            <pc:sldMk cId="2075259265" sldId="635"/>
            <ac:spMk id="4" creationId="{22E643AE-11E9-6947-7B75-7C055D3F3DB7}"/>
          </ac:spMkLst>
        </pc:spChg>
      </pc:sldChg>
      <pc:sldChg chg="modSp modTransition">
        <pc:chgData name="Bara Hamadeh" userId="S::b_hamadeh@asu.edu.jo::ba91a99f-f3ba-46e6-ad5d-582794b375a9" providerId="AD" clId="Web-{B3AB1C50-635D-59A1-A42C-3A5F4A719C40}" dt="2024-02-25T23:06:01.369" v="50"/>
        <pc:sldMkLst>
          <pc:docMk/>
          <pc:sldMk cId="1118136150" sldId="636"/>
        </pc:sldMkLst>
        <pc:spChg chg="mod">
          <ac:chgData name="Bara Hamadeh" userId="S::b_hamadeh@asu.edu.jo::ba91a99f-f3ba-46e6-ad5d-582794b375a9" providerId="AD" clId="Web-{B3AB1C50-635D-59A1-A42C-3A5F4A719C40}" dt="2024-02-25T23:06:01.369" v="50"/>
          <ac:spMkLst>
            <pc:docMk/>
            <pc:sldMk cId="1118136150" sldId="636"/>
            <ac:spMk id="4" creationId="{22E643AE-11E9-6947-7B75-7C055D3F3DB7}"/>
          </ac:spMkLst>
        </pc:spChg>
      </pc:sldChg>
      <pc:sldChg chg="modSp modTransition">
        <pc:chgData name="Bara Hamadeh" userId="S::b_hamadeh@asu.edu.jo::ba91a99f-f3ba-46e6-ad5d-582794b375a9" providerId="AD" clId="Web-{B3AB1C50-635D-59A1-A42C-3A5F4A719C40}" dt="2024-02-25T23:06:01.369" v="50"/>
        <pc:sldMkLst>
          <pc:docMk/>
          <pc:sldMk cId="1179374621" sldId="637"/>
        </pc:sldMkLst>
        <pc:spChg chg="mod">
          <ac:chgData name="Bara Hamadeh" userId="S::b_hamadeh@asu.edu.jo::ba91a99f-f3ba-46e6-ad5d-582794b375a9" providerId="AD" clId="Web-{B3AB1C50-635D-59A1-A42C-3A5F4A719C40}" dt="2024-02-25T23:06:01.369" v="50"/>
          <ac:spMkLst>
            <pc:docMk/>
            <pc:sldMk cId="1179374621" sldId="637"/>
            <ac:spMk id="4" creationId="{22E643AE-11E9-6947-7B75-7C055D3F3DB7}"/>
          </ac:spMkLst>
        </pc:spChg>
      </pc:sldChg>
      <pc:sldChg chg="modSp modTransition">
        <pc:chgData name="Bara Hamadeh" userId="S::b_hamadeh@asu.edu.jo::ba91a99f-f3ba-46e6-ad5d-582794b375a9" providerId="AD" clId="Web-{B3AB1C50-635D-59A1-A42C-3A5F4A719C40}" dt="2024-02-25T23:06:01.369" v="50"/>
        <pc:sldMkLst>
          <pc:docMk/>
          <pc:sldMk cId="2463405915" sldId="638"/>
        </pc:sldMkLst>
        <pc:spChg chg="mod">
          <ac:chgData name="Bara Hamadeh" userId="S::b_hamadeh@asu.edu.jo::ba91a99f-f3ba-46e6-ad5d-582794b375a9" providerId="AD" clId="Web-{B3AB1C50-635D-59A1-A42C-3A5F4A719C40}" dt="2024-02-25T23:06:01.369" v="50"/>
          <ac:spMkLst>
            <pc:docMk/>
            <pc:sldMk cId="2463405915" sldId="638"/>
            <ac:spMk id="4" creationId="{22E643AE-11E9-6947-7B75-7C055D3F3DB7}"/>
          </ac:spMkLst>
        </pc:spChg>
      </pc:sldChg>
      <pc:sldChg chg="modSp modTransition">
        <pc:chgData name="Bara Hamadeh" userId="S::b_hamadeh@asu.edu.jo::ba91a99f-f3ba-46e6-ad5d-582794b375a9" providerId="AD" clId="Web-{B3AB1C50-635D-59A1-A42C-3A5F4A719C40}" dt="2024-02-25T23:06:01.369" v="50"/>
        <pc:sldMkLst>
          <pc:docMk/>
          <pc:sldMk cId="3738179916" sldId="639"/>
        </pc:sldMkLst>
        <pc:spChg chg="mod">
          <ac:chgData name="Bara Hamadeh" userId="S::b_hamadeh@asu.edu.jo::ba91a99f-f3ba-46e6-ad5d-582794b375a9" providerId="AD" clId="Web-{B3AB1C50-635D-59A1-A42C-3A5F4A719C40}" dt="2024-02-25T23:06:01.369" v="50"/>
          <ac:spMkLst>
            <pc:docMk/>
            <pc:sldMk cId="3738179916" sldId="639"/>
            <ac:spMk id="4" creationId="{5C368E9B-981E-BF8F-4D93-958FE14BC5D2}"/>
          </ac:spMkLst>
        </pc:spChg>
      </pc:sldChg>
      <pc:sldChg chg="modSp modTransition">
        <pc:chgData name="Bara Hamadeh" userId="S::b_hamadeh@asu.edu.jo::ba91a99f-f3ba-46e6-ad5d-582794b375a9" providerId="AD" clId="Web-{B3AB1C50-635D-59A1-A42C-3A5F4A719C40}" dt="2024-02-25T23:06:01.369" v="50"/>
        <pc:sldMkLst>
          <pc:docMk/>
          <pc:sldMk cId="3063830727" sldId="640"/>
        </pc:sldMkLst>
        <pc:spChg chg="mod">
          <ac:chgData name="Bara Hamadeh" userId="S::b_hamadeh@asu.edu.jo::ba91a99f-f3ba-46e6-ad5d-582794b375a9" providerId="AD" clId="Web-{B3AB1C50-635D-59A1-A42C-3A5F4A719C40}" dt="2024-02-25T23:06:01.369" v="50"/>
          <ac:spMkLst>
            <pc:docMk/>
            <pc:sldMk cId="3063830727" sldId="640"/>
            <ac:spMk id="4" creationId="{5C368E9B-981E-BF8F-4D93-958FE14BC5D2}"/>
          </ac:spMkLst>
        </pc:spChg>
      </pc:sldChg>
      <pc:sldChg chg="modSp modTransition">
        <pc:chgData name="Bara Hamadeh" userId="S::b_hamadeh@asu.edu.jo::ba91a99f-f3ba-46e6-ad5d-582794b375a9" providerId="AD" clId="Web-{B3AB1C50-635D-59A1-A42C-3A5F4A719C40}" dt="2024-02-25T23:06:01.369" v="50"/>
        <pc:sldMkLst>
          <pc:docMk/>
          <pc:sldMk cId="1881193804" sldId="641"/>
        </pc:sldMkLst>
        <pc:spChg chg="mod">
          <ac:chgData name="Bara Hamadeh" userId="S::b_hamadeh@asu.edu.jo::ba91a99f-f3ba-46e6-ad5d-582794b375a9" providerId="AD" clId="Web-{B3AB1C50-635D-59A1-A42C-3A5F4A719C40}" dt="2024-02-25T23:06:01.369" v="50"/>
          <ac:spMkLst>
            <pc:docMk/>
            <pc:sldMk cId="1881193804" sldId="641"/>
            <ac:spMk id="4" creationId="{1AD0D4E0-5512-F8D3-A21D-1BF39F764124}"/>
          </ac:spMkLst>
        </pc:spChg>
      </pc:sldChg>
      <pc:sldChg chg="modSp modTransition">
        <pc:chgData name="Bara Hamadeh" userId="S::b_hamadeh@asu.edu.jo::ba91a99f-f3ba-46e6-ad5d-582794b375a9" providerId="AD" clId="Web-{B3AB1C50-635D-59A1-A42C-3A5F4A719C40}" dt="2024-02-25T23:06:01.369" v="50"/>
        <pc:sldMkLst>
          <pc:docMk/>
          <pc:sldMk cId="3581138286" sldId="642"/>
        </pc:sldMkLst>
        <pc:spChg chg="mod">
          <ac:chgData name="Bara Hamadeh" userId="S::b_hamadeh@asu.edu.jo::ba91a99f-f3ba-46e6-ad5d-582794b375a9" providerId="AD" clId="Web-{B3AB1C50-635D-59A1-A42C-3A5F4A719C40}" dt="2024-02-25T23:06:01.369" v="50"/>
          <ac:spMkLst>
            <pc:docMk/>
            <pc:sldMk cId="3581138286" sldId="642"/>
            <ac:spMk id="4" creationId="{14B92EB3-E389-8866-6098-93FC09F62F36}"/>
          </ac:spMkLst>
        </pc:spChg>
      </pc:sldChg>
      <pc:sldChg chg="delSp modSp modTransition">
        <pc:chgData name="Bara Hamadeh" userId="S::b_hamadeh@asu.edu.jo::ba91a99f-f3ba-46e6-ad5d-582794b375a9" providerId="AD" clId="Web-{B3AB1C50-635D-59A1-A42C-3A5F4A719C40}" dt="2024-02-25T23:06:01.369" v="50"/>
        <pc:sldMkLst>
          <pc:docMk/>
          <pc:sldMk cId="499303585" sldId="643"/>
        </pc:sldMkLst>
        <pc:spChg chg="mod">
          <ac:chgData name="Bara Hamadeh" userId="S::b_hamadeh@asu.edu.jo::ba91a99f-f3ba-46e6-ad5d-582794b375a9" providerId="AD" clId="Web-{B3AB1C50-635D-59A1-A42C-3A5F4A719C40}" dt="2024-02-25T23:06:01.369" v="50"/>
          <ac:spMkLst>
            <pc:docMk/>
            <pc:sldMk cId="499303585" sldId="643"/>
            <ac:spMk id="4" creationId="{95C6BA07-B0AF-7DD0-92DE-7C7605B5F71E}"/>
          </ac:spMkLst>
        </pc:spChg>
        <pc:spChg chg="del">
          <ac:chgData name="Bara Hamadeh" userId="S::b_hamadeh@asu.edu.jo::ba91a99f-f3ba-46e6-ad5d-582794b375a9" providerId="AD" clId="Web-{B3AB1C50-635D-59A1-A42C-3A5F4A719C40}" dt="2024-02-25T23:06:01.369" v="50"/>
          <ac:spMkLst>
            <pc:docMk/>
            <pc:sldMk cId="499303585" sldId="643"/>
            <ac:spMk id="14" creationId="{D484B0E8-ED3B-4FC6-45C6-8D3C19634C02}"/>
          </ac:spMkLst>
        </pc:spChg>
      </pc:sldChg>
      <pc:sldChg chg="modSp modTransition">
        <pc:chgData name="Bara Hamadeh" userId="S::b_hamadeh@asu.edu.jo::ba91a99f-f3ba-46e6-ad5d-582794b375a9" providerId="AD" clId="Web-{B3AB1C50-635D-59A1-A42C-3A5F4A719C40}" dt="2024-02-25T23:06:01.369" v="50"/>
        <pc:sldMkLst>
          <pc:docMk/>
          <pc:sldMk cId="4225611619" sldId="644"/>
        </pc:sldMkLst>
        <pc:spChg chg="mod">
          <ac:chgData name="Bara Hamadeh" userId="S::b_hamadeh@asu.edu.jo::ba91a99f-f3ba-46e6-ad5d-582794b375a9" providerId="AD" clId="Web-{B3AB1C50-635D-59A1-A42C-3A5F4A719C40}" dt="2024-02-25T23:06:01.369" v="50"/>
          <ac:spMkLst>
            <pc:docMk/>
            <pc:sldMk cId="4225611619" sldId="644"/>
            <ac:spMk id="4" creationId="{D25FF4FE-3EBF-EAD5-1E60-898887AC3023}"/>
          </ac:spMkLst>
        </pc:spChg>
      </pc:sldChg>
      <pc:sldChg chg="modSp modTransition">
        <pc:chgData name="Bara Hamadeh" userId="S::b_hamadeh@asu.edu.jo::ba91a99f-f3ba-46e6-ad5d-582794b375a9" providerId="AD" clId="Web-{B3AB1C50-635D-59A1-A42C-3A5F4A719C40}" dt="2024-02-25T23:06:01.369" v="50"/>
        <pc:sldMkLst>
          <pc:docMk/>
          <pc:sldMk cId="3936561336" sldId="645"/>
        </pc:sldMkLst>
        <pc:spChg chg="mod">
          <ac:chgData name="Bara Hamadeh" userId="S::b_hamadeh@asu.edu.jo::ba91a99f-f3ba-46e6-ad5d-582794b375a9" providerId="AD" clId="Web-{B3AB1C50-635D-59A1-A42C-3A5F4A719C40}" dt="2024-02-25T23:06:01.369" v="50"/>
          <ac:spMkLst>
            <pc:docMk/>
            <pc:sldMk cId="3936561336" sldId="645"/>
            <ac:spMk id="4" creationId="{71141C76-3D93-F7AE-C133-E4F935A77BCB}"/>
          </ac:spMkLst>
        </pc:spChg>
      </pc:sldChg>
      <pc:sldChg chg="modSp modTransition">
        <pc:chgData name="Bara Hamadeh" userId="S::b_hamadeh@asu.edu.jo::ba91a99f-f3ba-46e6-ad5d-582794b375a9" providerId="AD" clId="Web-{B3AB1C50-635D-59A1-A42C-3A5F4A719C40}" dt="2024-02-25T23:06:01.369" v="50"/>
        <pc:sldMkLst>
          <pc:docMk/>
          <pc:sldMk cId="181740068" sldId="646"/>
        </pc:sldMkLst>
        <pc:spChg chg="mod">
          <ac:chgData name="Bara Hamadeh" userId="S::b_hamadeh@asu.edu.jo::ba91a99f-f3ba-46e6-ad5d-582794b375a9" providerId="AD" clId="Web-{B3AB1C50-635D-59A1-A42C-3A5F4A719C40}" dt="2024-02-25T23:06:01.369" v="50"/>
          <ac:spMkLst>
            <pc:docMk/>
            <pc:sldMk cId="181740068" sldId="646"/>
            <ac:spMk id="4" creationId="{7D6BF673-972A-103D-CC22-088BDA36C9E5}"/>
          </ac:spMkLst>
        </pc:spChg>
      </pc:sldChg>
      <pc:sldChg chg="modSp modTransition">
        <pc:chgData name="Bara Hamadeh" userId="S::b_hamadeh@asu.edu.jo::ba91a99f-f3ba-46e6-ad5d-582794b375a9" providerId="AD" clId="Web-{B3AB1C50-635D-59A1-A42C-3A5F4A719C40}" dt="2024-02-25T23:06:01.369" v="50"/>
        <pc:sldMkLst>
          <pc:docMk/>
          <pc:sldMk cId="3842559380" sldId="647"/>
        </pc:sldMkLst>
        <pc:spChg chg="mod">
          <ac:chgData name="Bara Hamadeh" userId="S::b_hamadeh@asu.edu.jo::ba91a99f-f3ba-46e6-ad5d-582794b375a9" providerId="AD" clId="Web-{B3AB1C50-635D-59A1-A42C-3A5F4A719C40}" dt="2024-02-25T23:06:01.369" v="50"/>
          <ac:spMkLst>
            <pc:docMk/>
            <pc:sldMk cId="3842559380" sldId="647"/>
            <ac:spMk id="4" creationId="{D6988CD2-F2A8-F067-5C4D-60E4097CDBFD}"/>
          </ac:spMkLst>
        </pc:spChg>
      </pc:sldChg>
      <pc:sldChg chg="modSp modTransition">
        <pc:chgData name="Bara Hamadeh" userId="S::b_hamadeh@asu.edu.jo::ba91a99f-f3ba-46e6-ad5d-582794b375a9" providerId="AD" clId="Web-{B3AB1C50-635D-59A1-A42C-3A5F4A719C40}" dt="2024-02-25T23:06:01.369" v="50"/>
        <pc:sldMkLst>
          <pc:docMk/>
          <pc:sldMk cId="1841223903" sldId="648"/>
        </pc:sldMkLst>
        <pc:spChg chg="mod">
          <ac:chgData name="Bara Hamadeh" userId="S::b_hamadeh@asu.edu.jo::ba91a99f-f3ba-46e6-ad5d-582794b375a9" providerId="AD" clId="Web-{B3AB1C50-635D-59A1-A42C-3A5F4A719C40}" dt="2024-02-25T23:06:01.369" v="50"/>
          <ac:spMkLst>
            <pc:docMk/>
            <pc:sldMk cId="1841223903" sldId="648"/>
            <ac:spMk id="4" creationId="{ED3885C2-1254-6375-D1E3-A333D89248D8}"/>
          </ac:spMkLst>
        </pc:spChg>
      </pc:sldChg>
      <pc:sldChg chg="modSp">
        <pc:chgData name="Bara Hamadeh" userId="S::b_hamadeh@asu.edu.jo::ba91a99f-f3ba-46e6-ad5d-582794b375a9" providerId="AD" clId="Web-{B3AB1C50-635D-59A1-A42C-3A5F4A719C40}" dt="2024-02-25T23:06:01.369" v="50"/>
        <pc:sldMkLst>
          <pc:docMk/>
          <pc:sldMk cId="2635911433" sldId="649"/>
        </pc:sldMkLst>
        <pc:spChg chg="mod">
          <ac:chgData name="Bara Hamadeh" userId="S::b_hamadeh@asu.edu.jo::ba91a99f-f3ba-46e6-ad5d-582794b375a9" providerId="AD" clId="Web-{B3AB1C50-635D-59A1-A42C-3A5F4A719C40}" dt="2024-02-25T23:06:01.369" v="50"/>
          <ac:spMkLst>
            <pc:docMk/>
            <pc:sldMk cId="2635911433" sldId="649"/>
            <ac:spMk id="4" creationId="{66738BBB-0AA8-3DCA-D70D-202ADE3D7914}"/>
          </ac:spMkLst>
        </pc:spChg>
      </pc:sldChg>
      <pc:sldChg chg="modSp modTransition">
        <pc:chgData name="Bara Hamadeh" userId="S::b_hamadeh@asu.edu.jo::ba91a99f-f3ba-46e6-ad5d-582794b375a9" providerId="AD" clId="Web-{B3AB1C50-635D-59A1-A42C-3A5F4A719C40}" dt="2024-02-25T23:06:01.369" v="50"/>
        <pc:sldMkLst>
          <pc:docMk/>
          <pc:sldMk cId="4048054743" sldId="650"/>
        </pc:sldMkLst>
        <pc:spChg chg="mod">
          <ac:chgData name="Bara Hamadeh" userId="S::b_hamadeh@asu.edu.jo::ba91a99f-f3ba-46e6-ad5d-582794b375a9" providerId="AD" clId="Web-{B3AB1C50-635D-59A1-A42C-3A5F4A719C40}" dt="2024-02-25T23:06:01.369" v="50"/>
          <ac:spMkLst>
            <pc:docMk/>
            <pc:sldMk cId="4048054743" sldId="650"/>
            <ac:spMk id="4" creationId="{DDBE0D05-ED10-7420-83CC-86A7A1470012}"/>
          </ac:spMkLst>
        </pc:spChg>
      </pc:sldChg>
      <pc:sldMasterChg chg="modSp mod modSldLayout">
        <pc:chgData name="Bara Hamadeh" userId="S::b_hamadeh@asu.edu.jo::ba91a99f-f3ba-46e6-ad5d-582794b375a9" providerId="AD" clId="Web-{B3AB1C50-635D-59A1-A42C-3A5F4A719C40}" dt="2024-02-25T23:06:01.369" v="50"/>
        <pc:sldMasterMkLst>
          <pc:docMk/>
          <pc:sldMasterMk cId="1719295273" sldId="2147483672"/>
        </pc:sldMasterMkLst>
        <pc:spChg chg="mod">
          <ac:chgData name="Bara Hamadeh" userId="S::b_hamadeh@asu.edu.jo::ba91a99f-f3ba-46e6-ad5d-582794b375a9" providerId="AD" clId="Web-{B3AB1C50-635D-59A1-A42C-3A5F4A719C40}" dt="2024-02-25T23:06:01.369" v="50"/>
          <ac:spMkLst>
            <pc:docMk/>
            <pc:sldMasterMk cId="1719295273" sldId="2147483672"/>
            <ac:spMk id="5" creationId="{00000000-0000-0000-0000-000000000000}"/>
          </ac:spMkLst>
        </pc:spChg>
        <pc:sldLayoutChg chg="modSp mod">
          <pc:chgData name="Bara Hamadeh" userId="S::b_hamadeh@asu.edu.jo::ba91a99f-f3ba-46e6-ad5d-582794b375a9" providerId="AD" clId="Web-{B3AB1C50-635D-59A1-A42C-3A5F4A719C40}" dt="2024-02-25T23:06:01.369" v="50"/>
          <pc:sldLayoutMkLst>
            <pc:docMk/>
            <pc:sldMasterMk cId="1719295273" sldId="2147483672"/>
            <pc:sldLayoutMk cId="1136942225" sldId="2147483673"/>
          </pc:sldLayoutMkLst>
          <pc:spChg chg="mod">
            <ac:chgData name="Bara Hamadeh" userId="S::b_hamadeh@asu.edu.jo::ba91a99f-f3ba-46e6-ad5d-582794b375a9" providerId="AD" clId="Web-{B3AB1C50-635D-59A1-A42C-3A5F4A719C40}" dt="2024-02-25T23:06:01.369" v="50"/>
            <ac:spMkLst>
              <pc:docMk/>
              <pc:sldMasterMk cId="1719295273" sldId="2147483672"/>
              <pc:sldLayoutMk cId="1136942225" sldId="2147483673"/>
              <ac:spMk id="5" creationId="{00000000-0000-0000-0000-000000000000}"/>
            </ac:spMkLst>
          </pc:spChg>
        </pc:sldLayoutChg>
        <pc:sldLayoutChg chg="modSp mod">
          <pc:chgData name="Bara Hamadeh" userId="S::b_hamadeh@asu.edu.jo::ba91a99f-f3ba-46e6-ad5d-582794b375a9" providerId="AD" clId="Web-{B3AB1C50-635D-59A1-A42C-3A5F4A719C40}" dt="2024-02-25T23:06:01.369" v="50"/>
          <pc:sldLayoutMkLst>
            <pc:docMk/>
            <pc:sldMasterMk cId="1719295273" sldId="2147483672"/>
            <pc:sldLayoutMk cId="543625086" sldId="2147483674"/>
          </pc:sldLayoutMkLst>
          <pc:spChg chg="mod">
            <ac:chgData name="Bara Hamadeh" userId="S::b_hamadeh@asu.edu.jo::ba91a99f-f3ba-46e6-ad5d-582794b375a9" providerId="AD" clId="Web-{B3AB1C50-635D-59A1-A42C-3A5F4A719C40}" dt="2024-02-25T23:06:01.369" v="50"/>
            <ac:spMkLst>
              <pc:docMk/>
              <pc:sldMasterMk cId="1719295273" sldId="2147483672"/>
              <pc:sldLayoutMk cId="543625086" sldId="2147483674"/>
              <ac:spMk id="5" creationId="{00000000-0000-0000-0000-000000000000}"/>
            </ac:spMkLst>
          </pc:spChg>
        </pc:sldLayoutChg>
        <pc:sldLayoutChg chg="modSp mod">
          <pc:chgData name="Bara Hamadeh" userId="S::b_hamadeh@asu.edu.jo::ba91a99f-f3ba-46e6-ad5d-582794b375a9" providerId="AD" clId="Web-{B3AB1C50-635D-59A1-A42C-3A5F4A719C40}" dt="2024-02-25T23:06:01.369" v="50"/>
          <pc:sldLayoutMkLst>
            <pc:docMk/>
            <pc:sldMasterMk cId="1719295273" sldId="2147483672"/>
            <pc:sldLayoutMk cId="695053800" sldId="2147483675"/>
          </pc:sldLayoutMkLst>
          <pc:spChg chg="mod">
            <ac:chgData name="Bara Hamadeh" userId="S::b_hamadeh@asu.edu.jo::ba91a99f-f3ba-46e6-ad5d-582794b375a9" providerId="AD" clId="Web-{B3AB1C50-635D-59A1-A42C-3A5F4A719C40}" dt="2024-02-25T23:06:01.369" v="50"/>
            <ac:spMkLst>
              <pc:docMk/>
              <pc:sldMasterMk cId="1719295273" sldId="2147483672"/>
              <pc:sldLayoutMk cId="695053800" sldId="2147483675"/>
              <ac:spMk id="5" creationId="{00000000-0000-0000-0000-000000000000}"/>
            </ac:spMkLst>
          </pc:spChg>
        </pc:sldLayoutChg>
        <pc:sldLayoutChg chg="modSp mod">
          <pc:chgData name="Bara Hamadeh" userId="S::b_hamadeh@asu.edu.jo::ba91a99f-f3ba-46e6-ad5d-582794b375a9" providerId="AD" clId="Web-{B3AB1C50-635D-59A1-A42C-3A5F4A719C40}" dt="2024-02-25T23:06:01.369" v="50"/>
          <pc:sldLayoutMkLst>
            <pc:docMk/>
            <pc:sldMasterMk cId="1719295273" sldId="2147483672"/>
            <pc:sldLayoutMk cId="1555795183" sldId="2147483676"/>
          </pc:sldLayoutMkLst>
          <pc:spChg chg="mod">
            <ac:chgData name="Bara Hamadeh" userId="S::b_hamadeh@asu.edu.jo::ba91a99f-f3ba-46e6-ad5d-582794b375a9" providerId="AD" clId="Web-{B3AB1C50-635D-59A1-A42C-3A5F4A719C40}" dt="2024-02-25T23:06:01.369" v="50"/>
            <ac:spMkLst>
              <pc:docMk/>
              <pc:sldMasterMk cId="1719295273" sldId="2147483672"/>
              <pc:sldLayoutMk cId="1555795183" sldId="2147483676"/>
              <ac:spMk id="6" creationId="{00000000-0000-0000-0000-000000000000}"/>
            </ac:spMkLst>
          </pc:spChg>
        </pc:sldLayoutChg>
        <pc:sldLayoutChg chg="modSp mod">
          <pc:chgData name="Bara Hamadeh" userId="S::b_hamadeh@asu.edu.jo::ba91a99f-f3ba-46e6-ad5d-582794b375a9" providerId="AD" clId="Web-{B3AB1C50-635D-59A1-A42C-3A5F4A719C40}" dt="2024-02-25T23:06:01.369" v="50"/>
          <pc:sldLayoutMkLst>
            <pc:docMk/>
            <pc:sldMasterMk cId="1719295273" sldId="2147483672"/>
            <pc:sldLayoutMk cId="3154714844" sldId="2147483677"/>
          </pc:sldLayoutMkLst>
          <pc:spChg chg="mod">
            <ac:chgData name="Bara Hamadeh" userId="S::b_hamadeh@asu.edu.jo::ba91a99f-f3ba-46e6-ad5d-582794b375a9" providerId="AD" clId="Web-{B3AB1C50-635D-59A1-A42C-3A5F4A719C40}" dt="2024-02-25T23:06:01.369" v="50"/>
            <ac:spMkLst>
              <pc:docMk/>
              <pc:sldMasterMk cId="1719295273" sldId="2147483672"/>
              <pc:sldLayoutMk cId="3154714844" sldId="2147483677"/>
              <ac:spMk id="8" creationId="{00000000-0000-0000-0000-000000000000}"/>
            </ac:spMkLst>
          </pc:spChg>
        </pc:sldLayoutChg>
        <pc:sldLayoutChg chg="modSp mod">
          <pc:chgData name="Bara Hamadeh" userId="S::b_hamadeh@asu.edu.jo::ba91a99f-f3ba-46e6-ad5d-582794b375a9" providerId="AD" clId="Web-{B3AB1C50-635D-59A1-A42C-3A5F4A719C40}" dt="2024-02-25T23:06:01.369" v="50"/>
          <pc:sldLayoutMkLst>
            <pc:docMk/>
            <pc:sldMasterMk cId="1719295273" sldId="2147483672"/>
            <pc:sldLayoutMk cId="1943265441" sldId="2147483678"/>
          </pc:sldLayoutMkLst>
          <pc:spChg chg="mod">
            <ac:chgData name="Bara Hamadeh" userId="S::b_hamadeh@asu.edu.jo::ba91a99f-f3ba-46e6-ad5d-582794b375a9" providerId="AD" clId="Web-{B3AB1C50-635D-59A1-A42C-3A5F4A719C40}" dt="2024-02-25T23:06:01.369" v="50"/>
            <ac:spMkLst>
              <pc:docMk/>
              <pc:sldMasterMk cId="1719295273" sldId="2147483672"/>
              <pc:sldLayoutMk cId="1943265441" sldId="2147483678"/>
              <ac:spMk id="4" creationId="{00000000-0000-0000-0000-000000000000}"/>
            </ac:spMkLst>
          </pc:spChg>
        </pc:sldLayoutChg>
        <pc:sldLayoutChg chg="modSp mod">
          <pc:chgData name="Bara Hamadeh" userId="S::b_hamadeh@asu.edu.jo::ba91a99f-f3ba-46e6-ad5d-582794b375a9" providerId="AD" clId="Web-{B3AB1C50-635D-59A1-A42C-3A5F4A719C40}" dt="2024-02-25T23:06:01.369" v="50"/>
          <pc:sldLayoutMkLst>
            <pc:docMk/>
            <pc:sldMasterMk cId="1719295273" sldId="2147483672"/>
            <pc:sldLayoutMk cId="1103728720" sldId="2147483679"/>
          </pc:sldLayoutMkLst>
          <pc:spChg chg="mod">
            <ac:chgData name="Bara Hamadeh" userId="S::b_hamadeh@asu.edu.jo::ba91a99f-f3ba-46e6-ad5d-582794b375a9" providerId="AD" clId="Web-{B3AB1C50-635D-59A1-A42C-3A5F4A719C40}" dt="2024-02-25T23:06:01.369" v="50"/>
            <ac:spMkLst>
              <pc:docMk/>
              <pc:sldMasterMk cId="1719295273" sldId="2147483672"/>
              <pc:sldLayoutMk cId="1103728720" sldId="2147483679"/>
              <ac:spMk id="8" creationId="{00000000-0000-0000-0000-000000000000}"/>
            </ac:spMkLst>
          </pc:spChg>
        </pc:sldLayoutChg>
        <pc:sldLayoutChg chg="modSp mod">
          <pc:chgData name="Bara Hamadeh" userId="S::b_hamadeh@asu.edu.jo::ba91a99f-f3ba-46e6-ad5d-582794b375a9" providerId="AD" clId="Web-{B3AB1C50-635D-59A1-A42C-3A5F4A719C40}" dt="2024-02-25T23:06:01.369" v="50"/>
          <pc:sldLayoutMkLst>
            <pc:docMk/>
            <pc:sldMasterMk cId="1719295273" sldId="2147483672"/>
            <pc:sldLayoutMk cId="3199667561" sldId="2147483680"/>
          </pc:sldLayoutMkLst>
          <pc:spChg chg="mod">
            <ac:chgData name="Bara Hamadeh" userId="S::b_hamadeh@asu.edu.jo::ba91a99f-f3ba-46e6-ad5d-582794b375a9" providerId="AD" clId="Web-{B3AB1C50-635D-59A1-A42C-3A5F4A719C40}" dt="2024-02-25T23:06:01.369" v="50"/>
            <ac:spMkLst>
              <pc:docMk/>
              <pc:sldMasterMk cId="1719295273" sldId="2147483672"/>
              <pc:sldLayoutMk cId="3199667561" sldId="2147483680"/>
              <ac:spMk id="6" creationId="{00000000-0000-0000-0000-000000000000}"/>
            </ac:spMkLst>
          </pc:spChg>
        </pc:sldLayoutChg>
        <pc:sldLayoutChg chg="modSp mod">
          <pc:chgData name="Bara Hamadeh" userId="S::b_hamadeh@asu.edu.jo::ba91a99f-f3ba-46e6-ad5d-582794b375a9" providerId="AD" clId="Web-{B3AB1C50-635D-59A1-A42C-3A5F4A719C40}" dt="2024-02-25T23:06:01.369" v="50"/>
          <pc:sldLayoutMkLst>
            <pc:docMk/>
            <pc:sldMasterMk cId="1719295273" sldId="2147483672"/>
            <pc:sldLayoutMk cId="1593807278" sldId="2147483681"/>
          </pc:sldLayoutMkLst>
          <pc:spChg chg="mod">
            <ac:chgData name="Bara Hamadeh" userId="S::b_hamadeh@asu.edu.jo::ba91a99f-f3ba-46e6-ad5d-582794b375a9" providerId="AD" clId="Web-{B3AB1C50-635D-59A1-A42C-3A5F4A719C40}" dt="2024-02-25T23:06:01.369" v="50"/>
            <ac:spMkLst>
              <pc:docMk/>
              <pc:sldMasterMk cId="1719295273" sldId="2147483672"/>
              <pc:sldLayoutMk cId="1593807278" sldId="2147483681"/>
              <ac:spMk id="6" creationId="{00000000-0000-0000-0000-000000000000}"/>
            </ac:spMkLst>
          </pc:spChg>
        </pc:sldLayoutChg>
        <pc:sldLayoutChg chg="modSp mod">
          <pc:chgData name="Bara Hamadeh" userId="S::b_hamadeh@asu.edu.jo::ba91a99f-f3ba-46e6-ad5d-582794b375a9" providerId="AD" clId="Web-{B3AB1C50-635D-59A1-A42C-3A5F4A719C40}" dt="2024-02-25T23:06:01.369" v="50"/>
          <pc:sldLayoutMkLst>
            <pc:docMk/>
            <pc:sldMasterMk cId="1719295273" sldId="2147483672"/>
            <pc:sldLayoutMk cId="4052592978" sldId="2147483682"/>
          </pc:sldLayoutMkLst>
          <pc:spChg chg="mod">
            <ac:chgData name="Bara Hamadeh" userId="S::b_hamadeh@asu.edu.jo::ba91a99f-f3ba-46e6-ad5d-582794b375a9" providerId="AD" clId="Web-{B3AB1C50-635D-59A1-A42C-3A5F4A719C40}" dt="2024-02-25T23:06:01.369" v="50"/>
            <ac:spMkLst>
              <pc:docMk/>
              <pc:sldMasterMk cId="1719295273" sldId="2147483672"/>
              <pc:sldLayoutMk cId="4052592978" sldId="2147483682"/>
              <ac:spMk id="5" creationId="{00000000-0000-0000-0000-000000000000}"/>
            </ac:spMkLst>
          </pc:spChg>
        </pc:sldLayoutChg>
        <pc:sldLayoutChg chg="modSp mod">
          <pc:chgData name="Bara Hamadeh" userId="S::b_hamadeh@asu.edu.jo::ba91a99f-f3ba-46e6-ad5d-582794b375a9" providerId="AD" clId="Web-{B3AB1C50-635D-59A1-A42C-3A5F4A719C40}" dt="2024-02-25T23:06:01.369" v="50"/>
          <pc:sldLayoutMkLst>
            <pc:docMk/>
            <pc:sldMasterMk cId="1719295273" sldId="2147483672"/>
            <pc:sldLayoutMk cId="2606264647" sldId="2147483683"/>
          </pc:sldLayoutMkLst>
          <pc:spChg chg="mod">
            <ac:chgData name="Bara Hamadeh" userId="S::b_hamadeh@asu.edu.jo::ba91a99f-f3ba-46e6-ad5d-582794b375a9" providerId="AD" clId="Web-{B3AB1C50-635D-59A1-A42C-3A5F4A719C40}" dt="2024-02-25T23:06:01.369" v="50"/>
            <ac:spMkLst>
              <pc:docMk/>
              <pc:sldMasterMk cId="1719295273" sldId="2147483672"/>
              <pc:sldLayoutMk cId="2606264647" sldId="2147483683"/>
              <ac:spMk id="5"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5B87DE-9E73-458A-8E46-5005C259709B}" type="datetimeFigureOut">
              <a:rPr lang="en-US" smtClean="0"/>
              <a:t>2/26/2024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5C0B3B-8708-4C1B-BF63-D2C17A953311}" type="slidenum">
              <a:rPr lang="en-US" smtClean="0"/>
              <a:t>‹#›</a:t>
            </a:fld>
            <a:endParaRPr lang="en-US"/>
          </a:p>
        </p:txBody>
      </p:sp>
    </p:spTree>
    <p:extLst>
      <p:ext uri="{BB962C8B-B14F-4D97-AF65-F5344CB8AC3E}">
        <p14:creationId xmlns:p14="http://schemas.microsoft.com/office/powerpoint/2010/main" val="33823561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5C0B3B-8708-4C1B-BF63-D2C17A953311}" type="slidenum">
              <a:rPr lang="en-US" smtClean="0"/>
              <a:t>3</a:t>
            </a:fld>
            <a:endParaRPr lang="en-US"/>
          </a:p>
        </p:txBody>
      </p:sp>
    </p:spTree>
    <p:extLst>
      <p:ext uri="{BB962C8B-B14F-4D97-AF65-F5344CB8AC3E}">
        <p14:creationId xmlns:p14="http://schemas.microsoft.com/office/powerpoint/2010/main" val="1586113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5C0B3B-8708-4C1B-BF63-D2C17A953311}" type="slidenum">
              <a:rPr lang="en-US" smtClean="0"/>
              <a:t>4</a:t>
            </a:fld>
            <a:endParaRPr lang="en-US"/>
          </a:p>
        </p:txBody>
      </p:sp>
    </p:spTree>
    <p:extLst>
      <p:ext uri="{BB962C8B-B14F-4D97-AF65-F5344CB8AC3E}">
        <p14:creationId xmlns:p14="http://schemas.microsoft.com/office/powerpoint/2010/main" val="3020340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5C0B3B-8708-4C1B-BF63-D2C17A953311}" type="slidenum">
              <a:rPr lang="en-US" smtClean="0"/>
              <a:t>28</a:t>
            </a:fld>
            <a:endParaRPr lang="en-US"/>
          </a:p>
        </p:txBody>
      </p:sp>
    </p:spTree>
    <p:extLst>
      <p:ext uri="{BB962C8B-B14F-4D97-AF65-F5344CB8AC3E}">
        <p14:creationId xmlns:p14="http://schemas.microsoft.com/office/powerpoint/2010/main" val="6521888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03BE2A-8381-40C9-B3D6-6229E5CD3030}" type="datetime1">
              <a:rPr lang="en-US" smtClean="0"/>
              <a:t>2/26/2024</a:t>
            </a:fld>
            <a:endParaRPr lang="en-US"/>
          </a:p>
        </p:txBody>
      </p:sp>
      <p:sp>
        <p:nvSpPr>
          <p:cNvPr id="5" name="Footer Placeholder 4"/>
          <p:cNvSpPr>
            <a:spLocks noGrp="1"/>
          </p:cNvSpPr>
          <p:nvPr>
            <p:ph type="ftr" sz="quarter" idx="11"/>
          </p:nvPr>
        </p:nvSpPr>
        <p:spPr/>
        <p:txBody>
          <a:bodyPr/>
          <a:lstStyle/>
          <a:p>
            <a:r>
              <a:rPr lang="en-US"/>
              <a:t>Edited and Reviewed By: I. Bara' Qadomi &amp; I. Bara' Hamadah (FIT, Applied Science Private University)</a:t>
            </a:r>
          </a:p>
        </p:txBody>
      </p:sp>
      <p:sp>
        <p:nvSpPr>
          <p:cNvPr id="6" name="Slide Number Placeholder 5"/>
          <p:cNvSpPr>
            <a:spLocks noGrp="1"/>
          </p:cNvSpPr>
          <p:nvPr>
            <p:ph type="sldNum" sz="quarter" idx="12"/>
          </p:nvPr>
        </p:nvSpPr>
        <p:spPr/>
        <p:txBody>
          <a:bodyPr/>
          <a:lstStyle/>
          <a:p>
            <a:fld id="{CC396071-E751-40D2-A926-BDB6331B5672}"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3694222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A062AF-8B3E-4DB9-828D-83ADE13B6805}" type="datetime1">
              <a:rPr lang="en-US" smtClean="0"/>
              <a:t>2/26/2024</a:t>
            </a:fld>
            <a:endParaRPr lang="en-US"/>
          </a:p>
        </p:txBody>
      </p:sp>
      <p:sp>
        <p:nvSpPr>
          <p:cNvPr id="5" name="Footer Placeholder 4"/>
          <p:cNvSpPr>
            <a:spLocks noGrp="1"/>
          </p:cNvSpPr>
          <p:nvPr>
            <p:ph type="ftr" sz="quarter" idx="11"/>
          </p:nvPr>
        </p:nvSpPr>
        <p:spPr/>
        <p:txBody>
          <a:bodyPr/>
          <a:lstStyle/>
          <a:p>
            <a:r>
              <a:rPr lang="en-US"/>
              <a:t>Edited and Reviewed By: I. Bara' Qadomi &amp; I. Bara' Hamadah (FIT, Applied Science Private University)</a:t>
            </a:r>
          </a:p>
        </p:txBody>
      </p:sp>
      <p:sp>
        <p:nvSpPr>
          <p:cNvPr id="6" name="Slide Number Placeholder 5"/>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543625086"/>
      </p:ext>
    </p:extLst>
  </p:cSld>
  <p:clrMapOvr>
    <a:masterClrMapping/>
  </p:clrMapOvr>
  <p:hf sldNum="0" hd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99FF2BB-DF0E-4B1C-ACD2-7C019724981D}" type="datetime1">
              <a:rPr lang="en-US" smtClean="0"/>
              <a:t>2/26/2024</a:t>
            </a:fld>
            <a:endParaRPr lang="en-US"/>
          </a:p>
        </p:txBody>
      </p:sp>
      <p:sp>
        <p:nvSpPr>
          <p:cNvPr id="5" name="Footer Placeholder 4"/>
          <p:cNvSpPr>
            <a:spLocks noGrp="1"/>
          </p:cNvSpPr>
          <p:nvPr>
            <p:ph type="ftr" sz="quarter" idx="11"/>
          </p:nvPr>
        </p:nvSpPr>
        <p:spPr/>
        <p:txBody>
          <a:bodyPr/>
          <a:lstStyle/>
          <a:p>
            <a:r>
              <a:rPr lang="en-US"/>
              <a:t>Edited and Reviewed By: I. Bara' Qadomi &amp; I. Bara' Hamadah (FIT, Applied Science Private University)</a:t>
            </a:r>
          </a:p>
        </p:txBody>
      </p:sp>
      <p:sp>
        <p:nvSpPr>
          <p:cNvPr id="6" name="Slide Number Placeholder 5"/>
          <p:cNvSpPr>
            <a:spLocks noGrp="1"/>
          </p:cNvSpPr>
          <p:nvPr>
            <p:ph type="sldNum" sz="quarter" idx="12"/>
          </p:nvPr>
        </p:nvSpPr>
        <p:spPr/>
        <p:txBody>
          <a:bodyPr/>
          <a:lstStyle/>
          <a:p>
            <a:fld id="{CC396071-E751-40D2-A926-BDB6331B5672}"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5053800"/>
      </p:ext>
    </p:extLst>
  </p:cSld>
  <p:clrMapOvr>
    <a:masterClrMapping/>
  </p:clrMapOvr>
  <p:hf sldNum="0"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05A3755-EACB-46D1-BFD1-81FC7701AE8C}" type="datetime1">
              <a:rPr lang="en-US" smtClean="0"/>
              <a:t>2/26/2024</a:t>
            </a:fld>
            <a:endParaRPr lang="en-US"/>
          </a:p>
        </p:txBody>
      </p:sp>
      <p:sp>
        <p:nvSpPr>
          <p:cNvPr id="6" name="Footer Placeholder 5"/>
          <p:cNvSpPr>
            <a:spLocks noGrp="1"/>
          </p:cNvSpPr>
          <p:nvPr>
            <p:ph type="ftr" sz="quarter" idx="11"/>
          </p:nvPr>
        </p:nvSpPr>
        <p:spPr/>
        <p:txBody>
          <a:bodyPr/>
          <a:lstStyle/>
          <a:p>
            <a:r>
              <a:rPr lang="en-US"/>
              <a:t>Edited and Reviewed By: I. Bara' Qadomi &amp; I. Bara' Hamadah (FIT, Applied Science Private University)</a:t>
            </a:r>
          </a:p>
        </p:txBody>
      </p:sp>
      <p:sp>
        <p:nvSpPr>
          <p:cNvPr id="7" name="Slide Number Placeholder 6"/>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1555795183"/>
      </p:ext>
    </p:extLst>
  </p:cSld>
  <p:clrMapOvr>
    <a:masterClrMapping/>
  </p:clrMapOvr>
  <p:hf sldNum="0"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A75FC37-99B6-4B88-B98A-9BD403B4378A}" type="datetime1">
              <a:rPr lang="en-US" smtClean="0"/>
              <a:t>2/26/2024</a:t>
            </a:fld>
            <a:endParaRPr lang="en-US"/>
          </a:p>
        </p:txBody>
      </p:sp>
      <p:sp>
        <p:nvSpPr>
          <p:cNvPr id="8" name="Footer Placeholder 7"/>
          <p:cNvSpPr>
            <a:spLocks noGrp="1"/>
          </p:cNvSpPr>
          <p:nvPr>
            <p:ph type="ftr" sz="quarter" idx="11"/>
          </p:nvPr>
        </p:nvSpPr>
        <p:spPr/>
        <p:txBody>
          <a:bodyPr/>
          <a:lstStyle/>
          <a:p>
            <a:r>
              <a:rPr lang="en-US"/>
              <a:t>Edited and Reviewed By: I. Bara' Qadomi &amp; I. Bara' Hamadah (FIT, Applied Science Private University)</a:t>
            </a:r>
          </a:p>
        </p:txBody>
      </p:sp>
      <p:sp>
        <p:nvSpPr>
          <p:cNvPr id="9" name="Slide Number Placeholder 8"/>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3154714844"/>
      </p:ext>
    </p:extLst>
  </p:cSld>
  <p:clrMapOvr>
    <a:masterClrMapping/>
  </p:clrMapOvr>
  <p:hf sldNum="0"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55CDD88-3789-4638-AB8D-650CA7D4E8A9}" type="datetime1">
              <a:rPr lang="en-US" smtClean="0"/>
              <a:t>2/26/2024</a:t>
            </a:fld>
            <a:endParaRPr lang="en-US"/>
          </a:p>
        </p:txBody>
      </p:sp>
      <p:sp>
        <p:nvSpPr>
          <p:cNvPr id="4" name="Footer Placeholder 3"/>
          <p:cNvSpPr>
            <a:spLocks noGrp="1"/>
          </p:cNvSpPr>
          <p:nvPr>
            <p:ph type="ftr" sz="quarter" idx="11"/>
          </p:nvPr>
        </p:nvSpPr>
        <p:spPr/>
        <p:txBody>
          <a:bodyPr/>
          <a:lstStyle/>
          <a:p>
            <a:r>
              <a:rPr lang="en-US"/>
              <a:t>Edited and Reviewed By: I. Bara' Qadomi &amp; I. Bara' Hamadah (FIT, Applied Science Private University)</a:t>
            </a:r>
          </a:p>
        </p:txBody>
      </p:sp>
      <p:sp>
        <p:nvSpPr>
          <p:cNvPr id="5" name="Slide Number Placeholder 4"/>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1943265441"/>
      </p:ext>
    </p:extLst>
  </p:cSld>
  <p:clrMapOvr>
    <a:masterClrMapping/>
  </p:clrMapOvr>
  <p:hf sldNum="0" hd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2A04F46A-2CA9-4AE5-AF29-103B9F7CEC13}" type="datetime1">
              <a:rPr lang="en-US" smtClean="0"/>
              <a:t>2/26/2024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a:t>Edited and Reviewed By: I. Bara' Qadomi &amp; I. Bara' Hamadah (FIT, Applied Science Private University)</a:t>
            </a:r>
          </a:p>
        </p:txBody>
      </p:sp>
      <p:sp>
        <p:nvSpPr>
          <p:cNvPr id="9" name="Slide Number Placeholder 8"/>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1103728720"/>
      </p:ext>
    </p:extLst>
  </p:cSld>
  <p:clrMapOvr>
    <a:masterClrMapping/>
  </p:clrMapOvr>
  <p:hf sldNum="0" hd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8C4C7BBA-DF5C-454A-B94F-8E4E2F8638DD}" type="datetime1">
              <a:rPr lang="en-US" smtClean="0"/>
              <a:t>2/26/2024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a:t>Edited and Reviewed By: I. Bara' Qadomi &amp; I. Bara' Hamadah (FIT, Applied Science Private University)</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C396071-E751-40D2-A926-BDB6331B5672}" type="slidenum">
              <a:rPr lang="en-US" smtClean="0"/>
              <a:t>‹#›</a:t>
            </a:fld>
            <a:endParaRPr lang="en-US"/>
          </a:p>
        </p:txBody>
      </p:sp>
    </p:spTree>
    <p:extLst>
      <p:ext uri="{BB962C8B-B14F-4D97-AF65-F5344CB8AC3E}">
        <p14:creationId xmlns:p14="http://schemas.microsoft.com/office/powerpoint/2010/main" val="3199667561"/>
      </p:ext>
    </p:extLst>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FDE9E84-9BE9-4967-ADFE-B13858CEC510}" type="datetime1">
              <a:rPr lang="en-US" smtClean="0"/>
              <a:t>2/26/2024</a:t>
            </a:fld>
            <a:endParaRPr lang="en-US"/>
          </a:p>
        </p:txBody>
      </p:sp>
      <p:sp>
        <p:nvSpPr>
          <p:cNvPr id="6" name="Footer Placeholder 5"/>
          <p:cNvSpPr>
            <a:spLocks noGrp="1"/>
          </p:cNvSpPr>
          <p:nvPr>
            <p:ph type="ftr" sz="quarter" idx="11"/>
          </p:nvPr>
        </p:nvSpPr>
        <p:spPr/>
        <p:txBody>
          <a:bodyPr/>
          <a:lstStyle/>
          <a:p>
            <a:r>
              <a:rPr lang="en-US"/>
              <a:t>Edited and Reviewed By: I. Bara' Qadomi &amp; I. Bara' Hamadah (FIT, Applied Science Private University)</a:t>
            </a:r>
          </a:p>
        </p:txBody>
      </p:sp>
      <p:sp>
        <p:nvSpPr>
          <p:cNvPr id="7" name="Slide Number Placeholder 6"/>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1593807278"/>
      </p:ext>
    </p:extLst>
  </p:cSld>
  <p:clrMapOvr>
    <a:masterClrMapping/>
  </p:clrMapOvr>
  <p:hf sldNum="0"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B2448B-D712-4438-B98F-BC01B3FC3196}" type="datetime1">
              <a:rPr lang="en-US" smtClean="0"/>
              <a:t>2/26/2024</a:t>
            </a:fld>
            <a:endParaRPr lang="en-US"/>
          </a:p>
        </p:txBody>
      </p:sp>
      <p:sp>
        <p:nvSpPr>
          <p:cNvPr id="5" name="Footer Placeholder 4"/>
          <p:cNvSpPr>
            <a:spLocks noGrp="1"/>
          </p:cNvSpPr>
          <p:nvPr>
            <p:ph type="ftr" sz="quarter" idx="11"/>
          </p:nvPr>
        </p:nvSpPr>
        <p:spPr/>
        <p:txBody>
          <a:bodyPr/>
          <a:lstStyle/>
          <a:p>
            <a:r>
              <a:rPr lang="en-US"/>
              <a:t>Edited and Reviewed By: I. Bara' Qadomi &amp; I. Bara' Hamadah (FIT, Applied Science Private University)</a:t>
            </a:r>
          </a:p>
        </p:txBody>
      </p:sp>
      <p:sp>
        <p:nvSpPr>
          <p:cNvPr id="6" name="Slide Number Placeholder 5"/>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4052592978"/>
      </p:ext>
    </p:extLst>
  </p:cSld>
  <p:clrMapOvr>
    <a:masterClrMapping/>
  </p:clrMapOvr>
  <p:hf sldNum="0" hd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AA2A8D3-2D4A-40A6-A64D-6BFF16A79ACA}" type="datetime1">
              <a:rPr lang="en-US" smtClean="0"/>
              <a:t>2/26/2024</a:t>
            </a:fld>
            <a:endParaRPr lang="en-US"/>
          </a:p>
        </p:txBody>
      </p:sp>
      <p:sp>
        <p:nvSpPr>
          <p:cNvPr id="5" name="Footer Placeholder 4"/>
          <p:cNvSpPr>
            <a:spLocks noGrp="1"/>
          </p:cNvSpPr>
          <p:nvPr>
            <p:ph type="ftr" sz="quarter" idx="11"/>
          </p:nvPr>
        </p:nvSpPr>
        <p:spPr/>
        <p:txBody>
          <a:bodyPr/>
          <a:lstStyle/>
          <a:p>
            <a:r>
              <a:rPr lang="en-US"/>
              <a:t>Edited and Reviewed By: I. Bara' Qadomi &amp; I. Bara' Hamadah (FIT, Applied Science Private University)</a:t>
            </a:r>
          </a:p>
        </p:txBody>
      </p:sp>
      <p:sp>
        <p:nvSpPr>
          <p:cNvPr id="6" name="Slide Number Placeholder 5"/>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2606264647"/>
      </p:ext>
    </p:extLst>
  </p:cSld>
  <p:clrMapOvr>
    <a:masterClrMapping/>
  </p:clrMapOvr>
  <p:hf sldNum="0"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348791" y="286603"/>
            <a:ext cx="11481847"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48791" y="1845734"/>
            <a:ext cx="11481847" cy="4023360"/>
          </a:xfrm>
          <a:prstGeom prst="rect">
            <a:avLst/>
          </a:prstGeom>
        </p:spPr>
        <p:txBody>
          <a:bodyPr vert="horz" lIns="0" tIns="45720" rIns="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348792" y="6459785"/>
            <a:ext cx="2422688" cy="365125"/>
          </a:xfrm>
          <a:prstGeom prst="rect">
            <a:avLst/>
          </a:prstGeom>
        </p:spPr>
        <p:txBody>
          <a:bodyPr vert="horz" lIns="91440" tIns="45720" rIns="91440" bIns="45720" rtlCol="0" anchor="ctr"/>
          <a:lstStyle>
            <a:lvl1pPr algn="l">
              <a:defRPr sz="900">
                <a:solidFill>
                  <a:srgbClr val="FFFFFF"/>
                </a:solidFill>
              </a:defRPr>
            </a:lvl1pPr>
          </a:lstStyle>
          <a:p>
            <a:fld id="{E78F382D-057B-4A0C-9363-4D711C8934E2}" type="datetime1">
              <a:rPr lang="en-US" smtClean="0"/>
              <a:t>2/26/2024</a:t>
            </a:fld>
            <a:endParaRPr lang="en-US" dirty="0"/>
          </a:p>
        </p:txBody>
      </p:sp>
      <p:sp>
        <p:nvSpPr>
          <p:cNvPr id="5" name="Footer Placeholder 4"/>
          <p:cNvSpPr>
            <a:spLocks noGrp="1"/>
          </p:cNvSpPr>
          <p:nvPr>
            <p:ph type="ftr" sz="quarter" idx="3"/>
          </p:nvPr>
        </p:nvSpPr>
        <p:spPr>
          <a:xfrm>
            <a:off x="2846895" y="6459785"/>
            <a:ext cx="6966408"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dirty="0"/>
              <a:t>Edited and Reviewed By: I. Bara' Qadomi &amp; I. Bara' Hamadah (FIT, Applied Science Private University)</a:t>
            </a:r>
          </a:p>
        </p:txBody>
      </p:sp>
      <p:sp>
        <p:nvSpPr>
          <p:cNvPr id="6" name="Slide Number Placeholder 5"/>
          <p:cNvSpPr>
            <a:spLocks noGrp="1"/>
          </p:cNvSpPr>
          <p:nvPr>
            <p:ph type="sldNum" sz="quarter" idx="4"/>
          </p:nvPr>
        </p:nvSpPr>
        <p:spPr>
          <a:xfrm>
            <a:off x="9900458" y="6459785"/>
            <a:ext cx="1930180" cy="365125"/>
          </a:xfrm>
          <a:prstGeom prst="rect">
            <a:avLst/>
          </a:prstGeom>
        </p:spPr>
        <p:txBody>
          <a:bodyPr vert="horz" lIns="91440" tIns="45720" rIns="91440" bIns="45720" rtlCol="0" anchor="ctr"/>
          <a:lstStyle>
            <a:lvl1pPr algn="r">
              <a:defRPr sz="1050">
                <a:solidFill>
                  <a:srgbClr val="FFFFFF"/>
                </a:solidFill>
              </a:defRPr>
            </a:lvl1pPr>
          </a:lstStyle>
          <a:p>
            <a:fld id="{CC396071-E751-40D2-A926-BDB6331B5672}" type="slidenum">
              <a:rPr lang="en-US" smtClean="0"/>
              <a:t>‹#›</a:t>
            </a:fld>
            <a:endParaRPr lang="en-US"/>
          </a:p>
        </p:txBody>
      </p:sp>
      <p:cxnSp>
        <p:nvCxnSpPr>
          <p:cNvPr id="10" name="Straight Connector 9"/>
          <p:cNvCxnSpPr>
            <a:cxnSpLocks/>
          </p:cNvCxnSpPr>
          <p:nvPr/>
        </p:nvCxnSpPr>
        <p:spPr>
          <a:xfrm flipV="1">
            <a:off x="348791" y="1737360"/>
            <a:ext cx="11481847" cy="485"/>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929527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180000" indent="-360000" algn="l" defTabSz="914400" rtl="0" eaLnBrk="1" latinLnBrk="0" hangingPunct="1">
        <a:lnSpc>
          <a:spcPct val="100000"/>
        </a:lnSpc>
        <a:spcBef>
          <a:spcPts val="1200"/>
        </a:spcBef>
        <a:spcAft>
          <a:spcPts val="200"/>
        </a:spcAft>
        <a:buClr>
          <a:schemeClr val="accent1"/>
        </a:buClr>
        <a:buSzPct val="100000"/>
        <a:buFont typeface="Wingdings" panose="05000000000000000000" pitchFamily="2" charset="2"/>
        <a:buChar char="§"/>
        <a:defRPr sz="2400" kern="1200">
          <a:solidFill>
            <a:schemeClr val="tx1">
              <a:lumMod val="75000"/>
              <a:lumOff val="25000"/>
            </a:schemeClr>
          </a:solidFill>
          <a:latin typeface="+mn-lt"/>
          <a:ea typeface="+mn-ea"/>
          <a:cs typeface="+mn-cs"/>
        </a:defRPr>
      </a:lvl1pPr>
      <a:lvl2pPr marL="720000" indent="-360000" algn="l" defTabSz="914400" rtl="0" eaLnBrk="1" latinLnBrk="0" hangingPunct="1">
        <a:lnSpc>
          <a:spcPct val="100000"/>
        </a:lnSpc>
        <a:spcBef>
          <a:spcPts val="200"/>
        </a:spcBef>
        <a:spcAft>
          <a:spcPts val="400"/>
        </a:spcAft>
        <a:buClr>
          <a:schemeClr val="accent1"/>
        </a:buClr>
        <a:buFont typeface="Arial" panose="020B0604020202020204" pitchFamily="34" charset="0"/>
        <a:buChar char="•"/>
        <a:defRPr sz="2200" kern="1200">
          <a:solidFill>
            <a:schemeClr val="tx1">
              <a:lumMod val="75000"/>
              <a:lumOff val="25000"/>
            </a:schemeClr>
          </a:solidFill>
          <a:latin typeface="+mn-lt"/>
          <a:ea typeface="+mn-ea"/>
          <a:cs typeface="+mn-cs"/>
        </a:defRPr>
      </a:lvl2pPr>
      <a:lvl3pPr marL="1080000" indent="-360000" algn="l" defTabSz="914400" rtl="0" eaLnBrk="1" latinLnBrk="0" hangingPunct="1">
        <a:lnSpc>
          <a:spcPct val="100000"/>
        </a:lnSpc>
        <a:spcBef>
          <a:spcPts val="200"/>
        </a:spcBef>
        <a:spcAft>
          <a:spcPts val="400"/>
        </a:spcAft>
        <a:buClr>
          <a:schemeClr val="accent1"/>
        </a:buClr>
        <a:buFont typeface="Calibri" pitchFamily="34" charset="0"/>
        <a:buChar char="◦"/>
        <a:defRPr sz="20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426FD-D193-2F6D-1700-2CC522B16D18}"/>
              </a:ext>
            </a:extLst>
          </p:cNvPr>
          <p:cNvSpPr>
            <a:spLocks noGrp="1"/>
          </p:cNvSpPr>
          <p:nvPr>
            <p:ph type="ctrTitle"/>
          </p:nvPr>
        </p:nvSpPr>
        <p:spPr>
          <a:xfrm>
            <a:off x="1097280" y="758952"/>
            <a:ext cx="10058400" cy="3566160"/>
          </a:xfrm>
        </p:spPr>
        <p:txBody>
          <a:bodyPr/>
          <a:lstStyle/>
          <a:p>
            <a:r>
              <a:rPr lang="en-US" dirty="0">
                <a:cs typeface="Arial"/>
              </a:rPr>
              <a:t>Fundamental Programming in JAVA</a:t>
            </a:r>
          </a:p>
        </p:txBody>
      </p:sp>
      <p:sp>
        <p:nvSpPr>
          <p:cNvPr id="3" name="Subtitle 2">
            <a:extLst>
              <a:ext uri="{FF2B5EF4-FFF2-40B4-BE49-F238E27FC236}">
                <a16:creationId xmlns:a16="http://schemas.microsoft.com/office/drawing/2014/main" id="{F67DB7FE-4890-3792-0238-F23914BC3E4F}"/>
              </a:ext>
            </a:extLst>
          </p:cNvPr>
          <p:cNvSpPr>
            <a:spLocks noGrp="1"/>
          </p:cNvSpPr>
          <p:nvPr>
            <p:ph type="subTitle" idx="1"/>
          </p:nvPr>
        </p:nvSpPr>
        <p:spPr>
          <a:xfrm>
            <a:off x="1100051" y="4455621"/>
            <a:ext cx="10058400" cy="1143000"/>
          </a:xfrm>
        </p:spPr>
        <p:txBody>
          <a:bodyPr vert="horz" lIns="91440" tIns="45720" rIns="91440" bIns="45720" rtlCol="0" anchor="t">
            <a:normAutofit/>
          </a:bodyPr>
          <a:lstStyle/>
          <a:p>
            <a:r>
              <a:rPr lang="en-US" dirty="0">
                <a:cs typeface="Arial"/>
              </a:rPr>
              <a:t>Polymorphism</a:t>
            </a:r>
          </a:p>
          <a:p>
            <a:endParaRPr lang="en-US" altLang="ar-SA" dirty="0">
              <a:cs typeface="Arial"/>
            </a:endParaRPr>
          </a:p>
          <a:p>
            <a:endParaRPr lang="en-US" dirty="0"/>
          </a:p>
        </p:txBody>
      </p:sp>
    </p:spTree>
    <p:extLst>
      <p:ext uri="{BB962C8B-B14F-4D97-AF65-F5344CB8AC3E}">
        <p14:creationId xmlns:p14="http://schemas.microsoft.com/office/powerpoint/2010/main" val="985562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ar-SA" dirty="0"/>
              <a:t>Objectives</a:t>
            </a:r>
            <a:endParaRPr lang="en-US" dirty="0"/>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023360"/>
          </a:xfrm>
        </p:spPr>
        <p:txBody>
          <a:bodyPr>
            <a:normAutofit/>
          </a:bodyPr>
          <a:lstStyle/>
          <a:p>
            <a:pPr marL="342900" lvl="1" indent="-342900">
              <a:buFont typeface="Wingdings" panose="05000000000000000000" pitchFamily="2" charset="2"/>
              <a:buChar char="§"/>
              <a:tabLst>
                <a:tab pos="444500" algn="l"/>
              </a:tabLst>
            </a:pPr>
            <a:r>
              <a:rPr lang="en-US" altLang="en-US" sz="2400" dirty="0"/>
              <a:t>To discover polymorphism</a:t>
            </a:r>
            <a:r>
              <a:rPr lang="en-US" sz="2400" dirty="0"/>
              <a:t>.</a:t>
            </a:r>
          </a:p>
          <a:p>
            <a:pPr marL="342900" lvl="1" indent="-342900">
              <a:buFont typeface="Wingdings" panose="05000000000000000000" pitchFamily="2" charset="2"/>
              <a:buChar char="§"/>
              <a:tabLst>
                <a:tab pos="444500" algn="l"/>
              </a:tabLst>
            </a:pPr>
            <a:r>
              <a:rPr lang="en-US" altLang="en-US" sz="2400" dirty="0"/>
              <a:t>To distinguish between static and dynamic binding. </a:t>
            </a:r>
          </a:p>
          <a:p>
            <a:pPr marL="342900" lvl="1" indent="-342900">
              <a:buFont typeface="Wingdings" panose="05000000000000000000" pitchFamily="2" charset="2"/>
              <a:buChar char="§"/>
              <a:tabLst>
                <a:tab pos="444500" algn="l"/>
              </a:tabLst>
            </a:pPr>
            <a:r>
              <a:rPr lang="en-US" altLang="en-US" sz="2400" dirty="0"/>
              <a:t>To describe casting and explain why explicit casting (down casting) is necessary.</a:t>
            </a:r>
          </a:p>
          <a:p>
            <a:pPr marL="342900" lvl="1" indent="-342900">
              <a:buFont typeface="Wingdings" panose="05000000000000000000" pitchFamily="2" charset="2"/>
              <a:buChar char="§"/>
              <a:tabLst>
                <a:tab pos="444500" algn="l"/>
              </a:tabLst>
            </a:pPr>
            <a:r>
              <a:rPr lang="en-US" altLang="en-US" sz="2400" dirty="0"/>
              <a:t>To demonstrate Polymorphism and casting using an example</a:t>
            </a:r>
          </a:p>
          <a:p>
            <a:pPr marL="342900" lvl="1" indent="-342900">
              <a:buFont typeface="Wingdings" panose="05000000000000000000" pitchFamily="2" charset="2"/>
              <a:buChar char="§"/>
              <a:tabLst>
                <a:tab pos="444500" algn="l"/>
              </a:tabLst>
            </a:pPr>
            <a:r>
              <a:rPr lang="en-US" altLang="en-US" sz="2400" dirty="0"/>
              <a:t>To explore the </a:t>
            </a:r>
            <a:r>
              <a:rPr lang="en-US" altLang="en-US" sz="2400" b="1" dirty="0"/>
              <a:t>equals</a:t>
            </a:r>
            <a:r>
              <a:rPr lang="en-US" altLang="en-US" sz="2400" dirty="0"/>
              <a:t> method in the </a:t>
            </a:r>
            <a:r>
              <a:rPr lang="en-US" altLang="en-US" sz="2400" b="1" dirty="0"/>
              <a:t>Object</a:t>
            </a:r>
            <a:r>
              <a:rPr lang="en-US" altLang="en-US" sz="2400" dirty="0"/>
              <a:t> class.</a:t>
            </a:r>
          </a:p>
          <a:p>
            <a:pPr>
              <a:lnSpc>
                <a:spcPct val="80000"/>
              </a:lnSpc>
              <a:buFont typeface="Wingdings" panose="05000000000000000000" pitchFamily="2" charset="2"/>
              <a:buChar char="Ø"/>
              <a:defRPr/>
            </a:pPr>
            <a:endParaRPr lang="en-US" sz="2200" dirty="0">
              <a:latin typeface="+mj-lt"/>
            </a:endParaRPr>
          </a:p>
        </p:txBody>
      </p:sp>
      <p:sp>
        <p:nvSpPr>
          <p:cNvPr id="4" name="Footer Placeholder 3">
            <a:extLst>
              <a:ext uri="{FF2B5EF4-FFF2-40B4-BE49-F238E27FC236}">
                <a16:creationId xmlns:a16="http://schemas.microsoft.com/office/drawing/2014/main" id="{8258CA88-4CE1-2FF4-DD8D-F6AFF13B654D}"/>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763895569"/>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dirty="0"/>
              <a:t>Polymorphism </a:t>
            </a:r>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pic>
        <p:nvPicPr>
          <p:cNvPr id="1026" name="Picture 2" descr="Java Polymorphism">
            <a:extLst>
              <a:ext uri="{FF2B5EF4-FFF2-40B4-BE49-F238E27FC236}">
                <a16:creationId xmlns:a16="http://schemas.microsoft.com/office/drawing/2014/main" id="{5823B7CF-DA9B-40A6-8FC4-CDB034012E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03761" y="1737360"/>
            <a:ext cx="7610902" cy="4577004"/>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FE802C9B-C72D-4C5B-8BD3-FA8C9E105809}"/>
              </a:ext>
            </a:extLst>
          </p:cNvPr>
          <p:cNvPicPr>
            <a:picLocks noChangeAspect="1"/>
          </p:cNvPicPr>
          <p:nvPr/>
        </p:nvPicPr>
        <p:blipFill>
          <a:blip r:embed="rId4"/>
          <a:stretch>
            <a:fillRect/>
          </a:stretch>
        </p:blipFill>
        <p:spPr>
          <a:xfrm>
            <a:off x="348791" y="1926073"/>
            <a:ext cx="6216633" cy="3956112"/>
          </a:xfrm>
          <a:prstGeom prst="rect">
            <a:avLst/>
          </a:prstGeom>
        </p:spPr>
      </p:pic>
    </p:spTree>
    <p:extLst>
      <p:ext uri="{BB962C8B-B14F-4D97-AF65-F5344CB8AC3E}">
        <p14:creationId xmlns:p14="http://schemas.microsoft.com/office/powerpoint/2010/main" val="2201219679"/>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dirty="0"/>
              <a:t>Polymorphism </a:t>
            </a:r>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023360"/>
          </a:xfrm>
        </p:spPr>
        <p:txBody>
          <a:bodyPr>
            <a:normAutofit/>
          </a:bodyPr>
          <a:lstStyle/>
          <a:p>
            <a:pPr marL="342900" indent="-342900" algn="just">
              <a:lnSpc>
                <a:spcPct val="150000"/>
              </a:lnSpc>
            </a:pPr>
            <a:r>
              <a:rPr lang="en-US" altLang="ar-JO" u="sng" dirty="0">
                <a:solidFill>
                  <a:schemeClr val="bg2">
                    <a:lumMod val="75000"/>
                  </a:schemeClr>
                </a:solidFill>
              </a:rPr>
              <a:t>Polymorphism</a:t>
            </a:r>
            <a:r>
              <a:rPr lang="en-US" altLang="ar-JO" u="sng" dirty="0"/>
              <a:t> </a:t>
            </a:r>
            <a:r>
              <a:rPr lang="en-US" altLang="ar-JO" dirty="0"/>
              <a:t>means "many forms“. </a:t>
            </a:r>
            <a:r>
              <a:rPr lang="en-US" dirty="0">
                <a:solidFill>
                  <a:schemeClr val="tx1">
                    <a:lumMod val="95000"/>
                    <a:lumOff val="5000"/>
                  </a:schemeClr>
                </a:solidFill>
              </a:rPr>
              <a:t>Objects are designed to share behaviors and they can take on more than one form. </a:t>
            </a:r>
            <a:endParaRPr lang="ar-SA" dirty="0"/>
          </a:p>
          <a:p>
            <a:pPr marL="0" indent="0" algn="just">
              <a:lnSpc>
                <a:spcPct val="150000"/>
              </a:lnSpc>
              <a:buNone/>
            </a:pPr>
            <a:endParaRPr lang="en-US" sz="2400" dirty="0">
              <a:latin typeface="Times New Roman" pitchFamily="18" charset="0"/>
              <a:cs typeface="Times New Roman" pitchFamily="18" charset="0"/>
            </a:endParaRPr>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pic>
        <p:nvPicPr>
          <p:cNvPr id="7" name="Picture 6">
            <a:extLst>
              <a:ext uri="{FF2B5EF4-FFF2-40B4-BE49-F238E27FC236}">
                <a16:creationId xmlns:a16="http://schemas.microsoft.com/office/drawing/2014/main" id="{14EBDDD4-DABC-470F-9659-08543BE1F36B}"/>
              </a:ext>
            </a:extLst>
          </p:cNvPr>
          <p:cNvPicPr>
            <a:picLocks noChangeAspect="1"/>
          </p:cNvPicPr>
          <p:nvPr/>
        </p:nvPicPr>
        <p:blipFill>
          <a:blip r:embed="rId3"/>
          <a:stretch>
            <a:fillRect/>
          </a:stretch>
        </p:blipFill>
        <p:spPr>
          <a:xfrm>
            <a:off x="1045912" y="2953866"/>
            <a:ext cx="4180435" cy="3210574"/>
          </a:xfrm>
          <a:prstGeom prst="rect">
            <a:avLst/>
          </a:prstGeom>
        </p:spPr>
      </p:pic>
      <p:pic>
        <p:nvPicPr>
          <p:cNvPr id="8" name="Picture 7" descr="A diagram of a cat and dog&#10;&#10;Description automatically generated">
            <a:extLst>
              <a:ext uri="{FF2B5EF4-FFF2-40B4-BE49-F238E27FC236}">
                <a16:creationId xmlns:a16="http://schemas.microsoft.com/office/drawing/2014/main" id="{C52B1B99-EF5A-40CD-AA66-70777857F59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71066" y="2515738"/>
            <a:ext cx="5274939" cy="3812274"/>
          </a:xfrm>
          <a:prstGeom prst="rect">
            <a:avLst/>
          </a:prstGeom>
        </p:spPr>
      </p:pic>
    </p:spTree>
    <p:extLst>
      <p:ext uri="{BB962C8B-B14F-4D97-AF65-F5344CB8AC3E}">
        <p14:creationId xmlns:p14="http://schemas.microsoft.com/office/powerpoint/2010/main" val="2635911433"/>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Polymorphism in OOP</a:t>
            </a:r>
            <a:endParaRPr lang="en-US" dirty="0"/>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023360"/>
          </a:xfrm>
        </p:spPr>
        <p:txBody>
          <a:bodyPr/>
          <a:lstStyle/>
          <a:p>
            <a:pPr>
              <a:defRPr/>
            </a:pPr>
            <a:r>
              <a:rPr lang="en-US" dirty="0">
                <a:solidFill>
                  <a:schemeClr val="tx1">
                    <a:lumMod val="95000"/>
                    <a:lumOff val="5000"/>
                  </a:schemeClr>
                </a:solidFill>
              </a:rPr>
              <a:t>Polymorphism: Ability for the same code to be used with different types of objects and behave differently with each.</a:t>
            </a:r>
          </a:p>
          <a:p>
            <a:pPr eaLnBrk="1" hangingPunct="1">
              <a:defRPr/>
            </a:pPr>
            <a:r>
              <a:rPr lang="en-US" altLang="en-US" dirty="0">
                <a:solidFill>
                  <a:schemeClr val="tx1">
                    <a:lumMod val="95000"/>
                    <a:lumOff val="5000"/>
                  </a:schemeClr>
                </a:solidFill>
              </a:rPr>
              <a:t>Inheritance allows you to define a base class and derive classes from the base class.</a:t>
            </a:r>
          </a:p>
          <a:p>
            <a:pPr eaLnBrk="1" hangingPunct="1">
              <a:defRPr/>
            </a:pPr>
            <a:r>
              <a:rPr lang="en-US" altLang="en-US" dirty="0">
                <a:solidFill>
                  <a:schemeClr val="tx1">
                    <a:lumMod val="95000"/>
                    <a:lumOff val="5000"/>
                  </a:schemeClr>
                </a:solidFill>
              </a:rPr>
              <a:t>Polymorphism allows you to make changes in the method definition for the derived classes and have those changes apply to methods written in the base class.</a:t>
            </a:r>
            <a:endParaRPr lang="en-US" altLang="en-US" sz="2400" b="1" dirty="0">
              <a:solidFill>
                <a:schemeClr val="bg2">
                  <a:lumMod val="75000"/>
                </a:schemeClr>
              </a:solidFill>
              <a:cs typeface="Times New Roman" panose="02020603050405020304" pitchFamily="18" charset="0"/>
            </a:endParaRPr>
          </a:p>
        </p:txBody>
      </p:sp>
      <p:sp>
        <p:nvSpPr>
          <p:cNvPr id="7" name="Footer Placeholder 6">
            <a:extLst>
              <a:ext uri="{FF2B5EF4-FFF2-40B4-BE49-F238E27FC236}">
                <a16:creationId xmlns:a16="http://schemas.microsoft.com/office/drawing/2014/main" id="{A107DBA1-F0A0-8189-26CF-52A2111B33E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548178901"/>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5E265-45DE-317E-AF02-42A1EC5DA3AE}"/>
              </a:ext>
            </a:extLst>
          </p:cNvPr>
          <p:cNvSpPr>
            <a:spLocks noGrp="1"/>
          </p:cNvSpPr>
          <p:nvPr>
            <p:ph type="title"/>
          </p:nvPr>
        </p:nvSpPr>
        <p:spPr>
          <a:xfrm>
            <a:off x="348791" y="286603"/>
            <a:ext cx="11481847" cy="1450757"/>
          </a:xfrm>
        </p:spPr>
        <p:txBody>
          <a:bodyPr/>
          <a:lstStyle/>
          <a:p>
            <a:r>
              <a:rPr lang="en-US" altLang="en-US" dirty="0"/>
              <a:t>Polymorphism in OOP</a:t>
            </a:r>
            <a:endParaRPr lang="en-US" dirty="0"/>
          </a:p>
        </p:txBody>
      </p:sp>
      <p:sp>
        <p:nvSpPr>
          <p:cNvPr id="4" name="Footer Placeholder 3">
            <a:extLst>
              <a:ext uri="{FF2B5EF4-FFF2-40B4-BE49-F238E27FC236}">
                <a16:creationId xmlns:a16="http://schemas.microsoft.com/office/drawing/2014/main" id="{7786AF1D-00FE-D07A-31FF-C52D761D9315}"/>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89" name="Rectangle 3">
            <a:extLst>
              <a:ext uri="{FF2B5EF4-FFF2-40B4-BE49-F238E27FC236}">
                <a16:creationId xmlns:a16="http://schemas.microsoft.com/office/drawing/2014/main" id="{4FFB644A-0644-06BE-6577-80B9FF1D365F}"/>
              </a:ext>
            </a:extLst>
          </p:cNvPr>
          <p:cNvSpPr>
            <a:spLocks noGrp="1" noChangeArrowheads="1"/>
          </p:cNvSpPr>
          <p:nvPr>
            <p:ph idx="1"/>
          </p:nvPr>
        </p:nvSpPr>
        <p:spPr>
          <a:xfrm>
            <a:off x="349250" y="1846263"/>
            <a:ext cx="11480800" cy="4022725"/>
          </a:xfrm>
        </p:spPr>
        <p:txBody>
          <a:bodyPr/>
          <a:lstStyle/>
          <a:p>
            <a:pPr marL="342900" indent="-342900">
              <a:lnSpc>
                <a:spcPct val="80000"/>
              </a:lnSpc>
            </a:pPr>
            <a:r>
              <a:rPr lang="en-US" altLang="en-US" dirty="0"/>
              <a:t>Polymorphism means that a variable of a </a:t>
            </a:r>
            <a:r>
              <a:rPr lang="en-US" altLang="en-US" i="1" dirty="0">
                <a:solidFill>
                  <a:schemeClr val="bg2">
                    <a:lumMod val="75000"/>
                  </a:schemeClr>
                </a:solidFill>
              </a:rPr>
              <a:t>supertype</a:t>
            </a:r>
            <a:r>
              <a:rPr lang="en-US" altLang="en-US" dirty="0"/>
              <a:t> can refer to a </a:t>
            </a:r>
            <a:r>
              <a:rPr lang="en-US" altLang="en-US" i="1" dirty="0">
                <a:solidFill>
                  <a:schemeClr val="bg2">
                    <a:lumMod val="75000"/>
                  </a:schemeClr>
                </a:solidFill>
              </a:rPr>
              <a:t>subtype</a:t>
            </a:r>
            <a:r>
              <a:rPr lang="en-US" altLang="en-US" dirty="0"/>
              <a:t> object.</a:t>
            </a:r>
          </a:p>
          <a:p>
            <a:pPr marL="342900" indent="-342900">
              <a:lnSpc>
                <a:spcPct val="80000"/>
              </a:lnSpc>
            </a:pPr>
            <a:r>
              <a:rPr lang="en-US" altLang="en-US" dirty="0"/>
              <a:t>A class defines a type. A type defined by a </a:t>
            </a:r>
            <a:r>
              <a:rPr lang="en-US" altLang="en-US" dirty="0">
                <a:solidFill>
                  <a:schemeClr val="bg2">
                    <a:lumMod val="75000"/>
                  </a:schemeClr>
                </a:solidFill>
              </a:rPr>
              <a:t>subclass</a:t>
            </a:r>
            <a:r>
              <a:rPr lang="en-US" altLang="en-US" dirty="0"/>
              <a:t> is called a </a:t>
            </a:r>
            <a:r>
              <a:rPr lang="en-US" altLang="en-US" i="1" dirty="0">
                <a:solidFill>
                  <a:schemeClr val="bg2">
                    <a:lumMod val="75000"/>
                  </a:schemeClr>
                </a:solidFill>
              </a:rPr>
              <a:t>subtype</a:t>
            </a:r>
            <a:r>
              <a:rPr lang="en-US" altLang="en-US" dirty="0"/>
              <a:t>, and a type defined by its </a:t>
            </a:r>
            <a:r>
              <a:rPr lang="en-US" altLang="en-US" dirty="0">
                <a:solidFill>
                  <a:schemeClr val="bg2">
                    <a:lumMod val="75000"/>
                  </a:schemeClr>
                </a:solidFill>
              </a:rPr>
              <a:t>superclass</a:t>
            </a:r>
            <a:r>
              <a:rPr lang="en-US" altLang="en-US" dirty="0"/>
              <a:t> is called a </a:t>
            </a:r>
            <a:r>
              <a:rPr lang="en-US" altLang="en-US" i="1" dirty="0">
                <a:solidFill>
                  <a:schemeClr val="bg2">
                    <a:lumMod val="75000"/>
                  </a:schemeClr>
                </a:solidFill>
              </a:rPr>
              <a:t>supertype</a:t>
            </a:r>
            <a:r>
              <a:rPr lang="en-US" altLang="en-US" dirty="0"/>
              <a:t>. Therefore, you can say that </a:t>
            </a:r>
            <a:r>
              <a:rPr lang="en-US" altLang="en-US" dirty="0" err="1"/>
              <a:t>ElectircCar</a:t>
            </a:r>
            <a:r>
              <a:rPr lang="en-US" altLang="en-US" dirty="0"/>
              <a:t> is a </a:t>
            </a:r>
            <a:r>
              <a:rPr lang="en-US" altLang="en-US" i="1" dirty="0">
                <a:solidFill>
                  <a:schemeClr val="bg2">
                    <a:lumMod val="75000"/>
                  </a:schemeClr>
                </a:solidFill>
              </a:rPr>
              <a:t>subtype</a:t>
            </a:r>
            <a:r>
              <a:rPr lang="en-US" altLang="en-US" dirty="0"/>
              <a:t> of Car and Car is a </a:t>
            </a:r>
            <a:r>
              <a:rPr lang="en-US" altLang="en-US" i="1" dirty="0">
                <a:solidFill>
                  <a:schemeClr val="bg2">
                    <a:lumMod val="75000"/>
                  </a:schemeClr>
                </a:solidFill>
              </a:rPr>
              <a:t>supertype</a:t>
            </a:r>
            <a:r>
              <a:rPr lang="en-US" altLang="en-US" dirty="0"/>
              <a:t> for </a:t>
            </a:r>
            <a:r>
              <a:rPr lang="en-US" altLang="en-US" dirty="0" err="1"/>
              <a:t>ElectircCar</a:t>
            </a:r>
            <a:r>
              <a:rPr lang="en-US" altLang="en-US" dirty="0"/>
              <a:t>.</a:t>
            </a:r>
          </a:p>
          <a:p>
            <a:pPr marL="0" indent="0">
              <a:lnSpc>
                <a:spcPct val="80000"/>
              </a:lnSpc>
              <a:buNone/>
            </a:pPr>
            <a:endParaRPr lang="en-US" altLang="en-US" dirty="0"/>
          </a:p>
          <a:p>
            <a:pPr marL="0" indent="0">
              <a:lnSpc>
                <a:spcPct val="80000"/>
              </a:lnSpc>
              <a:buNone/>
            </a:pPr>
            <a:endParaRPr lang="en-US" altLang="ar-SA" dirty="0"/>
          </a:p>
        </p:txBody>
      </p:sp>
      <p:sp>
        <p:nvSpPr>
          <p:cNvPr id="3" name="Rectangle: Rounded Corners 4">
            <a:extLst>
              <a:ext uri="{FF2B5EF4-FFF2-40B4-BE49-F238E27FC236}">
                <a16:creationId xmlns:a16="http://schemas.microsoft.com/office/drawing/2014/main" id="{5AA3A2B9-EC08-3660-E740-B8373592FD57}"/>
              </a:ext>
            </a:extLst>
          </p:cNvPr>
          <p:cNvSpPr>
            <a:spLocks noChangeArrowheads="1"/>
          </p:cNvSpPr>
          <p:nvPr/>
        </p:nvSpPr>
        <p:spPr bwMode="auto">
          <a:xfrm>
            <a:off x="3733800" y="3650490"/>
            <a:ext cx="2362200" cy="533400"/>
          </a:xfrm>
          <a:prstGeom prst="roundRect">
            <a:avLst>
              <a:gd name="adj" fmla="val 16667"/>
            </a:avLst>
          </a:prstGeom>
          <a:solidFill>
            <a:schemeClr val="accent2"/>
          </a:solidFill>
          <a:ln w="12700" algn="ctr">
            <a:solidFill>
              <a:schemeClr val="tx1"/>
            </a:solidFill>
            <a:round/>
            <a:headEnd type="none" w="sm" len="sm"/>
            <a:tailEnd type="none" w="sm" len="sm"/>
          </a:ln>
          <a:effec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dirty="0"/>
              <a:t>Car</a:t>
            </a:r>
          </a:p>
        </p:txBody>
      </p:sp>
      <p:sp>
        <p:nvSpPr>
          <p:cNvPr id="5" name="Rectangle: Rounded Corners 5">
            <a:extLst>
              <a:ext uri="{FF2B5EF4-FFF2-40B4-BE49-F238E27FC236}">
                <a16:creationId xmlns:a16="http://schemas.microsoft.com/office/drawing/2014/main" id="{C0AFC564-B8D0-7A51-E1BE-6B8E25927D67}"/>
              </a:ext>
            </a:extLst>
          </p:cNvPr>
          <p:cNvSpPr>
            <a:spLocks noChangeArrowheads="1"/>
          </p:cNvSpPr>
          <p:nvPr/>
        </p:nvSpPr>
        <p:spPr bwMode="auto">
          <a:xfrm>
            <a:off x="3733800" y="5198075"/>
            <a:ext cx="2362200" cy="533400"/>
          </a:xfrm>
          <a:prstGeom prst="roundRect">
            <a:avLst>
              <a:gd name="adj" fmla="val 16667"/>
            </a:avLst>
          </a:prstGeom>
          <a:solidFill>
            <a:schemeClr val="accent2"/>
          </a:solidFill>
          <a:ln w="12700" algn="ctr">
            <a:solidFill>
              <a:schemeClr val="tx1"/>
            </a:solidFill>
            <a:round/>
            <a:headEnd type="none" w="sm" len="sm"/>
            <a:tailEnd type="none" w="sm" len="sm"/>
          </a:ln>
          <a:effec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dirty="0" err="1"/>
              <a:t>ElectricCar</a:t>
            </a:r>
            <a:endParaRPr lang="en-US" altLang="en-US" sz="2400" dirty="0"/>
          </a:p>
        </p:txBody>
      </p:sp>
      <p:cxnSp>
        <p:nvCxnSpPr>
          <p:cNvPr id="6" name="Straight Arrow Connector 5">
            <a:extLst>
              <a:ext uri="{FF2B5EF4-FFF2-40B4-BE49-F238E27FC236}">
                <a16:creationId xmlns:a16="http://schemas.microsoft.com/office/drawing/2014/main" id="{AA55D89D-9446-01F0-BE30-0B46C8A353EE}"/>
              </a:ext>
            </a:extLst>
          </p:cNvPr>
          <p:cNvCxnSpPr/>
          <p:nvPr/>
        </p:nvCxnSpPr>
        <p:spPr bwMode="auto">
          <a:xfrm flipV="1">
            <a:off x="4914900" y="4113805"/>
            <a:ext cx="0" cy="1080000"/>
          </a:xfrm>
          <a:prstGeom prst="straightConnector1">
            <a:avLst/>
          </a:prstGeom>
          <a:ln w="57150">
            <a:headEnd type="none" w="sm" len="sm"/>
            <a:tailEnd type="triangle"/>
          </a:ln>
        </p:spPr>
        <p:style>
          <a:lnRef idx="1">
            <a:schemeClr val="dk1"/>
          </a:lnRef>
          <a:fillRef idx="0">
            <a:schemeClr val="dk1"/>
          </a:fillRef>
          <a:effectRef idx="0">
            <a:schemeClr val="dk1"/>
          </a:effectRef>
          <a:fontRef idx="minor">
            <a:schemeClr val="tx1"/>
          </a:fontRef>
        </p:style>
      </p:cxnSp>
      <p:sp>
        <p:nvSpPr>
          <p:cNvPr id="7" name="Rectangle 6">
            <a:extLst>
              <a:ext uri="{FF2B5EF4-FFF2-40B4-BE49-F238E27FC236}">
                <a16:creationId xmlns:a16="http://schemas.microsoft.com/office/drawing/2014/main" id="{1D022B03-9445-F3AA-5D16-3B86581A2D82}"/>
              </a:ext>
            </a:extLst>
          </p:cNvPr>
          <p:cNvSpPr/>
          <p:nvPr/>
        </p:nvSpPr>
        <p:spPr>
          <a:xfrm>
            <a:off x="4029721" y="4511705"/>
            <a:ext cx="885179" cy="523220"/>
          </a:xfrm>
          <a:prstGeom prst="rect">
            <a:avLst/>
          </a:prstGeom>
          <a:noFill/>
        </p:spPr>
        <p:txBody>
          <a:bodyPr wrap="none">
            <a:spAutoFit/>
          </a:bodyPr>
          <a:lstStyle/>
          <a:p>
            <a:pPr algn="ctr">
              <a:defRPr/>
            </a:pPr>
            <a:r>
              <a:rPr lang="en-US" sz="2800" dirty="0">
                <a:ln w="0"/>
                <a:solidFill>
                  <a:srgbClr val="0000FF"/>
                </a:solidFill>
                <a:effectLst>
                  <a:outerShdw blurRad="38100" dist="19050" dir="2700000" algn="tl" rotWithShape="0">
                    <a:schemeClr val="dk1">
                      <a:alpha val="40000"/>
                    </a:schemeClr>
                  </a:outerShdw>
                </a:effectLst>
              </a:rPr>
              <a:t>IS-A</a:t>
            </a:r>
          </a:p>
        </p:txBody>
      </p:sp>
      <p:sp>
        <p:nvSpPr>
          <p:cNvPr id="8" name="Rectangle 7">
            <a:extLst>
              <a:ext uri="{FF2B5EF4-FFF2-40B4-BE49-F238E27FC236}">
                <a16:creationId xmlns:a16="http://schemas.microsoft.com/office/drawing/2014/main" id="{823F3BC0-070B-A581-AECC-14BE743D0884}"/>
              </a:ext>
            </a:extLst>
          </p:cNvPr>
          <p:cNvSpPr/>
          <p:nvPr/>
        </p:nvSpPr>
        <p:spPr>
          <a:xfrm>
            <a:off x="4930345" y="4529105"/>
            <a:ext cx="1797288" cy="523220"/>
          </a:xfrm>
          <a:prstGeom prst="rect">
            <a:avLst/>
          </a:prstGeom>
          <a:noFill/>
        </p:spPr>
        <p:txBody>
          <a:bodyPr wrap="none">
            <a:spAutoFit/>
          </a:bodyPr>
          <a:lstStyle/>
          <a:p>
            <a:pPr algn="ctr">
              <a:defRPr/>
            </a:pPr>
            <a:r>
              <a:rPr lang="en-US" sz="2800" dirty="0">
                <a:ln w="0"/>
                <a:solidFill>
                  <a:srgbClr val="0000FF"/>
                </a:solidFill>
                <a:effectLst>
                  <a:outerShdw blurRad="38100" dist="19050" dir="2700000" algn="tl" rotWithShape="0">
                    <a:schemeClr val="dk1">
                      <a:alpha val="40000"/>
                    </a:schemeClr>
                  </a:outerShdw>
                </a:effectLst>
              </a:rPr>
              <a:t>Inheritance</a:t>
            </a:r>
          </a:p>
        </p:txBody>
      </p:sp>
      <p:sp>
        <p:nvSpPr>
          <p:cNvPr id="9" name="TextBox 8">
            <a:extLst>
              <a:ext uri="{FF2B5EF4-FFF2-40B4-BE49-F238E27FC236}">
                <a16:creationId xmlns:a16="http://schemas.microsoft.com/office/drawing/2014/main" id="{1FEDE84D-8FF3-EBC7-6CA7-52D46EC91E18}"/>
              </a:ext>
            </a:extLst>
          </p:cNvPr>
          <p:cNvSpPr txBox="1"/>
          <p:nvPr/>
        </p:nvSpPr>
        <p:spPr>
          <a:xfrm>
            <a:off x="6134100" y="3650490"/>
            <a:ext cx="1689820" cy="400110"/>
          </a:xfrm>
          <a:prstGeom prst="rect">
            <a:avLst/>
          </a:prstGeom>
          <a:noFill/>
        </p:spPr>
        <p:txBody>
          <a:bodyPr wrap="square" rtlCol="1">
            <a:spAutoFit/>
          </a:bodyPr>
          <a:lstStyle/>
          <a:p>
            <a:r>
              <a:rPr lang="en-US" sz="2000" b="1" dirty="0">
                <a:solidFill>
                  <a:srgbClr val="FF0000"/>
                </a:solidFill>
              </a:rPr>
              <a:t>superclass</a:t>
            </a:r>
            <a:endParaRPr lang="ar-SA" sz="2000" b="1" dirty="0">
              <a:solidFill>
                <a:srgbClr val="FF0000"/>
              </a:solidFill>
            </a:endParaRPr>
          </a:p>
        </p:txBody>
      </p:sp>
      <p:sp>
        <p:nvSpPr>
          <p:cNvPr id="10" name="TextBox 9">
            <a:extLst>
              <a:ext uri="{FF2B5EF4-FFF2-40B4-BE49-F238E27FC236}">
                <a16:creationId xmlns:a16="http://schemas.microsoft.com/office/drawing/2014/main" id="{C4512024-2BB8-A4DB-916E-CD5084E5D160}"/>
              </a:ext>
            </a:extLst>
          </p:cNvPr>
          <p:cNvSpPr txBox="1"/>
          <p:nvPr/>
        </p:nvSpPr>
        <p:spPr>
          <a:xfrm>
            <a:off x="6134142" y="5233942"/>
            <a:ext cx="1689820" cy="400110"/>
          </a:xfrm>
          <a:prstGeom prst="rect">
            <a:avLst/>
          </a:prstGeom>
          <a:noFill/>
        </p:spPr>
        <p:txBody>
          <a:bodyPr wrap="square" rtlCol="1">
            <a:spAutoFit/>
          </a:bodyPr>
          <a:lstStyle/>
          <a:p>
            <a:r>
              <a:rPr lang="en-US" sz="2000" b="1" dirty="0">
                <a:solidFill>
                  <a:srgbClr val="FF0000"/>
                </a:solidFill>
              </a:rPr>
              <a:t>subclass</a:t>
            </a:r>
            <a:endParaRPr lang="ar-SA" sz="2000" b="1" dirty="0">
              <a:solidFill>
                <a:srgbClr val="FF0000"/>
              </a:solidFill>
            </a:endParaRPr>
          </a:p>
        </p:txBody>
      </p:sp>
    </p:spTree>
    <p:extLst>
      <p:ext uri="{BB962C8B-B14F-4D97-AF65-F5344CB8AC3E}">
        <p14:creationId xmlns:p14="http://schemas.microsoft.com/office/powerpoint/2010/main" val="1306156448"/>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5E265-45DE-317E-AF02-42A1EC5DA3AE}"/>
              </a:ext>
            </a:extLst>
          </p:cNvPr>
          <p:cNvSpPr>
            <a:spLocks noGrp="1"/>
          </p:cNvSpPr>
          <p:nvPr>
            <p:ph type="title"/>
          </p:nvPr>
        </p:nvSpPr>
        <p:spPr>
          <a:xfrm>
            <a:off x="348791" y="286603"/>
            <a:ext cx="11481847" cy="1450757"/>
          </a:xfrm>
        </p:spPr>
        <p:txBody>
          <a:bodyPr/>
          <a:lstStyle/>
          <a:p>
            <a:r>
              <a:rPr lang="en-US" altLang="en-US" dirty="0"/>
              <a:t>Polymorphism in OOP</a:t>
            </a:r>
            <a:endParaRPr lang="en-US" dirty="0"/>
          </a:p>
        </p:txBody>
      </p:sp>
      <p:sp>
        <p:nvSpPr>
          <p:cNvPr id="4" name="Footer Placeholder 3">
            <a:extLst>
              <a:ext uri="{FF2B5EF4-FFF2-40B4-BE49-F238E27FC236}">
                <a16:creationId xmlns:a16="http://schemas.microsoft.com/office/drawing/2014/main" id="{7786AF1D-00FE-D07A-31FF-C52D761D9315}"/>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89" name="Rectangle 3">
            <a:extLst>
              <a:ext uri="{FF2B5EF4-FFF2-40B4-BE49-F238E27FC236}">
                <a16:creationId xmlns:a16="http://schemas.microsoft.com/office/drawing/2014/main" id="{4FFB644A-0644-06BE-6577-80B9FF1D365F}"/>
              </a:ext>
            </a:extLst>
          </p:cNvPr>
          <p:cNvSpPr>
            <a:spLocks noGrp="1" noChangeArrowheads="1"/>
          </p:cNvSpPr>
          <p:nvPr>
            <p:ph idx="1"/>
          </p:nvPr>
        </p:nvSpPr>
        <p:spPr>
          <a:xfrm>
            <a:off x="349250" y="1846263"/>
            <a:ext cx="11480800" cy="4022725"/>
          </a:xfrm>
        </p:spPr>
        <p:txBody>
          <a:bodyPr/>
          <a:lstStyle/>
          <a:p>
            <a:pPr marL="0" indent="0">
              <a:lnSpc>
                <a:spcPct val="80000"/>
              </a:lnSpc>
              <a:buNone/>
            </a:pPr>
            <a:endParaRPr lang="en-US" altLang="en-US" dirty="0"/>
          </a:p>
          <a:p>
            <a:pPr marL="0" indent="0">
              <a:lnSpc>
                <a:spcPct val="80000"/>
              </a:lnSpc>
              <a:buNone/>
            </a:pPr>
            <a:endParaRPr lang="en-US" altLang="ar-SA" dirty="0"/>
          </a:p>
        </p:txBody>
      </p:sp>
      <p:sp>
        <p:nvSpPr>
          <p:cNvPr id="3" name="Rectangle: Rounded Corners 4">
            <a:extLst>
              <a:ext uri="{FF2B5EF4-FFF2-40B4-BE49-F238E27FC236}">
                <a16:creationId xmlns:a16="http://schemas.microsoft.com/office/drawing/2014/main" id="{5AA3A2B9-EC08-3660-E740-B8373592FD57}"/>
              </a:ext>
            </a:extLst>
          </p:cNvPr>
          <p:cNvSpPr>
            <a:spLocks noChangeArrowheads="1"/>
          </p:cNvSpPr>
          <p:nvPr/>
        </p:nvSpPr>
        <p:spPr bwMode="auto">
          <a:xfrm>
            <a:off x="4296507" y="1846263"/>
            <a:ext cx="2362200" cy="533400"/>
          </a:xfrm>
          <a:prstGeom prst="roundRect">
            <a:avLst>
              <a:gd name="adj" fmla="val 16667"/>
            </a:avLst>
          </a:prstGeom>
          <a:solidFill>
            <a:schemeClr val="accent2"/>
          </a:solidFill>
          <a:ln w="12700" algn="ctr">
            <a:solidFill>
              <a:schemeClr val="tx1"/>
            </a:solidFill>
            <a:round/>
            <a:headEnd type="none" w="sm" len="sm"/>
            <a:tailEnd type="none" w="sm" len="sm"/>
          </a:ln>
          <a:effec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dirty="0"/>
              <a:t>Car</a:t>
            </a:r>
          </a:p>
        </p:txBody>
      </p:sp>
      <p:sp>
        <p:nvSpPr>
          <p:cNvPr id="5" name="Rectangle: Rounded Corners 5">
            <a:extLst>
              <a:ext uri="{FF2B5EF4-FFF2-40B4-BE49-F238E27FC236}">
                <a16:creationId xmlns:a16="http://schemas.microsoft.com/office/drawing/2014/main" id="{C0AFC564-B8D0-7A51-E1BE-6B8E25927D67}"/>
              </a:ext>
            </a:extLst>
          </p:cNvPr>
          <p:cNvSpPr>
            <a:spLocks noChangeArrowheads="1"/>
          </p:cNvSpPr>
          <p:nvPr/>
        </p:nvSpPr>
        <p:spPr bwMode="auto">
          <a:xfrm>
            <a:off x="4296507" y="3393848"/>
            <a:ext cx="2362200" cy="533400"/>
          </a:xfrm>
          <a:prstGeom prst="roundRect">
            <a:avLst>
              <a:gd name="adj" fmla="val 16667"/>
            </a:avLst>
          </a:prstGeom>
          <a:solidFill>
            <a:schemeClr val="accent2"/>
          </a:solidFill>
          <a:ln w="12700" algn="ctr">
            <a:solidFill>
              <a:schemeClr val="tx1"/>
            </a:solidFill>
            <a:round/>
            <a:headEnd type="none" w="sm" len="sm"/>
            <a:tailEnd type="none" w="sm" len="sm"/>
          </a:ln>
          <a:effec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dirty="0" err="1"/>
              <a:t>ElectricCar</a:t>
            </a:r>
            <a:endParaRPr lang="en-US" altLang="en-US" sz="2400" dirty="0"/>
          </a:p>
        </p:txBody>
      </p:sp>
      <p:cxnSp>
        <p:nvCxnSpPr>
          <p:cNvPr id="6" name="Straight Arrow Connector 5">
            <a:extLst>
              <a:ext uri="{FF2B5EF4-FFF2-40B4-BE49-F238E27FC236}">
                <a16:creationId xmlns:a16="http://schemas.microsoft.com/office/drawing/2014/main" id="{AA55D89D-9446-01F0-BE30-0B46C8A353EE}"/>
              </a:ext>
            </a:extLst>
          </p:cNvPr>
          <p:cNvCxnSpPr/>
          <p:nvPr/>
        </p:nvCxnSpPr>
        <p:spPr bwMode="auto">
          <a:xfrm flipV="1">
            <a:off x="5477607" y="2309578"/>
            <a:ext cx="0" cy="1080000"/>
          </a:xfrm>
          <a:prstGeom prst="straightConnector1">
            <a:avLst/>
          </a:prstGeom>
          <a:ln w="57150">
            <a:headEnd type="none" w="sm" len="sm"/>
            <a:tailEnd type="triangle"/>
          </a:ln>
        </p:spPr>
        <p:style>
          <a:lnRef idx="1">
            <a:schemeClr val="dk1"/>
          </a:lnRef>
          <a:fillRef idx="0">
            <a:schemeClr val="dk1"/>
          </a:fillRef>
          <a:effectRef idx="0">
            <a:schemeClr val="dk1"/>
          </a:effectRef>
          <a:fontRef idx="minor">
            <a:schemeClr val="tx1"/>
          </a:fontRef>
        </p:style>
      </p:cxnSp>
      <p:sp>
        <p:nvSpPr>
          <p:cNvPr id="7" name="Rectangle 6">
            <a:extLst>
              <a:ext uri="{FF2B5EF4-FFF2-40B4-BE49-F238E27FC236}">
                <a16:creationId xmlns:a16="http://schemas.microsoft.com/office/drawing/2014/main" id="{1D022B03-9445-F3AA-5D16-3B86581A2D82}"/>
              </a:ext>
            </a:extLst>
          </p:cNvPr>
          <p:cNvSpPr/>
          <p:nvPr/>
        </p:nvSpPr>
        <p:spPr>
          <a:xfrm>
            <a:off x="4592428" y="2707478"/>
            <a:ext cx="885179" cy="523220"/>
          </a:xfrm>
          <a:prstGeom prst="rect">
            <a:avLst/>
          </a:prstGeom>
          <a:noFill/>
        </p:spPr>
        <p:txBody>
          <a:bodyPr wrap="none">
            <a:spAutoFit/>
          </a:bodyPr>
          <a:lstStyle/>
          <a:p>
            <a:pPr algn="ctr">
              <a:defRPr/>
            </a:pPr>
            <a:r>
              <a:rPr lang="en-US" sz="2800" dirty="0">
                <a:ln w="0"/>
                <a:solidFill>
                  <a:srgbClr val="0000FF"/>
                </a:solidFill>
                <a:effectLst>
                  <a:outerShdw blurRad="38100" dist="19050" dir="2700000" algn="tl" rotWithShape="0">
                    <a:schemeClr val="dk1">
                      <a:alpha val="40000"/>
                    </a:schemeClr>
                  </a:outerShdw>
                </a:effectLst>
              </a:rPr>
              <a:t>IS-A</a:t>
            </a:r>
          </a:p>
        </p:txBody>
      </p:sp>
      <p:sp>
        <p:nvSpPr>
          <p:cNvPr id="8" name="Rectangle 7">
            <a:extLst>
              <a:ext uri="{FF2B5EF4-FFF2-40B4-BE49-F238E27FC236}">
                <a16:creationId xmlns:a16="http://schemas.microsoft.com/office/drawing/2014/main" id="{823F3BC0-070B-A581-AECC-14BE743D0884}"/>
              </a:ext>
            </a:extLst>
          </p:cNvPr>
          <p:cNvSpPr/>
          <p:nvPr/>
        </p:nvSpPr>
        <p:spPr>
          <a:xfrm>
            <a:off x="5493052" y="2724878"/>
            <a:ext cx="1797288" cy="523220"/>
          </a:xfrm>
          <a:prstGeom prst="rect">
            <a:avLst/>
          </a:prstGeom>
          <a:noFill/>
        </p:spPr>
        <p:txBody>
          <a:bodyPr wrap="none">
            <a:spAutoFit/>
          </a:bodyPr>
          <a:lstStyle/>
          <a:p>
            <a:pPr algn="ctr">
              <a:defRPr/>
            </a:pPr>
            <a:r>
              <a:rPr lang="en-US" sz="2800" dirty="0">
                <a:ln w="0"/>
                <a:solidFill>
                  <a:srgbClr val="0000FF"/>
                </a:solidFill>
                <a:effectLst>
                  <a:outerShdw blurRad="38100" dist="19050" dir="2700000" algn="tl" rotWithShape="0">
                    <a:schemeClr val="dk1">
                      <a:alpha val="40000"/>
                    </a:schemeClr>
                  </a:outerShdw>
                </a:effectLst>
              </a:rPr>
              <a:t>Inheritance</a:t>
            </a:r>
          </a:p>
        </p:txBody>
      </p:sp>
      <p:sp>
        <p:nvSpPr>
          <p:cNvPr id="9" name="TextBox 8">
            <a:extLst>
              <a:ext uri="{FF2B5EF4-FFF2-40B4-BE49-F238E27FC236}">
                <a16:creationId xmlns:a16="http://schemas.microsoft.com/office/drawing/2014/main" id="{1FEDE84D-8FF3-EBC7-6CA7-52D46EC91E18}"/>
              </a:ext>
            </a:extLst>
          </p:cNvPr>
          <p:cNvSpPr txBox="1"/>
          <p:nvPr/>
        </p:nvSpPr>
        <p:spPr>
          <a:xfrm>
            <a:off x="6696807" y="1846263"/>
            <a:ext cx="1689820" cy="400110"/>
          </a:xfrm>
          <a:prstGeom prst="rect">
            <a:avLst/>
          </a:prstGeom>
          <a:noFill/>
        </p:spPr>
        <p:txBody>
          <a:bodyPr wrap="square" rtlCol="1">
            <a:spAutoFit/>
          </a:bodyPr>
          <a:lstStyle/>
          <a:p>
            <a:r>
              <a:rPr lang="en-US" sz="2000" b="1" dirty="0">
                <a:solidFill>
                  <a:srgbClr val="FF0000"/>
                </a:solidFill>
              </a:rPr>
              <a:t>superclass</a:t>
            </a:r>
            <a:endParaRPr lang="ar-SA" sz="2000" b="1" dirty="0">
              <a:solidFill>
                <a:srgbClr val="FF0000"/>
              </a:solidFill>
            </a:endParaRPr>
          </a:p>
        </p:txBody>
      </p:sp>
      <p:sp>
        <p:nvSpPr>
          <p:cNvPr id="10" name="TextBox 9">
            <a:extLst>
              <a:ext uri="{FF2B5EF4-FFF2-40B4-BE49-F238E27FC236}">
                <a16:creationId xmlns:a16="http://schemas.microsoft.com/office/drawing/2014/main" id="{C4512024-2BB8-A4DB-916E-CD5084E5D160}"/>
              </a:ext>
            </a:extLst>
          </p:cNvPr>
          <p:cNvSpPr txBox="1"/>
          <p:nvPr/>
        </p:nvSpPr>
        <p:spPr>
          <a:xfrm>
            <a:off x="6696849" y="3429715"/>
            <a:ext cx="1689820" cy="400110"/>
          </a:xfrm>
          <a:prstGeom prst="rect">
            <a:avLst/>
          </a:prstGeom>
          <a:noFill/>
        </p:spPr>
        <p:txBody>
          <a:bodyPr wrap="square" rtlCol="1">
            <a:spAutoFit/>
          </a:bodyPr>
          <a:lstStyle/>
          <a:p>
            <a:r>
              <a:rPr lang="en-US" sz="2000" b="1" dirty="0">
                <a:solidFill>
                  <a:srgbClr val="FF0000"/>
                </a:solidFill>
              </a:rPr>
              <a:t>subclass</a:t>
            </a:r>
            <a:endParaRPr lang="ar-SA" sz="2000" b="1" dirty="0">
              <a:solidFill>
                <a:srgbClr val="FF0000"/>
              </a:solidFill>
            </a:endParaRPr>
          </a:p>
        </p:txBody>
      </p:sp>
      <p:sp>
        <p:nvSpPr>
          <p:cNvPr id="12" name="TextBox 11">
            <a:extLst>
              <a:ext uri="{FF2B5EF4-FFF2-40B4-BE49-F238E27FC236}">
                <a16:creationId xmlns:a16="http://schemas.microsoft.com/office/drawing/2014/main" id="{0DB56EE0-1999-41A6-3DC8-DCE56621147F}"/>
              </a:ext>
            </a:extLst>
          </p:cNvPr>
          <p:cNvSpPr txBox="1"/>
          <p:nvPr/>
        </p:nvSpPr>
        <p:spPr>
          <a:xfrm>
            <a:off x="598462" y="4209716"/>
            <a:ext cx="10852639" cy="707886"/>
          </a:xfrm>
          <a:prstGeom prst="rect">
            <a:avLst/>
          </a:prstGeom>
          <a:noFill/>
        </p:spPr>
        <p:txBody>
          <a:bodyPr wrap="square">
            <a:spAutoFit/>
          </a:bodyPr>
          <a:lstStyle/>
          <a:p>
            <a:pPr marL="0" indent="0">
              <a:buNone/>
            </a:pPr>
            <a:endParaRPr lang="en-US" altLang="ar-SA" sz="2000" b="1" dirty="0">
              <a:latin typeface="Courier New" panose="02070309020205020404" pitchFamily="49" charset="0"/>
            </a:endParaRPr>
          </a:p>
          <a:p>
            <a:pPr marL="0" indent="0">
              <a:buNone/>
            </a:pPr>
            <a:r>
              <a:rPr lang="en-US" altLang="ar-SA" sz="2000" u="sng" dirty="0"/>
              <a:t>Polymorphism:</a:t>
            </a:r>
            <a:r>
              <a:rPr lang="en-US" altLang="ar-SA" sz="2000" dirty="0"/>
              <a:t> Reference of </a:t>
            </a:r>
            <a:r>
              <a:rPr lang="en-US" altLang="ar-SA" sz="2000" i="1" dirty="0">
                <a:solidFill>
                  <a:schemeClr val="bg2">
                    <a:lumMod val="75000"/>
                  </a:schemeClr>
                </a:solidFill>
              </a:rPr>
              <a:t>supertype</a:t>
            </a:r>
            <a:r>
              <a:rPr lang="en-US" altLang="ar-SA" sz="2000" dirty="0"/>
              <a:t> refer to object of </a:t>
            </a:r>
            <a:r>
              <a:rPr lang="en-US" altLang="ar-SA" sz="2000" i="1" dirty="0">
                <a:solidFill>
                  <a:schemeClr val="bg2">
                    <a:lumMod val="75000"/>
                  </a:schemeClr>
                </a:solidFill>
              </a:rPr>
              <a:t>subtype</a:t>
            </a:r>
            <a:endParaRPr lang="ar-SA" sz="2000" dirty="0"/>
          </a:p>
        </p:txBody>
      </p:sp>
      <p:sp>
        <p:nvSpPr>
          <p:cNvPr id="13" name="Rectangle 12">
            <a:extLst>
              <a:ext uri="{FF2B5EF4-FFF2-40B4-BE49-F238E27FC236}">
                <a16:creationId xmlns:a16="http://schemas.microsoft.com/office/drawing/2014/main" id="{F3A268C6-EA86-8040-74BD-A498C8AFCC45}"/>
              </a:ext>
            </a:extLst>
          </p:cNvPr>
          <p:cNvSpPr/>
          <p:nvPr/>
        </p:nvSpPr>
        <p:spPr>
          <a:xfrm>
            <a:off x="2430529" y="5065065"/>
            <a:ext cx="6852641" cy="88336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ar-SA" sz="2000" b="1" dirty="0">
                <a:solidFill>
                  <a:schemeClr val="bg2">
                    <a:lumMod val="75000"/>
                  </a:schemeClr>
                </a:solidFill>
                <a:latin typeface="Courier New" panose="02070309020205020404" pitchFamily="49" charset="0"/>
              </a:rPr>
              <a:t>Car </a:t>
            </a:r>
            <a:r>
              <a:rPr lang="en-US" altLang="ar-SA" sz="2000" b="1" i="1" dirty="0" err="1">
                <a:solidFill>
                  <a:schemeClr val="bg2">
                    <a:lumMod val="75000"/>
                  </a:schemeClr>
                </a:solidFill>
                <a:latin typeface="Courier New" panose="02070309020205020404" pitchFamily="49" charset="0"/>
              </a:rPr>
              <a:t>yourCar</a:t>
            </a:r>
            <a:r>
              <a:rPr lang="en-US" altLang="ar-SA" sz="2000" b="1" dirty="0">
                <a:solidFill>
                  <a:schemeClr val="bg2">
                    <a:lumMod val="75000"/>
                  </a:schemeClr>
                </a:solidFill>
                <a:latin typeface="Courier New" panose="02070309020205020404" pitchFamily="49" charset="0"/>
              </a:rPr>
              <a:t> = </a:t>
            </a:r>
            <a:r>
              <a:rPr lang="en-US" altLang="ar-SA" sz="2000" b="1" i="1" dirty="0">
                <a:solidFill>
                  <a:schemeClr val="bg2">
                    <a:lumMod val="75000"/>
                  </a:schemeClr>
                </a:solidFill>
                <a:latin typeface="Courier New" panose="02070309020205020404" pitchFamily="49" charset="0"/>
              </a:rPr>
              <a:t>new </a:t>
            </a:r>
            <a:r>
              <a:rPr lang="en-US" altLang="ar-SA" sz="2000" b="1" i="1" dirty="0" err="1">
                <a:solidFill>
                  <a:schemeClr val="bg2">
                    <a:lumMod val="75000"/>
                  </a:schemeClr>
                </a:solidFill>
                <a:latin typeface="Courier New" panose="02070309020205020404" pitchFamily="49" charset="0"/>
              </a:rPr>
              <a:t>ElectricCar</a:t>
            </a:r>
            <a:r>
              <a:rPr lang="en-US" altLang="ar-SA" sz="2000" b="1" i="1" dirty="0">
                <a:solidFill>
                  <a:schemeClr val="bg2">
                    <a:lumMod val="75000"/>
                  </a:schemeClr>
                </a:solidFill>
                <a:latin typeface="Courier New" panose="02070309020205020404" pitchFamily="49" charset="0"/>
              </a:rPr>
              <a:t>()</a:t>
            </a:r>
            <a:r>
              <a:rPr lang="en-US" altLang="ar-SA" sz="2000" b="1" dirty="0">
                <a:solidFill>
                  <a:schemeClr val="bg2">
                    <a:lumMod val="75000"/>
                  </a:schemeClr>
                </a:solidFill>
                <a:latin typeface="Courier New" panose="02070309020205020404" pitchFamily="49" charset="0"/>
              </a:rPr>
              <a:t>;</a:t>
            </a:r>
          </a:p>
        </p:txBody>
      </p:sp>
    </p:spTree>
    <p:extLst>
      <p:ext uri="{BB962C8B-B14F-4D97-AF65-F5344CB8AC3E}">
        <p14:creationId xmlns:p14="http://schemas.microsoft.com/office/powerpoint/2010/main" val="193197453"/>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1C3FE-7CB6-CE2D-EC46-FAE4FC57714C}"/>
              </a:ext>
            </a:extLst>
          </p:cNvPr>
          <p:cNvSpPr>
            <a:spLocks noGrp="1"/>
          </p:cNvSpPr>
          <p:nvPr>
            <p:ph type="title"/>
          </p:nvPr>
        </p:nvSpPr>
        <p:spPr/>
        <p:txBody>
          <a:bodyPr/>
          <a:lstStyle/>
          <a:p>
            <a:r>
              <a:rPr lang="en-US" dirty="0"/>
              <a:t>Types of Polymorphism</a:t>
            </a:r>
          </a:p>
        </p:txBody>
      </p:sp>
      <p:sp>
        <p:nvSpPr>
          <p:cNvPr id="4" name="Footer Placeholder 3">
            <a:extLst>
              <a:ext uri="{FF2B5EF4-FFF2-40B4-BE49-F238E27FC236}">
                <a16:creationId xmlns:a16="http://schemas.microsoft.com/office/drawing/2014/main" id="{45507687-1FB0-39AA-1911-CE1EFF5B9E85}"/>
              </a:ext>
            </a:extLst>
          </p:cNvPr>
          <p:cNvSpPr>
            <a:spLocks noGrp="1"/>
          </p:cNvSpPr>
          <p:nvPr>
            <p:ph type="ftr" sz="quarter" idx="11"/>
          </p:nvPr>
        </p:nvSpPr>
        <p:spPr/>
        <p:txBody>
          <a:bodyPr/>
          <a:lstStyle/>
          <a:p>
            <a:r>
              <a:rPr lang="en-US"/>
              <a:t>Edited and Reviewed By: I. Bara' Qadomi &amp; I. Bara' Hamadah (FIT, Applied Science Private University)</a:t>
            </a:r>
          </a:p>
        </p:txBody>
      </p:sp>
      <p:grpSp>
        <p:nvGrpSpPr>
          <p:cNvPr id="10" name="Group 9">
            <a:extLst>
              <a:ext uri="{FF2B5EF4-FFF2-40B4-BE49-F238E27FC236}">
                <a16:creationId xmlns:a16="http://schemas.microsoft.com/office/drawing/2014/main" id="{4FB2E103-FA39-A914-F625-1138DFA3BA39}"/>
              </a:ext>
            </a:extLst>
          </p:cNvPr>
          <p:cNvGrpSpPr/>
          <p:nvPr/>
        </p:nvGrpSpPr>
        <p:grpSpPr>
          <a:xfrm>
            <a:off x="1368696" y="2684157"/>
            <a:ext cx="9112785" cy="2993311"/>
            <a:chOff x="-207391" y="3107528"/>
            <a:chExt cx="8962346" cy="2571768"/>
          </a:xfrm>
        </p:grpSpPr>
        <p:pic>
          <p:nvPicPr>
            <p:cNvPr id="11" name="Picture 3" descr="I:\Binding.png">
              <a:extLst>
                <a:ext uri="{FF2B5EF4-FFF2-40B4-BE49-F238E27FC236}">
                  <a16:creationId xmlns:a16="http://schemas.microsoft.com/office/drawing/2014/main" id="{580C202E-FBCD-4CEC-CB5C-7E67293CBBEA}"/>
                </a:ext>
              </a:extLst>
            </p:cNvPr>
            <p:cNvPicPr>
              <a:picLocks noChangeAspect="1" noChangeArrowheads="1"/>
            </p:cNvPicPr>
            <p:nvPr/>
          </p:nvPicPr>
          <p:blipFill>
            <a:blip r:embed="rId2" cstate="print"/>
            <a:srcRect/>
            <a:stretch>
              <a:fillRect/>
            </a:stretch>
          </p:blipFill>
          <p:spPr bwMode="auto">
            <a:xfrm>
              <a:off x="2968477" y="3107528"/>
              <a:ext cx="5786478" cy="2571768"/>
            </a:xfrm>
            <a:prstGeom prst="rect">
              <a:avLst/>
            </a:prstGeom>
            <a:noFill/>
          </p:spPr>
        </p:pic>
        <p:sp>
          <p:nvSpPr>
            <p:cNvPr id="12" name="Rectangle 11">
              <a:extLst>
                <a:ext uri="{FF2B5EF4-FFF2-40B4-BE49-F238E27FC236}">
                  <a16:creationId xmlns:a16="http://schemas.microsoft.com/office/drawing/2014/main" id="{020DEE66-2B22-8EC7-8004-E2CCD66D7BE8}"/>
                </a:ext>
              </a:extLst>
            </p:cNvPr>
            <p:cNvSpPr/>
            <p:nvPr/>
          </p:nvSpPr>
          <p:spPr>
            <a:xfrm>
              <a:off x="-207391" y="3786190"/>
              <a:ext cx="2707690" cy="1214446"/>
            </a:xfrm>
            <a:prstGeom prst="rect">
              <a:avLst/>
            </a:prstGeom>
            <a:ln>
              <a:solidFill>
                <a:srgbClr val="003300"/>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en-GB" dirty="0"/>
                <a:t>Polymorphism </a:t>
              </a:r>
              <a:endParaRPr lang="en-US" dirty="0"/>
            </a:p>
          </p:txBody>
        </p:sp>
        <p:cxnSp>
          <p:nvCxnSpPr>
            <p:cNvPr id="13" name="Straight Arrow Connector 12">
              <a:extLst>
                <a:ext uri="{FF2B5EF4-FFF2-40B4-BE49-F238E27FC236}">
                  <a16:creationId xmlns:a16="http://schemas.microsoft.com/office/drawing/2014/main" id="{47C02348-B6A1-EB18-3B19-C8F7D5310081}"/>
                </a:ext>
              </a:extLst>
            </p:cNvPr>
            <p:cNvCxnSpPr>
              <a:cxnSpLocks/>
              <a:stCxn id="12" idx="3"/>
            </p:cNvCxnSpPr>
            <p:nvPr/>
          </p:nvCxnSpPr>
          <p:spPr>
            <a:xfrm flipV="1">
              <a:off x="2500299" y="3786188"/>
              <a:ext cx="816932" cy="607225"/>
            </a:xfrm>
            <a:prstGeom prst="straightConnector1">
              <a:avLst/>
            </a:prstGeom>
            <a:ln w="28575">
              <a:solidFill>
                <a:srgbClr val="003300"/>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0B0D52A5-D207-DD07-25DA-B790D16636B4}"/>
                </a:ext>
              </a:extLst>
            </p:cNvPr>
            <p:cNvCxnSpPr>
              <a:cxnSpLocks/>
              <a:stCxn id="12" idx="3"/>
            </p:cNvCxnSpPr>
            <p:nvPr/>
          </p:nvCxnSpPr>
          <p:spPr>
            <a:xfrm>
              <a:off x="2500299" y="4393413"/>
              <a:ext cx="816932" cy="607222"/>
            </a:xfrm>
            <a:prstGeom prst="straightConnector1">
              <a:avLst/>
            </a:prstGeom>
            <a:ln w="28575">
              <a:solidFill>
                <a:srgbClr val="003300"/>
              </a:solidFill>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87707222"/>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0B3E8-88EC-578A-AC5B-D4B806B9533F}"/>
              </a:ext>
            </a:extLst>
          </p:cNvPr>
          <p:cNvSpPr>
            <a:spLocks noGrp="1"/>
          </p:cNvSpPr>
          <p:nvPr>
            <p:ph type="title"/>
          </p:nvPr>
        </p:nvSpPr>
        <p:spPr/>
        <p:txBody>
          <a:bodyPr/>
          <a:lstStyle/>
          <a:p>
            <a:r>
              <a:rPr lang="en-US" altLang="ar-SA" dirty="0"/>
              <a:t>Binding</a:t>
            </a:r>
            <a:endParaRPr lang="en-US" dirty="0"/>
          </a:p>
        </p:txBody>
      </p:sp>
      <p:sp>
        <p:nvSpPr>
          <p:cNvPr id="3" name="Content Placeholder 2">
            <a:extLst>
              <a:ext uri="{FF2B5EF4-FFF2-40B4-BE49-F238E27FC236}">
                <a16:creationId xmlns:a16="http://schemas.microsoft.com/office/drawing/2014/main" id="{2E9ED0C6-F97D-875B-E88B-AF1C48E0CB77}"/>
              </a:ext>
            </a:extLst>
          </p:cNvPr>
          <p:cNvSpPr>
            <a:spLocks noGrp="1"/>
          </p:cNvSpPr>
          <p:nvPr>
            <p:ph idx="1"/>
          </p:nvPr>
        </p:nvSpPr>
        <p:spPr/>
        <p:txBody>
          <a:bodyPr/>
          <a:lstStyle/>
          <a:p>
            <a:pPr marL="342900" indent="-342900"/>
            <a:r>
              <a:rPr lang="en-GB" altLang="ar-SA" dirty="0"/>
              <a:t>Binding is what happens when a </a:t>
            </a:r>
            <a:r>
              <a:rPr lang="en-GB" altLang="ar-SA" dirty="0">
                <a:solidFill>
                  <a:schemeClr val="bg2">
                    <a:lumMod val="75000"/>
                  </a:schemeClr>
                </a:solidFill>
              </a:rPr>
              <a:t>method invocation </a:t>
            </a:r>
            <a:r>
              <a:rPr lang="en-GB" altLang="ar-SA" dirty="0"/>
              <a:t>is bound to an implementation</a:t>
            </a:r>
          </a:p>
          <a:p>
            <a:pPr lvl="1"/>
            <a:r>
              <a:rPr lang="en-GB" altLang="ar-SA" dirty="0"/>
              <a:t>Involves lookup of the method in the class, or one or its parents.</a:t>
            </a:r>
          </a:p>
          <a:p>
            <a:pPr lvl="1"/>
            <a:r>
              <a:rPr lang="en-GB" altLang="ar-SA" dirty="0"/>
              <a:t>Both method names and parameters are checked.</a:t>
            </a:r>
          </a:p>
          <a:p>
            <a:pPr marL="360000" lvl="1" indent="0">
              <a:buNone/>
            </a:pPr>
            <a:endParaRPr lang="en-GB" altLang="ar-SA" dirty="0"/>
          </a:p>
          <a:p>
            <a:pPr marL="342900" indent="-342900"/>
            <a:r>
              <a:rPr lang="en-GB" altLang="ar-SA" dirty="0"/>
              <a:t>Binding can happen at two different times</a:t>
            </a:r>
          </a:p>
          <a:p>
            <a:pPr lvl="1"/>
            <a:r>
              <a:rPr lang="en-GB" altLang="ar-SA" b="1" dirty="0"/>
              <a:t>Compile time == static binding</a:t>
            </a:r>
          </a:p>
          <a:p>
            <a:pPr lvl="1"/>
            <a:r>
              <a:rPr lang="en-GB" altLang="ar-SA" b="1" dirty="0"/>
              <a:t>Run time == dynamic binding</a:t>
            </a:r>
          </a:p>
          <a:p>
            <a:endParaRPr lang="en-US" dirty="0"/>
          </a:p>
        </p:txBody>
      </p:sp>
      <p:sp>
        <p:nvSpPr>
          <p:cNvPr id="4" name="Footer Placeholder 3">
            <a:extLst>
              <a:ext uri="{FF2B5EF4-FFF2-40B4-BE49-F238E27FC236}">
                <a16:creationId xmlns:a16="http://schemas.microsoft.com/office/drawing/2014/main" id="{FEF08C56-DEE3-6938-D7F2-DFC4C3C05359}"/>
              </a:ext>
            </a:extLst>
          </p:cNvPr>
          <p:cNvSpPr>
            <a:spLocks noGrp="1"/>
          </p:cNvSpPr>
          <p:nvPr>
            <p:ph type="ftr" sz="quarter" idx="11"/>
          </p:nvPr>
        </p:nvSpPr>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14277835"/>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E89C9-4E3F-3DB5-D4FE-0C761D3AD2D1}"/>
              </a:ext>
            </a:extLst>
          </p:cNvPr>
          <p:cNvSpPr>
            <a:spLocks noGrp="1"/>
          </p:cNvSpPr>
          <p:nvPr>
            <p:ph type="title"/>
          </p:nvPr>
        </p:nvSpPr>
        <p:spPr/>
        <p:txBody>
          <a:bodyPr/>
          <a:lstStyle/>
          <a:p>
            <a:r>
              <a:rPr lang="en-US" altLang="ar-SA" dirty="0"/>
              <a:t>Static Binding</a:t>
            </a:r>
            <a:endParaRPr lang="en-US" dirty="0"/>
          </a:p>
        </p:txBody>
      </p:sp>
      <p:sp>
        <p:nvSpPr>
          <p:cNvPr id="3" name="Content Placeholder 2">
            <a:extLst>
              <a:ext uri="{FF2B5EF4-FFF2-40B4-BE49-F238E27FC236}">
                <a16:creationId xmlns:a16="http://schemas.microsoft.com/office/drawing/2014/main" id="{3A4FB00B-3F6D-5EC1-9347-39CC3361A8EA}"/>
              </a:ext>
            </a:extLst>
          </p:cNvPr>
          <p:cNvSpPr>
            <a:spLocks noGrp="1"/>
          </p:cNvSpPr>
          <p:nvPr>
            <p:ph idx="1"/>
          </p:nvPr>
        </p:nvSpPr>
        <p:spPr/>
        <p:txBody>
          <a:bodyPr>
            <a:noAutofit/>
          </a:bodyPr>
          <a:lstStyle/>
          <a:p>
            <a:pPr>
              <a:lnSpc>
                <a:spcPct val="90000"/>
              </a:lnSpc>
            </a:pPr>
            <a:r>
              <a:rPr lang="en-GB" altLang="ar-SA" dirty="0"/>
              <a:t>References have a type</a:t>
            </a:r>
          </a:p>
          <a:p>
            <a:pPr lvl="1">
              <a:lnSpc>
                <a:spcPct val="90000"/>
              </a:lnSpc>
            </a:pPr>
            <a:r>
              <a:rPr lang="en-GB" altLang="ar-SA" dirty="0"/>
              <a:t>i.e. they refer to instances of a particular Java class</a:t>
            </a:r>
          </a:p>
          <a:p>
            <a:pPr>
              <a:lnSpc>
                <a:spcPct val="90000"/>
              </a:lnSpc>
            </a:pPr>
            <a:r>
              <a:rPr lang="en-GB" altLang="ar-SA" dirty="0"/>
              <a:t>Objects have a type</a:t>
            </a:r>
          </a:p>
          <a:p>
            <a:pPr lvl="1">
              <a:lnSpc>
                <a:spcPct val="90000"/>
              </a:lnSpc>
            </a:pPr>
            <a:r>
              <a:rPr lang="en-GB" altLang="ar-SA" dirty="0"/>
              <a:t>i.e. they are instances of a particular Java class</a:t>
            </a:r>
          </a:p>
          <a:p>
            <a:pPr lvl="1">
              <a:lnSpc>
                <a:spcPct val="90000"/>
              </a:lnSpc>
            </a:pPr>
            <a:r>
              <a:rPr lang="en-GB" altLang="ar-SA" dirty="0"/>
              <a:t>They are also instances of their super-class</a:t>
            </a:r>
          </a:p>
          <a:p>
            <a:pPr lvl="1">
              <a:lnSpc>
                <a:spcPct val="90000"/>
              </a:lnSpc>
            </a:pPr>
            <a:r>
              <a:rPr lang="en-GB" altLang="ar-SA" dirty="0"/>
              <a:t>Inheritance describes an IS-A relationship</a:t>
            </a:r>
          </a:p>
          <a:p>
            <a:pPr lvl="1">
              <a:lnSpc>
                <a:spcPct val="90000"/>
              </a:lnSpc>
            </a:pPr>
            <a:r>
              <a:rPr lang="en-GB" altLang="ar-SA" dirty="0"/>
              <a:t>e.g. </a:t>
            </a:r>
            <a:r>
              <a:rPr lang="en-GB" altLang="ar-SA" b="1" dirty="0"/>
              <a:t>an </a:t>
            </a:r>
            <a:r>
              <a:rPr lang="en-GB" altLang="ar-SA" b="1" dirty="0" err="1"/>
              <a:t>ElectricCar</a:t>
            </a:r>
            <a:r>
              <a:rPr lang="en-GB" altLang="ar-SA" b="1" dirty="0"/>
              <a:t> is a Car</a:t>
            </a:r>
          </a:p>
          <a:p>
            <a:pPr lvl="1">
              <a:lnSpc>
                <a:spcPct val="90000"/>
              </a:lnSpc>
            </a:pPr>
            <a:endParaRPr lang="en-GB" altLang="ar-SA" dirty="0"/>
          </a:p>
        </p:txBody>
      </p:sp>
      <p:sp>
        <p:nvSpPr>
          <p:cNvPr id="4" name="Footer Placeholder 3">
            <a:extLst>
              <a:ext uri="{FF2B5EF4-FFF2-40B4-BE49-F238E27FC236}">
                <a16:creationId xmlns:a16="http://schemas.microsoft.com/office/drawing/2014/main" id="{DDBE0D05-ED10-7420-83CC-86A7A1470012}"/>
              </a:ext>
            </a:extLst>
          </p:cNvPr>
          <p:cNvSpPr>
            <a:spLocks noGrp="1"/>
          </p:cNvSpPr>
          <p:nvPr>
            <p:ph type="ftr" sz="quarter" idx="11"/>
          </p:nvPr>
        </p:nvSpPr>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3719384396"/>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E89C9-4E3F-3DB5-D4FE-0C761D3AD2D1}"/>
              </a:ext>
            </a:extLst>
          </p:cNvPr>
          <p:cNvSpPr>
            <a:spLocks noGrp="1"/>
          </p:cNvSpPr>
          <p:nvPr>
            <p:ph type="title"/>
          </p:nvPr>
        </p:nvSpPr>
        <p:spPr/>
        <p:txBody>
          <a:bodyPr/>
          <a:lstStyle/>
          <a:p>
            <a:r>
              <a:rPr lang="en-US" altLang="ar-SA" dirty="0"/>
              <a:t>Static Binding</a:t>
            </a:r>
            <a:endParaRPr lang="en-US" dirty="0"/>
          </a:p>
        </p:txBody>
      </p:sp>
      <p:sp>
        <p:nvSpPr>
          <p:cNvPr id="3" name="Content Placeholder 2">
            <a:extLst>
              <a:ext uri="{FF2B5EF4-FFF2-40B4-BE49-F238E27FC236}">
                <a16:creationId xmlns:a16="http://schemas.microsoft.com/office/drawing/2014/main" id="{3A4FB00B-3F6D-5EC1-9347-39CC3361A8EA}"/>
              </a:ext>
            </a:extLst>
          </p:cNvPr>
          <p:cNvSpPr>
            <a:spLocks noGrp="1"/>
          </p:cNvSpPr>
          <p:nvPr>
            <p:ph idx="1"/>
          </p:nvPr>
        </p:nvSpPr>
        <p:spPr/>
        <p:txBody>
          <a:bodyPr>
            <a:noAutofit/>
          </a:bodyPr>
          <a:lstStyle/>
          <a:p>
            <a:pPr>
              <a:lnSpc>
                <a:spcPct val="90000"/>
              </a:lnSpc>
            </a:pPr>
            <a:r>
              <a:rPr lang="en-GB" altLang="ar-SA" dirty="0">
                <a:solidFill>
                  <a:schemeClr val="bg2">
                    <a:lumMod val="75000"/>
                  </a:schemeClr>
                </a:solidFill>
              </a:rPr>
              <a:t>Static binding </a:t>
            </a:r>
            <a:r>
              <a:rPr lang="en-GB" altLang="ar-SA" dirty="0"/>
              <a:t>done by the </a:t>
            </a:r>
            <a:r>
              <a:rPr lang="en-GB" altLang="ar-SA" dirty="0">
                <a:solidFill>
                  <a:schemeClr val="bg2">
                    <a:lumMod val="75000"/>
                  </a:schemeClr>
                </a:solidFill>
              </a:rPr>
              <a:t>compiler</a:t>
            </a:r>
          </a:p>
          <a:p>
            <a:pPr lvl="1">
              <a:lnSpc>
                <a:spcPct val="90000"/>
              </a:lnSpc>
            </a:pPr>
            <a:r>
              <a:rPr lang="en-GB" altLang="ar-SA" dirty="0"/>
              <a:t>When it can determine the type of an object</a:t>
            </a:r>
          </a:p>
          <a:p>
            <a:pPr>
              <a:lnSpc>
                <a:spcPct val="90000"/>
              </a:lnSpc>
            </a:pPr>
            <a:r>
              <a:rPr lang="en-GB" altLang="ar-SA" dirty="0"/>
              <a:t>Method calls are bound to their implementation immediately</a:t>
            </a:r>
          </a:p>
          <a:p>
            <a:endParaRPr lang="en-US" dirty="0"/>
          </a:p>
        </p:txBody>
      </p:sp>
      <p:sp>
        <p:nvSpPr>
          <p:cNvPr id="4" name="Footer Placeholder 3">
            <a:extLst>
              <a:ext uri="{FF2B5EF4-FFF2-40B4-BE49-F238E27FC236}">
                <a16:creationId xmlns:a16="http://schemas.microsoft.com/office/drawing/2014/main" id="{DDBE0D05-ED10-7420-83CC-86A7A1470012}"/>
              </a:ext>
            </a:extLst>
          </p:cNvPr>
          <p:cNvSpPr>
            <a:spLocks noGrp="1"/>
          </p:cNvSpPr>
          <p:nvPr>
            <p:ph type="ftr" sz="quarter" idx="11"/>
          </p:nvPr>
        </p:nvSpPr>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4048054743"/>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FF2EE-654A-A3F6-2B2F-880B59CD6623}"/>
              </a:ext>
            </a:extLst>
          </p:cNvPr>
          <p:cNvSpPr>
            <a:spLocks noGrp="1"/>
          </p:cNvSpPr>
          <p:nvPr>
            <p:ph type="title"/>
          </p:nvPr>
        </p:nvSpPr>
        <p:spPr/>
        <p:txBody>
          <a:bodyPr/>
          <a:lstStyle/>
          <a:p>
            <a:r>
              <a:rPr lang="en-US" altLang="ar-SA" dirty="0"/>
              <a:t>Static Binding </a:t>
            </a:r>
            <a:r>
              <a:rPr lang="en-US" altLang="ar-SA" sz="3600" dirty="0"/>
              <a:t>Example 1</a:t>
            </a:r>
            <a:endParaRPr lang="en-US" dirty="0"/>
          </a:p>
        </p:txBody>
      </p:sp>
      <p:sp>
        <p:nvSpPr>
          <p:cNvPr id="3" name="Content Placeholder 2">
            <a:extLst>
              <a:ext uri="{FF2B5EF4-FFF2-40B4-BE49-F238E27FC236}">
                <a16:creationId xmlns:a16="http://schemas.microsoft.com/office/drawing/2014/main" id="{526D31B1-8A70-BB68-FC41-74829EAA04C1}"/>
              </a:ext>
            </a:extLst>
          </p:cNvPr>
          <p:cNvSpPr>
            <a:spLocks noGrp="1"/>
          </p:cNvSpPr>
          <p:nvPr>
            <p:ph idx="1"/>
          </p:nvPr>
        </p:nvSpPr>
        <p:spPr/>
        <p:txBody>
          <a:bodyPr/>
          <a:lstStyle/>
          <a:p>
            <a:r>
              <a:rPr lang="en-US" dirty="0"/>
              <a:t>Method Overloading </a:t>
            </a:r>
          </a:p>
        </p:txBody>
      </p:sp>
      <p:sp>
        <p:nvSpPr>
          <p:cNvPr id="4" name="Footer Placeholder 3">
            <a:extLst>
              <a:ext uri="{FF2B5EF4-FFF2-40B4-BE49-F238E27FC236}">
                <a16:creationId xmlns:a16="http://schemas.microsoft.com/office/drawing/2014/main" id="{04BC8755-4DAA-F72A-2457-60DD7980451F}"/>
              </a:ext>
            </a:extLst>
          </p:cNvPr>
          <p:cNvSpPr>
            <a:spLocks noGrp="1"/>
          </p:cNvSpPr>
          <p:nvPr>
            <p:ph type="ftr" sz="quarter" idx="11"/>
          </p:nvPr>
        </p:nvSpPr>
        <p:spPr/>
        <p:txBody>
          <a:bodyPr/>
          <a:lstStyle/>
          <a:p>
            <a:r>
              <a:rPr lang="en-US"/>
              <a:t>Edited and Reviewed By: I. Bara' Qadomi &amp; I. Bara' Hamadah (FIT, Applied Science Private University)</a:t>
            </a:r>
          </a:p>
        </p:txBody>
      </p:sp>
      <p:pic>
        <p:nvPicPr>
          <p:cNvPr id="5" name="Picture 4">
            <a:extLst>
              <a:ext uri="{FF2B5EF4-FFF2-40B4-BE49-F238E27FC236}">
                <a16:creationId xmlns:a16="http://schemas.microsoft.com/office/drawing/2014/main" id="{E8EFB6D9-DAB5-3D72-7A8D-157B6A9FF3AC}"/>
              </a:ext>
            </a:extLst>
          </p:cNvPr>
          <p:cNvPicPr>
            <a:picLocks noChangeAspect="1"/>
          </p:cNvPicPr>
          <p:nvPr/>
        </p:nvPicPr>
        <p:blipFill>
          <a:blip r:embed="rId2"/>
          <a:stretch>
            <a:fillRect/>
          </a:stretch>
        </p:blipFill>
        <p:spPr>
          <a:xfrm>
            <a:off x="560925" y="2479629"/>
            <a:ext cx="8369259" cy="3634567"/>
          </a:xfrm>
          <a:prstGeom prst="rect">
            <a:avLst/>
          </a:prstGeom>
        </p:spPr>
      </p:pic>
    </p:spTree>
    <p:extLst>
      <p:ext uri="{BB962C8B-B14F-4D97-AF65-F5344CB8AC3E}">
        <p14:creationId xmlns:p14="http://schemas.microsoft.com/office/powerpoint/2010/main" val="1162264288"/>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18AC4-AA2F-082F-0127-AB2362B8B077}"/>
              </a:ext>
            </a:extLst>
          </p:cNvPr>
          <p:cNvSpPr>
            <a:spLocks noGrp="1"/>
          </p:cNvSpPr>
          <p:nvPr>
            <p:ph type="title"/>
          </p:nvPr>
        </p:nvSpPr>
        <p:spPr/>
        <p:txBody>
          <a:bodyPr/>
          <a:lstStyle/>
          <a:p>
            <a:r>
              <a:rPr lang="en-US" altLang="ar-SA" dirty="0"/>
              <a:t>Static Binding </a:t>
            </a:r>
            <a:r>
              <a:rPr lang="en-US" altLang="ar-SA" sz="3600" dirty="0"/>
              <a:t>Example 2</a:t>
            </a:r>
            <a:endParaRPr lang="en-US" dirty="0"/>
          </a:p>
        </p:txBody>
      </p:sp>
      <p:sp>
        <p:nvSpPr>
          <p:cNvPr id="3" name="Content Placeholder 2">
            <a:extLst>
              <a:ext uri="{FF2B5EF4-FFF2-40B4-BE49-F238E27FC236}">
                <a16:creationId xmlns:a16="http://schemas.microsoft.com/office/drawing/2014/main" id="{09ADA573-70E0-665F-3146-A3613EAEB18E}"/>
              </a:ext>
            </a:extLst>
          </p:cNvPr>
          <p:cNvSpPr>
            <a:spLocks noGrp="1"/>
          </p:cNvSpPr>
          <p:nvPr>
            <p:ph idx="1"/>
          </p:nvPr>
        </p:nvSpPr>
        <p:spPr/>
        <p:txBody>
          <a:bodyPr>
            <a:noAutofit/>
          </a:bodyPr>
          <a:lstStyle/>
          <a:p>
            <a:pPr>
              <a:buFontTx/>
              <a:buNone/>
            </a:pPr>
            <a:r>
              <a:rPr lang="en-GB" altLang="ar-SA" sz="2000" b="1" dirty="0">
                <a:solidFill>
                  <a:schemeClr val="bg2">
                    <a:lumMod val="75000"/>
                  </a:schemeClr>
                </a:solidFill>
                <a:latin typeface="Courier New" panose="02070309020205020404" pitchFamily="49" charset="0"/>
              </a:rPr>
              <a:t>//class definition</a:t>
            </a:r>
          </a:p>
          <a:p>
            <a:pPr>
              <a:buFontTx/>
              <a:buNone/>
            </a:pPr>
            <a:r>
              <a:rPr lang="en-GB" altLang="ar-SA" sz="2000" b="1" dirty="0">
                <a:latin typeface="Courier New" panose="02070309020205020404" pitchFamily="49" charset="0"/>
              </a:rPr>
              <a:t>public class </a:t>
            </a:r>
            <a:r>
              <a:rPr lang="en-GB" altLang="ar-SA" sz="2000" b="1" dirty="0" err="1">
                <a:latin typeface="Courier New" panose="02070309020205020404" pitchFamily="49" charset="0"/>
              </a:rPr>
              <a:t>ElectricCar</a:t>
            </a:r>
            <a:r>
              <a:rPr lang="en-GB" altLang="ar-SA" sz="2000" b="1" dirty="0">
                <a:latin typeface="Courier New" panose="02070309020205020404" pitchFamily="49" charset="0"/>
              </a:rPr>
              <a:t> {</a:t>
            </a:r>
          </a:p>
          <a:p>
            <a:pPr>
              <a:buFontTx/>
              <a:buNone/>
            </a:pPr>
            <a:r>
              <a:rPr lang="en-GB" altLang="ar-SA" sz="2000" b="1" dirty="0">
                <a:latin typeface="Courier New" panose="02070309020205020404" pitchFamily="49" charset="0"/>
              </a:rPr>
              <a:t>    public void </a:t>
            </a:r>
            <a:r>
              <a:rPr lang="en-GB" altLang="ar-SA" sz="2000" b="1" dirty="0" err="1">
                <a:solidFill>
                  <a:srgbClr val="795E26"/>
                </a:solidFill>
                <a:latin typeface="Consolas" panose="020B0609020204030204" pitchFamily="49" charset="0"/>
              </a:rPr>
              <a:t>desB</a:t>
            </a:r>
            <a:r>
              <a:rPr lang="en-US" sz="2000" b="1" dirty="0" err="1">
                <a:solidFill>
                  <a:srgbClr val="795E26"/>
                </a:solidFill>
                <a:latin typeface="Consolas" panose="020B0609020204030204" pitchFamily="49" charset="0"/>
              </a:rPr>
              <a:t>atterty</a:t>
            </a:r>
            <a:r>
              <a:rPr lang="en-GB" altLang="ar-SA" sz="2000" b="1" dirty="0">
                <a:solidFill>
                  <a:srgbClr val="795E26"/>
                </a:solidFill>
                <a:latin typeface="Consolas" panose="020B0609020204030204" pitchFamily="49" charset="0"/>
              </a:rPr>
              <a:t>()</a:t>
            </a:r>
          </a:p>
          <a:p>
            <a:pPr>
              <a:buFontTx/>
              <a:buNone/>
            </a:pPr>
            <a:r>
              <a:rPr lang="en-GB" altLang="ar-SA" sz="2000" b="1" dirty="0">
                <a:latin typeface="Courier New" panose="02070309020205020404" pitchFamily="49" charset="0"/>
              </a:rPr>
              <a:t>     {…}</a:t>
            </a:r>
          </a:p>
          <a:p>
            <a:pPr>
              <a:buFontTx/>
              <a:buNone/>
            </a:pPr>
            <a:r>
              <a:rPr lang="en-GB" altLang="ar-SA" sz="2000" b="1" dirty="0">
                <a:latin typeface="Courier New" panose="02070309020205020404" pitchFamily="49" charset="0"/>
              </a:rPr>
              <a:t>}</a:t>
            </a:r>
            <a:r>
              <a:rPr lang="en-GB" altLang="ar-SA" sz="2000" b="1" dirty="0">
                <a:solidFill>
                  <a:schemeClr val="bg2">
                    <a:lumMod val="75000"/>
                  </a:schemeClr>
                </a:solidFill>
                <a:latin typeface="Courier New" panose="02070309020205020404" pitchFamily="49" charset="0"/>
              </a:rPr>
              <a:t>//usage statically bound</a:t>
            </a:r>
          </a:p>
          <a:p>
            <a:pPr>
              <a:buFontTx/>
              <a:buNone/>
            </a:pPr>
            <a:r>
              <a:rPr lang="en-GB" altLang="ar-SA" sz="2000" b="1" dirty="0" err="1">
                <a:latin typeface="Courier New" panose="02070309020205020404" pitchFamily="49" charset="0"/>
              </a:rPr>
              <a:t>ElectricCar</a:t>
            </a:r>
            <a:r>
              <a:rPr lang="en-GB" altLang="ar-SA" sz="2000" b="1" dirty="0">
                <a:latin typeface="Courier New" panose="02070309020205020404" pitchFamily="49" charset="0"/>
              </a:rPr>
              <a:t> car = new </a:t>
            </a:r>
            <a:r>
              <a:rPr lang="en-GB" altLang="ar-SA" sz="2000" b="1" dirty="0" err="1">
                <a:latin typeface="Courier New" panose="02070309020205020404" pitchFamily="49" charset="0"/>
              </a:rPr>
              <a:t>ElectricCar</a:t>
            </a:r>
            <a:r>
              <a:rPr lang="en-GB" altLang="ar-SA" sz="2000" b="1" dirty="0">
                <a:latin typeface="Courier New" panose="02070309020205020404" pitchFamily="49" charset="0"/>
              </a:rPr>
              <a:t>();</a:t>
            </a:r>
          </a:p>
          <a:p>
            <a:pPr>
              <a:buFontTx/>
              <a:buNone/>
            </a:pPr>
            <a:r>
              <a:rPr lang="en-GB" altLang="ar-SA" sz="2000" b="1" dirty="0" err="1">
                <a:latin typeface="Courier New" panose="02070309020205020404" pitchFamily="49" charset="0"/>
              </a:rPr>
              <a:t>car.</a:t>
            </a:r>
            <a:r>
              <a:rPr lang="en-GB" altLang="ar-SA" sz="2000" b="1" dirty="0" err="1">
                <a:solidFill>
                  <a:srgbClr val="795E26"/>
                </a:solidFill>
                <a:latin typeface="Consolas" panose="020B0609020204030204" pitchFamily="49" charset="0"/>
              </a:rPr>
              <a:t>desB</a:t>
            </a:r>
            <a:r>
              <a:rPr lang="en-US" sz="2000" b="1" dirty="0" err="1">
                <a:solidFill>
                  <a:srgbClr val="795E26"/>
                </a:solidFill>
                <a:latin typeface="Consolas" panose="020B0609020204030204" pitchFamily="49" charset="0"/>
              </a:rPr>
              <a:t>atterty</a:t>
            </a:r>
            <a:r>
              <a:rPr lang="en-GB" altLang="ar-SA" sz="2000" b="1" dirty="0">
                <a:solidFill>
                  <a:srgbClr val="795E26"/>
                </a:solidFill>
                <a:latin typeface="Consolas" panose="020B0609020204030204" pitchFamily="49" charset="0"/>
              </a:rPr>
              <a:t>()</a:t>
            </a:r>
            <a:r>
              <a:rPr lang="en-GB" altLang="ar-SA" sz="2000" b="1" dirty="0">
                <a:latin typeface="Courier New" panose="02070309020205020404" pitchFamily="49" charset="0"/>
              </a:rPr>
              <a:t>;</a:t>
            </a:r>
          </a:p>
        </p:txBody>
      </p:sp>
      <p:sp>
        <p:nvSpPr>
          <p:cNvPr id="4" name="Footer Placeholder 3">
            <a:extLst>
              <a:ext uri="{FF2B5EF4-FFF2-40B4-BE49-F238E27FC236}">
                <a16:creationId xmlns:a16="http://schemas.microsoft.com/office/drawing/2014/main" id="{EC418F15-ECB0-BC1E-E47B-700E59FC6D4C}"/>
              </a:ext>
            </a:extLst>
          </p:cNvPr>
          <p:cNvSpPr>
            <a:spLocks noGrp="1"/>
          </p:cNvSpPr>
          <p:nvPr>
            <p:ph type="ftr" sz="quarter" idx="11"/>
          </p:nvPr>
        </p:nvSpPr>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871378257"/>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E240C-7871-8213-6188-E9008910890B}"/>
              </a:ext>
            </a:extLst>
          </p:cNvPr>
          <p:cNvSpPr>
            <a:spLocks noGrp="1"/>
          </p:cNvSpPr>
          <p:nvPr>
            <p:ph type="title"/>
          </p:nvPr>
        </p:nvSpPr>
        <p:spPr/>
        <p:txBody>
          <a:bodyPr/>
          <a:lstStyle/>
          <a:p>
            <a:r>
              <a:rPr lang="en-US" altLang="ar-SA" dirty="0"/>
              <a:t>Static Binding </a:t>
            </a:r>
            <a:r>
              <a:rPr lang="en-US" altLang="ar-SA" sz="3600" dirty="0"/>
              <a:t>Example 3</a:t>
            </a:r>
            <a:endParaRPr lang="en-US" dirty="0"/>
          </a:p>
        </p:txBody>
      </p:sp>
      <p:sp>
        <p:nvSpPr>
          <p:cNvPr id="3" name="Content Placeholder 2">
            <a:extLst>
              <a:ext uri="{FF2B5EF4-FFF2-40B4-BE49-F238E27FC236}">
                <a16:creationId xmlns:a16="http://schemas.microsoft.com/office/drawing/2014/main" id="{48A01405-A99F-462F-8D31-21A263A601A7}"/>
              </a:ext>
            </a:extLst>
          </p:cNvPr>
          <p:cNvSpPr>
            <a:spLocks noGrp="1"/>
          </p:cNvSpPr>
          <p:nvPr>
            <p:ph idx="1"/>
          </p:nvPr>
        </p:nvSpPr>
        <p:spPr>
          <a:xfrm>
            <a:off x="348791" y="1845733"/>
            <a:ext cx="11481847" cy="4354899"/>
          </a:xfrm>
        </p:spPr>
        <p:txBody>
          <a:bodyPr>
            <a:noAutofit/>
          </a:bodyPr>
          <a:lstStyle/>
          <a:p>
            <a:pPr>
              <a:lnSpc>
                <a:spcPct val="90000"/>
              </a:lnSpc>
              <a:buFontTx/>
              <a:buNone/>
            </a:pPr>
            <a:r>
              <a:rPr lang="en-GB" altLang="ar-SA" sz="2000" b="1" dirty="0">
                <a:latin typeface="Courier New" panose="02070309020205020404" pitchFamily="49" charset="0"/>
              </a:rPr>
              <a:t>public class Car {</a:t>
            </a:r>
          </a:p>
          <a:p>
            <a:pPr>
              <a:lnSpc>
                <a:spcPct val="90000"/>
              </a:lnSpc>
              <a:buFontTx/>
              <a:buNone/>
            </a:pPr>
            <a:r>
              <a:rPr lang="en-GB" altLang="ar-SA" sz="2000" b="1" dirty="0">
                <a:latin typeface="Courier New" panose="02070309020205020404" pitchFamily="49" charset="0"/>
              </a:rPr>
              <a:t>   public void </a:t>
            </a:r>
            <a:r>
              <a:rPr lang="en-GB" altLang="ar-SA" sz="2000" b="1" dirty="0">
                <a:solidFill>
                  <a:srgbClr val="795E26"/>
                </a:solidFill>
                <a:latin typeface="Consolas" panose="020B0609020204030204" pitchFamily="49" charset="0"/>
              </a:rPr>
              <a:t>start() </a:t>
            </a:r>
            <a:r>
              <a:rPr lang="en-GB" altLang="ar-SA" sz="2000" b="1" dirty="0">
                <a:latin typeface="Courier New" panose="02070309020205020404" pitchFamily="49" charset="0"/>
              </a:rPr>
              <a:t>{…}</a:t>
            </a:r>
          </a:p>
          <a:p>
            <a:pPr>
              <a:lnSpc>
                <a:spcPct val="90000"/>
              </a:lnSpc>
              <a:buFontTx/>
              <a:buNone/>
            </a:pPr>
            <a:r>
              <a:rPr lang="en-GB" altLang="ar-SA" sz="2000" b="1" dirty="0">
                <a:latin typeface="Courier New" panose="02070309020205020404" pitchFamily="49" charset="0"/>
              </a:rPr>
              <a:t>   public void stop() {…}</a:t>
            </a:r>
          </a:p>
          <a:p>
            <a:pPr>
              <a:lnSpc>
                <a:spcPct val="90000"/>
              </a:lnSpc>
              <a:buFontTx/>
              <a:buNone/>
            </a:pPr>
            <a:r>
              <a:rPr lang="en-GB" altLang="ar-SA" sz="2000" b="1" dirty="0">
                <a:latin typeface="Courier New" panose="02070309020205020404" pitchFamily="49" charset="0"/>
              </a:rPr>
              <a:t>}</a:t>
            </a:r>
          </a:p>
          <a:p>
            <a:pPr>
              <a:lnSpc>
                <a:spcPct val="90000"/>
              </a:lnSpc>
              <a:buFontTx/>
              <a:buNone/>
            </a:pPr>
            <a:r>
              <a:rPr lang="en-GB" altLang="ar-SA" sz="2000" b="1" dirty="0">
                <a:latin typeface="Courier New" panose="02070309020205020404" pitchFamily="49" charset="0"/>
              </a:rPr>
              <a:t>public class </a:t>
            </a:r>
            <a:r>
              <a:rPr lang="en-GB" altLang="ar-SA" sz="2000" b="1" dirty="0" err="1">
                <a:latin typeface="Courier New" panose="02070309020205020404" pitchFamily="49" charset="0"/>
              </a:rPr>
              <a:t>ElectricCar</a:t>
            </a:r>
            <a:r>
              <a:rPr lang="en-GB" altLang="ar-SA" sz="2000" b="1" dirty="0">
                <a:latin typeface="Courier New" panose="02070309020205020404" pitchFamily="49" charset="0"/>
              </a:rPr>
              <a:t> </a:t>
            </a:r>
            <a:r>
              <a:rPr lang="en-GB" altLang="ar-SA" sz="2000" b="1" dirty="0">
                <a:solidFill>
                  <a:srgbClr val="7030A0"/>
                </a:solidFill>
                <a:latin typeface="Courier New" panose="02070309020205020404" pitchFamily="49" charset="0"/>
              </a:rPr>
              <a:t>extends</a:t>
            </a:r>
            <a:r>
              <a:rPr lang="en-GB" altLang="ar-SA" sz="2000" b="1" dirty="0">
                <a:latin typeface="Courier New" panose="02070309020205020404" pitchFamily="49" charset="0"/>
              </a:rPr>
              <a:t> Car() {</a:t>
            </a:r>
          </a:p>
          <a:p>
            <a:pPr>
              <a:lnSpc>
                <a:spcPct val="90000"/>
              </a:lnSpc>
              <a:buFontTx/>
              <a:buNone/>
            </a:pPr>
            <a:r>
              <a:rPr lang="en-GB" altLang="ar-SA" sz="2000" b="1" dirty="0">
                <a:solidFill>
                  <a:schemeClr val="bg2">
                    <a:lumMod val="75000"/>
                  </a:schemeClr>
                </a:solidFill>
                <a:latin typeface="Courier New" panose="02070309020205020404" pitchFamily="49" charset="0"/>
              </a:rPr>
              <a:t>  //overridden</a:t>
            </a:r>
          </a:p>
          <a:p>
            <a:pPr>
              <a:lnSpc>
                <a:spcPct val="90000"/>
              </a:lnSpc>
              <a:buFontTx/>
              <a:buNone/>
            </a:pPr>
            <a:r>
              <a:rPr lang="en-GB" altLang="ar-SA" sz="2000" b="1" dirty="0">
                <a:latin typeface="Courier New" panose="02070309020205020404" pitchFamily="49" charset="0"/>
              </a:rPr>
              <a:t>  public void </a:t>
            </a:r>
            <a:r>
              <a:rPr lang="en-GB" altLang="ar-SA" sz="2000" b="1" dirty="0">
                <a:solidFill>
                  <a:srgbClr val="795E26"/>
                </a:solidFill>
                <a:latin typeface="Consolas" panose="020B0609020204030204" pitchFamily="49" charset="0"/>
              </a:rPr>
              <a:t>start() </a:t>
            </a:r>
            <a:r>
              <a:rPr lang="en-GB" altLang="ar-SA" sz="2000" b="1" dirty="0">
                <a:latin typeface="Courier New" panose="02070309020205020404" pitchFamily="49" charset="0"/>
              </a:rPr>
              <a:t>{…}</a:t>
            </a:r>
          </a:p>
          <a:p>
            <a:pPr>
              <a:lnSpc>
                <a:spcPct val="90000"/>
              </a:lnSpc>
              <a:buFontTx/>
              <a:buNone/>
            </a:pPr>
            <a:r>
              <a:rPr lang="en-GB" altLang="ar-SA" sz="2000" b="1" dirty="0">
                <a:latin typeface="Courier New" panose="02070309020205020404" pitchFamily="49" charset="0"/>
              </a:rPr>
              <a:t>  public void </a:t>
            </a:r>
            <a:r>
              <a:rPr lang="en-GB" altLang="ar-SA" sz="2000" b="1" dirty="0" err="1">
                <a:latin typeface="Courier New" panose="02070309020205020404" pitchFamily="49" charset="0"/>
              </a:rPr>
              <a:t>desB</a:t>
            </a:r>
            <a:r>
              <a:rPr lang="en-US" sz="2000" b="1" dirty="0" err="1">
                <a:latin typeface="Courier New" panose="02070309020205020404" pitchFamily="49" charset="0"/>
              </a:rPr>
              <a:t>atterty</a:t>
            </a:r>
            <a:r>
              <a:rPr lang="en-GB" altLang="ar-SA" sz="2000" b="1" dirty="0">
                <a:latin typeface="Courier New" panose="02070309020205020404" pitchFamily="49" charset="0"/>
              </a:rPr>
              <a:t>() {…}</a:t>
            </a:r>
          </a:p>
          <a:p>
            <a:pPr>
              <a:lnSpc>
                <a:spcPct val="90000"/>
              </a:lnSpc>
              <a:buFontTx/>
              <a:buNone/>
            </a:pPr>
            <a:r>
              <a:rPr lang="en-GB" altLang="ar-SA" sz="2000" b="1" dirty="0">
                <a:latin typeface="Courier New" panose="02070309020205020404" pitchFamily="49" charset="0"/>
              </a:rPr>
              <a:t>}</a:t>
            </a:r>
            <a:endParaRPr lang="en-US" sz="2000" b="1" dirty="0"/>
          </a:p>
        </p:txBody>
      </p:sp>
      <p:sp>
        <p:nvSpPr>
          <p:cNvPr id="4" name="Footer Placeholder 3">
            <a:extLst>
              <a:ext uri="{FF2B5EF4-FFF2-40B4-BE49-F238E27FC236}">
                <a16:creationId xmlns:a16="http://schemas.microsoft.com/office/drawing/2014/main" id="{BD020A74-9C8F-7C33-B123-EA27392C57A3}"/>
              </a:ext>
            </a:extLst>
          </p:cNvPr>
          <p:cNvSpPr>
            <a:spLocks noGrp="1"/>
          </p:cNvSpPr>
          <p:nvPr>
            <p:ph type="ftr" sz="quarter" idx="11"/>
          </p:nvPr>
        </p:nvSpPr>
        <p:spPr/>
        <p:txBody>
          <a:bodyPr/>
          <a:lstStyle/>
          <a:p>
            <a:r>
              <a:rPr lang="en-US"/>
              <a:t>Edited and Reviewed By: I. Bara' Qadomi &amp; I. Bara' Hamadah (FIT, Applied Science Private University)</a:t>
            </a:r>
          </a:p>
        </p:txBody>
      </p:sp>
      <p:sp>
        <p:nvSpPr>
          <p:cNvPr id="6" name="TextBox 5">
            <a:extLst>
              <a:ext uri="{FF2B5EF4-FFF2-40B4-BE49-F238E27FC236}">
                <a16:creationId xmlns:a16="http://schemas.microsoft.com/office/drawing/2014/main" id="{CFD75746-917F-7EA0-1B4F-E0196F262C94}"/>
              </a:ext>
            </a:extLst>
          </p:cNvPr>
          <p:cNvSpPr txBox="1"/>
          <p:nvPr/>
        </p:nvSpPr>
        <p:spPr>
          <a:xfrm>
            <a:off x="6330099" y="2469774"/>
            <a:ext cx="6098344" cy="1206933"/>
          </a:xfrm>
          <a:prstGeom prst="rect">
            <a:avLst/>
          </a:prstGeom>
          <a:noFill/>
          <a:ln w="19050">
            <a:solidFill>
              <a:schemeClr val="tx1"/>
            </a:solidFill>
          </a:ln>
        </p:spPr>
        <p:txBody>
          <a:bodyPr wrap="square">
            <a:spAutoFit/>
          </a:bodyPr>
          <a:lstStyle/>
          <a:p>
            <a:pPr>
              <a:lnSpc>
                <a:spcPct val="90000"/>
              </a:lnSpc>
              <a:buNone/>
            </a:pPr>
            <a:r>
              <a:rPr lang="en-GB" altLang="ar-SA" sz="2000" b="1" dirty="0">
                <a:solidFill>
                  <a:srgbClr val="FF0000"/>
                </a:solidFill>
                <a:latin typeface="Courier New" panose="02070309020205020404" pitchFamily="49" charset="0"/>
                <a:cs typeface="Courier New" panose="02070309020205020404" pitchFamily="49" charset="0"/>
              </a:rPr>
              <a:t> </a:t>
            </a:r>
            <a:r>
              <a:rPr lang="en-GB" altLang="ar-SA" sz="2000" b="1" dirty="0">
                <a:solidFill>
                  <a:schemeClr val="bg2">
                    <a:lumMod val="75000"/>
                  </a:schemeClr>
                </a:solidFill>
                <a:latin typeface="Courier New" panose="02070309020205020404" pitchFamily="49" charset="0"/>
                <a:cs typeface="Courier New" panose="02070309020205020404" pitchFamily="49" charset="0"/>
              </a:rPr>
              <a:t>//reference is to subclass</a:t>
            </a:r>
          </a:p>
          <a:p>
            <a:pPr>
              <a:lnSpc>
                <a:spcPct val="90000"/>
              </a:lnSpc>
              <a:buFontTx/>
              <a:buNone/>
            </a:pPr>
            <a:r>
              <a:rPr lang="en-GB" altLang="ar-SA" sz="2000" b="1" dirty="0">
                <a:solidFill>
                  <a:schemeClr val="bg2">
                    <a:lumMod val="75000"/>
                  </a:schemeClr>
                </a:solidFill>
                <a:latin typeface="Courier New" panose="02070309020205020404" pitchFamily="49" charset="0"/>
                <a:cs typeface="Courier New" panose="02070309020205020404" pitchFamily="49" charset="0"/>
              </a:rPr>
              <a:t>  //usage still statically bound</a:t>
            </a:r>
          </a:p>
          <a:p>
            <a:pPr>
              <a:lnSpc>
                <a:spcPct val="90000"/>
              </a:lnSpc>
              <a:buFontTx/>
              <a:buNone/>
            </a:pPr>
            <a:r>
              <a:rPr lang="en-GB" altLang="ar-SA" sz="2000" b="1" dirty="0" err="1">
                <a:latin typeface="Courier New" panose="02070309020205020404" pitchFamily="49" charset="0"/>
                <a:cs typeface="Courier New" panose="02070309020205020404" pitchFamily="49" charset="0"/>
              </a:rPr>
              <a:t>ElectricCar</a:t>
            </a:r>
            <a:r>
              <a:rPr lang="en-GB" altLang="ar-SA" sz="2000" b="1" dirty="0">
                <a:latin typeface="Courier New" panose="02070309020205020404" pitchFamily="49" charset="0"/>
                <a:cs typeface="Courier New" panose="02070309020205020404" pitchFamily="49" charset="0"/>
              </a:rPr>
              <a:t> </a:t>
            </a:r>
            <a:r>
              <a:rPr lang="en-GB" altLang="ar-SA" sz="2000" b="1" dirty="0" err="1">
                <a:solidFill>
                  <a:schemeClr val="bg2">
                    <a:lumMod val="75000"/>
                  </a:schemeClr>
                </a:solidFill>
                <a:latin typeface="Courier New" panose="02070309020205020404" pitchFamily="49" charset="0"/>
                <a:cs typeface="Courier New" panose="02070309020205020404" pitchFamily="49" charset="0"/>
              </a:rPr>
              <a:t>myCar</a:t>
            </a:r>
            <a:r>
              <a:rPr lang="en-GB" altLang="ar-SA" sz="2000" b="1" dirty="0">
                <a:latin typeface="Courier New" panose="02070309020205020404" pitchFamily="49" charset="0"/>
                <a:cs typeface="Courier New" panose="02070309020205020404" pitchFamily="49" charset="0"/>
              </a:rPr>
              <a:t> = new </a:t>
            </a:r>
            <a:r>
              <a:rPr lang="en-GB" altLang="ar-SA" sz="2000" b="1" dirty="0" err="1">
                <a:latin typeface="Courier New" panose="02070309020205020404" pitchFamily="49" charset="0"/>
                <a:cs typeface="Courier New" panose="02070309020205020404" pitchFamily="49" charset="0"/>
              </a:rPr>
              <a:t>ElectricCar</a:t>
            </a:r>
            <a:r>
              <a:rPr lang="en-GB" altLang="ar-SA" sz="2000" b="1" dirty="0">
                <a:latin typeface="Courier New" panose="02070309020205020404" pitchFamily="49" charset="0"/>
                <a:cs typeface="Courier New" panose="02070309020205020404" pitchFamily="49" charset="0"/>
              </a:rPr>
              <a:t>();</a:t>
            </a:r>
          </a:p>
          <a:p>
            <a:pPr>
              <a:lnSpc>
                <a:spcPct val="90000"/>
              </a:lnSpc>
              <a:buFontTx/>
              <a:buNone/>
            </a:pPr>
            <a:r>
              <a:rPr lang="en-GB" altLang="ar-SA" sz="2000" b="1" dirty="0" err="1">
                <a:solidFill>
                  <a:schemeClr val="bg2">
                    <a:lumMod val="75000"/>
                  </a:schemeClr>
                </a:solidFill>
                <a:latin typeface="Courier New" panose="02070309020205020404" pitchFamily="49" charset="0"/>
                <a:cs typeface="Courier New" panose="02070309020205020404" pitchFamily="49" charset="0"/>
              </a:rPr>
              <a:t>myCar</a:t>
            </a:r>
            <a:r>
              <a:rPr lang="en-GB" altLang="ar-SA" sz="2000" b="1" dirty="0" err="1">
                <a:latin typeface="Courier New" panose="02070309020205020404" pitchFamily="49" charset="0"/>
                <a:cs typeface="Courier New" panose="02070309020205020404" pitchFamily="49" charset="0"/>
              </a:rPr>
              <a:t>.</a:t>
            </a:r>
            <a:r>
              <a:rPr lang="en-GB" altLang="ar-SA" sz="2000" b="1" dirty="0" err="1">
                <a:solidFill>
                  <a:srgbClr val="795E26"/>
                </a:solidFill>
                <a:latin typeface="Courier New" panose="02070309020205020404" pitchFamily="49" charset="0"/>
                <a:cs typeface="Courier New" panose="02070309020205020404" pitchFamily="49" charset="0"/>
              </a:rPr>
              <a:t>start</a:t>
            </a:r>
            <a:r>
              <a:rPr lang="en-GB" altLang="ar-SA" sz="2000" b="1" dirty="0">
                <a:solidFill>
                  <a:srgbClr val="795E26"/>
                </a:solidFill>
                <a:latin typeface="Courier New" panose="02070309020205020404" pitchFamily="49" charset="0"/>
                <a:cs typeface="Courier New" panose="02070309020205020404" pitchFamily="49" charset="0"/>
              </a:rPr>
              <a:t>()</a:t>
            </a:r>
            <a:r>
              <a:rPr lang="en-GB" altLang="ar-SA" sz="2000" b="1" dirty="0">
                <a:latin typeface="Courier New" panose="02070309020205020404" pitchFamily="49" charset="0"/>
                <a:cs typeface="Courier New" panose="02070309020205020404" pitchFamily="49" charset="0"/>
              </a:rPr>
              <a:t>;</a:t>
            </a:r>
            <a:endParaRPr lang="en-US" sz="2000"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32742420"/>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6B032-C1D1-DC7B-CF2F-17C8EDEF87F4}"/>
              </a:ext>
            </a:extLst>
          </p:cNvPr>
          <p:cNvSpPr>
            <a:spLocks noGrp="1"/>
          </p:cNvSpPr>
          <p:nvPr>
            <p:ph type="title"/>
          </p:nvPr>
        </p:nvSpPr>
        <p:spPr/>
        <p:txBody>
          <a:bodyPr/>
          <a:lstStyle/>
          <a:p>
            <a:r>
              <a:rPr lang="en-GB" altLang="ar-SA" dirty="0"/>
              <a:t>Dynamic Binding</a:t>
            </a:r>
            <a:endParaRPr lang="en-US" dirty="0"/>
          </a:p>
        </p:txBody>
      </p:sp>
      <p:sp>
        <p:nvSpPr>
          <p:cNvPr id="3" name="Content Placeholder 2">
            <a:extLst>
              <a:ext uri="{FF2B5EF4-FFF2-40B4-BE49-F238E27FC236}">
                <a16:creationId xmlns:a16="http://schemas.microsoft.com/office/drawing/2014/main" id="{403C3266-4066-2477-1168-6ADE5CF5C661}"/>
              </a:ext>
            </a:extLst>
          </p:cNvPr>
          <p:cNvSpPr>
            <a:spLocks noGrp="1"/>
          </p:cNvSpPr>
          <p:nvPr>
            <p:ph idx="1"/>
          </p:nvPr>
        </p:nvSpPr>
        <p:spPr>
          <a:xfrm>
            <a:off x="348791" y="1845733"/>
            <a:ext cx="11481847" cy="4473179"/>
          </a:xfrm>
        </p:spPr>
        <p:txBody>
          <a:bodyPr>
            <a:noAutofit/>
          </a:bodyPr>
          <a:lstStyle/>
          <a:p>
            <a:pPr marL="457200" indent="-457200">
              <a:lnSpc>
                <a:spcPct val="90000"/>
              </a:lnSpc>
            </a:pPr>
            <a:r>
              <a:rPr lang="en-US" altLang="ar-SA" dirty="0"/>
              <a:t>Java performs </a:t>
            </a:r>
            <a:r>
              <a:rPr lang="en-US" altLang="ar-SA" i="1" dirty="0"/>
              <a:t>dynamic binding </a:t>
            </a:r>
            <a:r>
              <a:rPr lang="en-US" altLang="ar-SA" dirty="0"/>
              <a:t>or </a:t>
            </a:r>
            <a:r>
              <a:rPr lang="en-US" altLang="ar-SA" i="1" dirty="0"/>
              <a:t>late binding </a:t>
            </a:r>
            <a:r>
              <a:rPr lang="en-US" altLang="ar-SA" dirty="0"/>
              <a:t>when a variable contains a </a:t>
            </a:r>
            <a:r>
              <a:rPr lang="en-US" altLang="ar-SA" dirty="0">
                <a:solidFill>
                  <a:schemeClr val="bg2">
                    <a:lumMod val="75000"/>
                  </a:schemeClr>
                </a:solidFill>
              </a:rPr>
              <a:t>polymorphic reference.</a:t>
            </a:r>
          </a:p>
          <a:p>
            <a:pPr marL="457200" indent="-457200">
              <a:lnSpc>
                <a:spcPct val="90000"/>
              </a:lnSpc>
            </a:pPr>
            <a:r>
              <a:rPr lang="en-US" altLang="ar-SA" dirty="0"/>
              <a:t>The Java Virtual Machine determines at runtime which method to call, depending on the type of object that the variable references.</a:t>
            </a:r>
          </a:p>
          <a:p>
            <a:pPr marL="457200" indent="-457200">
              <a:lnSpc>
                <a:spcPct val="90000"/>
              </a:lnSpc>
            </a:pPr>
            <a:r>
              <a:rPr lang="en-GB" altLang="ar-SA" dirty="0"/>
              <a:t>Achieved at runtime</a:t>
            </a:r>
          </a:p>
          <a:p>
            <a:pPr lvl="1">
              <a:lnSpc>
                <a:spcPct val="90000"/>
              </a:lnSpc>
            </a:pPr>
            <a:r>
              <a:rPr lang="en-GB" altLang="ar-SA" dirty="0"/>
              <a:t>When the class of an object cannot be determined at compile time</a:t>
            </a:r>
          </a:p>
          <a:p>
            <a:pPr lvl="1">
              <a:lnSpc>
                <a:spcPct val="90000"/>
              </a:lnSpc>
            </a:pPr>
            <a:r>
              <a:rPr lang="en-GB" altLang="ar-SA" dirty="0"/>
              <a:t>Means the JVM (not the compiler) must bind a method call to its implementation</a:t>
            </a:r>
          </a:p>
          <a:p>
            <a:pPr marL="457200" indent="-457200">
              <a:lnSpc>
                <a:spcPct val="90000"/>
              </a:lnSpc>
            </a:pPr>
            <a:r>
              <a:rPr lang="en-GB" altLang="ar-SA" dirty="0"/>
              <a:t>Instances of a </a:t>
            </a:r>
            <a:r>
              <a:rPr lang="en-GB" altLang="ar-SA" i="1" dirty="0">
                <a:solidFill>
                  <a:schemeClr val="bg2">
                    <a:lumMod val="75000"/>
                  </a:schemeClr>
                </a:solidFill>
              </a:rPr>
              <a:t>subclass</a:t>
            </a:r>
            <a:r>
              <a:rPr lang="en-GB" altLang="ar-SA" dirty="0"/>
              <a:t> can be treated as if they were an instance of the </a:t>
            </a:r>
            <a:r>
              <a:rPr lang="en-GB" altLang="ar-SA" i="1" dirty="0">
                <a:solidFill>
                  <a:schemeClr val="bg2">
                    <a:lumMod val="75000"/>
                  </a:schemeClr>
                </a:solidFill>
              </a:rPr>
              <a:t>superclass</a:t>
            </a:r>
          </a:p>
          <a:p>
            <a:pPr marL="997200" lvl="1" indent="-457200">
              <a:lnSpc>
                <a:spcPct val="90000"/>
              </a:lnSpc>
            </a:pPr>
            <a:r>
              <a:rPr lang="en-GB" altLang="ar-SA" dirty="0"/>
              <a:t>Therefore the compiler doesn’t know its type, just its </a:t>
            </a:r>
            <a:r>
              <a:rPr lang="en-GB" altLang="ar-SA" i="1" dirty="0">
                <a:solidFill>
                  <a:schemeClr val="bg2">
                    <a:lumMod val="75000"/>
                  </a:schemeClr>
                </a:solidFill>
              </a:rPr>
              <a:t>supertype</a:t>
            </a:r>
            <a:r>
              <a:rPr lang="en-GB" altLang="ar-SA" dirty="0"/>
              <a:t>.</a:t>
            </a:r>
          </a:p>
          <a:p>
            <a:pPr marL="0" indent="0">
              <a:buNone/>
            </a:pPr>
            <a:endParaRPr lang="en-US" dirty="0"/>
          </a:p>
        </p:txBody>
      </p:sp>
      <p:sp>
        <p:nvSpPr>
          <p:cNvPr id="4" name="Footer Placeholder 3">
            <a:extLst>
              <a:ext uri="{FF2B5EF4-FFF2-40B4-BE49-F238E27FC236}">
                <a16:creationId xmlns:a16="http://schemas.microsoft.com/office/drawing/2014/main" id="{E0C5B6BC-A580-1880-CC84-493EF235AE02}"/>
              </a:ext>
            </a:extLst>
          </p:cNvPr>
          <p:cNvSpPr>
            <a:spLocks noGrp="1"/>
          </p:cNvSpPr>
          <p:nvPr>
            <p:ph type="ftr" sz="quarter" idx="11"/>
          </p:nvPr>
        </p:nvSpPr>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549782555"/>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02793-1B1B-5938-6853-0FA039B88179}"/>
              </a:ext>
            </a:extLst>
          </p:cNvPr>
          <p:cNvSpPr>
            <a:spLocks noGrp="1"/>
          </p:cNvSpPr>
          <p:nvPr>
            <p:ph type="title"/>
          </p:nvPr>
        </p:nvSpPr>
        <p:spPr/>
        <p:txBody>
          <a:bodyPr/>
          <a:lstStyle/>
          <a:p>
            <a:r>
              <a:rPr lang="en-US" altLang="ar-SA" dirty="0"/>
              <a:t>Dynamic Binding </a:t>
            </a:r>
            <a:r>
              <a:rPr lang="en-US" altLang="ar-SA" sz="3600" dirty="0"/>
              <a:t>Example 1</a:t>
            </a:r>
            <a:endParaRPr lang="en-US" dirty="0"/>
          </a:p>
        </p:txBody>
      </p:sp>
      <p:sp>
        <p:nvSpPr>
          <p:cNvPr id="3" name="Content Placeholder 2">
            <a:extLst>
              <a:ext uri="{FF2B5EF4-FFF2-40B4-BE49-F238E27FC236}">
                <a16:creationId xmlns:a16="http://schemas.microsoft.com/office/drawing/2014/main" id="{ED22A508-B6AB-0221-3A5A-2CEFED344232}"/>
              </a:ext>
            </a:extLst>
          </p:cNvPr>
          <p:cNvSpPr>
            <a:spLocks noGrp="1"/>
          </p:cNvSpPr>
          <p:nvPr>
            <p:ph idx="1"/>
          </p:nvPr>
        </p:nvSpPr>
        <p:spPr/>
        <p:txBody>
          <a:bodyPr>
            <a:noAutofit/>
          </a:bodyPr>
          <a:lstStyle/>
          <a:p>
            <a:pPr>
              <a:lnSpc>
                <a:spcPct val="90000"/>
              </a:lnSpc>
              <a:buFontTx/>
              <a:buNone/>
            </a:pPr>
            <a:r>
              <a:rPr lang="en-GB" altLang="ar-SA" sz="2000" b="1" dirty="0">
                <a:latin typeface="Courier New" panose="02070309020205020404" pitchFamily="49" charset="0"/>
              </a:rPr>
              <a:t>public class Car {</a:t>
            </a:r>
          </a:p>
          <a:p>
            <a:pPr>
              <a:lnSpc>
                <a:spcPct val="90000"/>
              </a:lnSpc>
              <a:buFontTx/>
              <a:buNone/>
            </a:pPr>
            <a:r>
              <a:rPr lang="en-GB" altLang="ar-SA" sz="2000" b="1" dirty="0">
                <a:latin typeface="Courier New" panose="02070309020205020404" pitchFamily="49" charset="0"/>
              </a:rPr>
              <a:t>   public void </a:t>
            </a:r>
            <a:r>
              <a:rPr lang="en-GB" altLang="ar-SA" sz="2000" b="1" dirty="0">
                <a:solidFill>
                  <a:srgbClr val="795E26"/>
                </a:solidFill>
                <a:latin typeface="Consolas" panose="020B0609020204030204" pitchFamily="49" charset="0"/>
              </a:rPr>
              <a:t>start() </a:t>
            </a:r>
            <a:r>
              <a:rPr lang="en-GB" altLang="ar-SA" sz="2000" b="1" dirty="0">
                <a:latin typeface="Courier New" panose="02070309020205020404" pitchFamily="49" charset="0"/>
              </a:rPr>
              <a:t>{…}</a:t>
            </a:r>
          </a:p>
          <a:p>
            <a:pPr>
              <a:lnSpc>
                <a:spcPct val="90000"/>
              </a:lnSpc>
              <a:buFontTx/>
              <a:buNone/>
            </a:pPr>
            <a:r>
              <a:rPr lang="en-GB" altLang="ar-SA" sz="2000" b="1" dirty="0">
                <a:latin typeface="Courier New" panose="02070309020205020404" pitchFamily="49" charset="0"/>
              </a:rPr>
              <a:t>   public void stop() {…}</a:t>
            </a:r>
          </a:p>
          <a:p>
            <a:pPr>
              <a:lnSpc>
                <a:spcPct val="90000"/>
              </a:lnSpc>
              <a:buFontTx/>
              <a:buNone/>
            </a:pPr>
            <a:r>
              <a:rPr lang="en-GB" altLang="ar-SA" sz="2000" b="1" dirty="0">
                <a:latin typeface="Courier New" panose="02070309020205020404" pitchFamily="49" charset="0"/>
              </a:rPr>
              <a:t>}public class </a:t>
            </a:r>
            <a:r>
              <a:rPr lang="en-GB" altLang="ar-SA" sz="2000" b="1" dirty="0" err="1">
                <a:latin typeface="Courier New" panose="02070309020205020404" pitchFamily="49" charset="0"/>
              </a:rPr>
              <a:t>ElectricCar</a:t>
            </a:r>
            <a:r>
              <a:rPr lang="en-GB" altLang="ar-SA" sz="2000" b="1" dirty="0">
                <a:latin typeface="Courier New" panose="02070309020205020404" pitchFamily="49" charset="0"/>
              </a:rPr>
              <a:t> </a:t>
            </a:r>
            <a:r>
              <a:rPr lang="en-GB" altLang="ar-SA" sz="2000" b="1" dirty="0">
                <a:solidFill>
                  <a:schemeClr val="bg2">
                    <a:lumMod val="75000"/>
                  </a:schemeClr>
                </a:solidFill>
                <a:latin typeface="Courier New" panose="02070309020205020404" pitchFamily="49" charset="0"/>
              </a:rPr>
              <a:t>extends</a:t>
            </a:r>
            <a:r>
              <a:rPr lang="en-GB" altLang="ar-SA" sz="2000" b="1" dirty="0">
                <a:latin typeface="Courier New" panose="02070309020205020404" pitchFamily="49" charset="0"/>
              </a:rPr>
              <a:t> Car() {</a:t>
            </a:r>
          </a:p>
          <a:p>
            <a:pPr>
              <a:lnSpc>
                <a:spcPct val="90000"/>
              </a:lnSpc>
              <a:buFontTx/>
              <a:buNone/>
            </a:pPr>
            <a:r>
              <a:rPr lang="en-GB" altLang="ar-SA" sz="2000" b="1" dirty="0">
                <a:latin typeface="Courier New" panose="02070309020205020404" pitchFamily="49" charset="0"/>
              </a:rPr>
              <a:t>  </a:t>
            </a:r>
            <a:r>
              <a:rPr lang="en-GB" altLang="ar-SA" sz="2000" b="1" dirty="0">
                <a:solidFill>
                  <a:schemeClr val="bg2">
                    <a:lumMod val="75000"/>
                  </a:schemeClr>
                </a:solidFill>
                <a:latin typeface="Courier New" panose="02070309020205020404" pitchFamily="49" charset="0"/>
              </a:rPr>
              <a:t>//overridden</a:t>
            </a:r>
          </a:p>
          <a:p>
            <a:pPr>
              <a:lnSpc>
                <a:spcPct val="90000"/>
              </a:lnSpc>
              <a:buFontTx/>
              <a:buNone/>
            </a:pPr>
            <a:r>
              <a:rPr lang="en-GB" altLang="ar-SA" sz="2000" b="1" dirty="0">
                <a:latin typeface="Courier New" panose="02070309020205020404" pitchFamily="49" charset="0"/>
              </a:rPr>
              <a:t>  public void </a:t>
            </a:r>
            <a:r>
              <a:rPr lang="en-GB" altLang="ar-SA" sz="2000" b="1" dirty="0">
                <a:solidFill>
                  <a:srgbClr val="795E26"/>
                </a:solidFill>
                <a:latin typeface="Consolas" panose="020B0609020204030204" pitchFamily="49" charset="0"/>
              </a:rPr>
              <a:t>start() </a:t>
            </a:r>
            <a:r>
              <a:rPr lang="en-GB" altLang="ar-SA" sz="2000" b="1" dirty="0">
                <a:latin typeface="Courier New" panose="02070309020205020404" pitchFamily="49" charset="0"/>
              </a:rPr>
              <a:t>{…}</a:t>
            </a:r>
          </a:p>
          <a:p>
            <a:pPr>
              <a:lnSpc>
                <a:spcPct val="90000"/>
              </a:lnSpc>
              <a:buFontTx/>
              <a:buNone/>
            </a:pPr>
            <a:r>
              <a:rPr lang="en-GB" altLang="ar-SA" sz="2000" b="1" dirty="0">
                <a:latin typeface="Courier New" panose="02070309020205020404" pitchFamily="49" charset="0"/>
              </a:rPr>
              <a:t>  public void </a:t>
            </a:r>
            <a:r>
              <a:rPr lang="en-GB" altLang="ar-SA" sz="2000" b="1" dirty="0" err="1">
                <a:latin typeface="Courier New" panose="02070309020205020404" pitchFamily="49" charset="0"/>
              </a:rPr>
              <a:t>desB</a:t>
            </a:r>
            <a:r>
              <a:rPr lang="en-US" sz="2000" b="1" dirty="0" err="1">
                <a:latin typeface="Courier New" panose="02070309020205020404" pitchFamily="49" charset="0"/>
              </a:rPr>
              <a:t>atterty</a:t>
            </a:r>
            <a:r>
              <a:rPr lang="en-GB" altLang="ar-SA" sz="2000" b="1" dirty="0">
                <a:latin typeface="Courier New" panose="02070309020205020404" pitchFamily="49" charset="0"/>
              </a:rPr>
              <a:t>() {…}</a:t>
            </a:r>
          </a:p>
          <a:p>
            <a:pPr>
              <a:lnSpc>
                <a:spcPct val="90000"/>
              </a:lnSpc>
              <a:buFontTx/>
              <a:buNone/>
            </a:pPr>
            <a:r>
              <a:rPr lang="en-GB" altLang="ar-SA" sz="2000" b="1" dirty="0">
                <a:latin typeface="Courier New" panose="02070309020205020404" pitchFamily="49" charset="0"/>
              </a:rPr>
              <a:t>}</a:t>
            </a:r>
            <a:endParaRPr lang="en-US" sz="2000" b="1" dirty="0"/>
          </a:p>
        </p:txBody>
      </p:sp>
      <p:sp>
        <p:nvSpPr>
          <p:cNvPr id="4" name="Footer Placeholder 3">
            <a:extLst>
              <a:ext uri="{FF2B5EF4-FFF2-40B4-BE49-F238E27FC236}">
                <a16:creationId xmlns:a16="http://schemas.microsoft.com/office/drawing/2014/main" id="{9C1F5B9B-1FFF-DAC1-4C08-708AABD056E1}"/>
              </a:ext>
            </a:extLst>
          </p:cNvPr>
          <p:cNvSpPr>
            <a:spLocks noGrp="1"/>
          </p:cNvSpPr>
          <p:nvPr>
            <p:ph type="ftr" sz="quarter" idx="11"/>
          </p:nvPr>
        </p:nvSpPr>
        <p:spPr/>
        <p:txBody>
          <a:bodyPr/>
          <a:lstStyle/>
          <a:p>
            <a:r>
              <a:rPr lang="en-US" dirty="0"/>
              <a:t>Edited and Reviewed By: I. Bara' Qadomi &amp; I. Bara' Hamadah (FIT, Applied Science Private University)</a:t>
            </a:r>
          </a:p>
        </p:txBody>
      </p:sp>
      <p:sp>
        <p:nvSpPr>
          <p:cNvPr id="6" name="TextBox 5">
            <a:extLst>
              <a:ext uri="{FF2B5EF4-FFF2-40B4-BE49-F238E27FC236}">
                <a16:creationId xmlns:a16="http://schemas.microsoft.com/office/drawing/2014/main" id="{69C42060-E3B3-2CF4-E167-3A58BD2C1DB4}"/>
              </a:ext>
            </a:extLst>
          </p:cNvPr>
          <p:cNvSpPr txBox="1"/>
          <p:nvPr/>
        </p:nvSpPr>
        <p:spPr>
          <a:xfrm>
            <a:off x="6641910" y="2328051"/>
            <a:ext cx="5463654" cy="2039020"/>
          </a:xfrm>
          <a:prstGeom prst="rect">
            <a:avLst/>
          </a:prstGeom>
          <a:noFill/>
          <a:ln w="19050">
            <a:solidFill>
              <a:schemeClr val="tx1"/>
            </a:solidFill>
          </a:ln>
        </p:spPr>
        <p:txBody>
          <a:bodyPr wrap="square">
            <a:spAutoFit/>
          </a:bodyPr>
          <a:lstStyle/>
          <a:p>
            <a:pPr>
              <a:lnSpc>
                <a:spcPct val="90000"/>
              </a:lnSpc>
              <a:buNone/>
            </a:pPr>
            <a:r>
              <a:rPr lang="en-GB" altLang="ar-SA" sz="2000" b="1" dirty="0">
                <a:solidFill>
                  <a:schemeClr val="bg2">
                    <a:lumMod val="75000"/>
                  </a:schemeClr>
                </a:solidFill>
                <a:latin typeface="Courier New" panose="02070309020205020404" pitchFamily="49" charset="0"/>
                <a:cs typeface="Courier New" panose="02070309020205020404" pitchFamily="49" charset="0"/>
              </a:rPr>
              <a:t>//reference is to superclass</a:t>
            </a:r>
          </a:p>
          <a:p>
            <a:pPr>
              <a:lnSpc>
                <a:spcPct val="90000"/>
              </a:lnSpc>
              <a:buNone/>
            </a:pPr>
            <a:r>
              <a:rPr lang="en-GB" altLang="ar-SA" sz="2000" b="1" dirty="0">
                <a:solidFill>
                  <a:schemeClr val="bg2">
                    <a:lumMod val="75000"/>
                  </a:schemeClr>
                </a:solidFill>
                <a:latin typeface="Courier New" panose="02070309020205020404" pitchFamily="49" charset="0"/>
                <a:cs typeface="Courier New" panose="02070309020205020404" pitchFamily="49" charset="0"/>
              </a:rPr>
              <a:t>// object is subclass</a:t>
            </a:r>
          </a:p>
          <a:p>
            <a:pPr>
              <a:lnSpc>
                <a:spcPct val="90000"/>
              </a:lnSpc>
              <a:buFontTx/>
              <a:buNone/>
            </a:pPr>
            <a:r>
              <a:rPr lang="en-GB" altLang="ar-SA" sz="2000" b="1" dirty="0">
                <a:solidFill>
                  <a:schemeClr val="bg2">
                    <a:lumMod val="75000"/>
                  </a:schemeClr>
                </a:solidFill>
                <a:latin typeface="Courier New" panose="02070309020205020404" pitchFamily="49" charset="0"/>
                <a:cs typeface="Courier New" panose="02070309020205020404" pitchFamily="49" charset="0"/>
              </a:rPr>
              <a:t>//method is dynamically bound to </a:t>
            </a:r>
            <a:r>
              <a:rPr lang="en-GB" altLang="ar-SA" sz="2000" b="1" dirty="0" err="1">
                <a:solidFill>
                  <a:schemeClr val="bg2">
                    <a:lumMod val="75000"/>
                  </a:schemeClr>
                </a:solidFill>
                <a:latin typeface="Courier New" panose="02070309020205020404" pitchFamily="49" charset="0"/>
                <a:cs typeface="Courier New" panose="02070309020205020404" pitchFamily="49" charset="0"/>
              </a:rPr>
              <a:t>ElectricCar</a:t>
            </a:r>
            <a:r>
              <a:rPr lang="en-GB" altLang="ar-SA" sz="2000" b="1" dirty="0">
                <a:solidFill>
                  <a:schemeClr val="bg2">
                    <a:lumMod val="75000"/>
                  </a:schemeClr>
                </a:solidFill>
                <a:latin typeface="Courier New" panose="02070309020205020404" pitchFamily="49" charset="0"/>
                <a:cs typeface="Courier New" panose="02070309020205020404" pitchFamily="49" charset="0"/>
              </a:rPr>
              <a:t> start method</a:t>
            </a:r>
          </a:p>
          <a:p>
            <a:pPr>
              <a:lnSpc>
                <a:spcPct val="90000"/>
              </a:lnSpc>
              <a:buFontTx/>
              <a:buNone/>
            </a:pPr>
            <a:endParaRPr lang="en-GB" altLang="ar-SA" sz="2000" b="1" dirty="0">
              <a:solidFill>
                <a:schemeClr val="bg2">
                  <a:lumMod val="75000"/>
                </a:schemeClr>
              </a:solidFill>
              <a:latin typeface="Courier New" panose="02070309020205020404" pitchFamily="49" charset="0"/>
              <a:cs typeface="Courier New" panose="02070309020205020404" pitchFamily="49" charset="0"/>
            </a:endParaRPr>
          </a:p>
          <a:p>
            <a:pPr>
              <a:lnSpc>
                <a:spcPct val="90000"/>
              </a:lnSpc>
              <a:buFontTx/>
              <a:buNone/>
            </a:pPr>
            <a:r>
              <a:rPr lang="en-GB" altLang="ar-SA" sz="2000" b="1" dirty="0">
                <a:latin typeface="Courier New" panose="02070309020205020404" pitchFamily="49" charset="0"/>
                <a:cs typeface="Courier New" panose="02070309020205020404" pitchFamily="49" charset="0"/>
              </a:rPr>
              <a:t>Car </a:t>
            </a:r>
            <a:r>
              <a:rPr lang="en-GB" altLang="ar-SA" sz="2000" b="1" dirty="0" err="1">
                <a:solidFill>
                  <a:schemeClr val="bg2">
                    <a:lumMod val="75000"/>
                  </a:schemeClr>
                </a:solidFill>
                <a:latin typeface="Courier New" panose="02070309020205020404" pitchFamily="49" charset="0"/>
                <a:cs typeface="Courier New" panose="02070309020205020404" pitchFamily="49" charset="0"/>
              </a:rPr>
              <a:t>yourCar</a:t>
            </a:r>
            <a:r>
              <a:rPr lang="en-GB" altLang="ar-SA" sz="2000" b="1" dirty="0">
                <a:latin typeface="Courier New" panose="02070309020205020404" pitchFamily="49" charset="0"/>
                <a:cs typeface="Courier New" panose="02070309020205020404" pitchFamily="49" charset="0"/>
              </a:rPr>
              <a:t> = new </a:t>
            </a:r>
            <a:r>
              <a:rPr lang="en-GB" altLang="ar-SA" sz="2000" b="1" dirty="0" err="1">
                <a:latin typeface="Courier New" panose="02070309020205020404" pitchFamily="49" charset="0"/>
                <a:cs typeface="Courier New" panose="02070309020205020404" pitchFamily="49" charset="0"/>
              </a:rPr>
              <a:t>ElectricCar</a:t>
            </a:r>
            <a:r>
              <a:rPr lang="en-GB" altLang="ar-SA" sz="2000" b="1" dirty="0">
                <a:latin typeface="Courier New" panose="02070309020205020404" pitchFamily="49" charset="0"/>
                <a:cs typeface="Courier New" panose="02070309020205020404" pitchFamily="49" charset="0"/>
              </a:rPr>
              <a:t>();</a:t>
            </a:r>
          </a:p>
          <a:p>
            <a:pPr>
              <a:lnSpc>
                <a:spcPct val="90000"/>
              </a:lnSpc>
              <a:buFontTx/>
              <a:buNone/>
            </a:pPr>
            <a:r>
              <a:rPr lang="en-GB" altLang="ar-SA" sz="2000" b="1" dirty="0" err="1">
                <a:solidFill>
                  <a:schemeClr val="bg2">
                    <a:lumMod val="75000"/>
                  </a:schemeClr>
                </a:solidFill>
                <a:latin typeface="Courier New" panose="02070309020205020404" pitchFamily="49" charset="0"/>
                <a:cs typeface="Courier New" panose="02070309020205020404" pitchFamily="49" charset="0"/>
              </a:rPr>
              <a:t>yourCar</a:t>
            </a:r>
            <a:r>
              <a:rPr lang="en-GB" altLang="ar-SA" sz="2000" b="1" dirty="0" err="1">
                <a:latin typeface="Courier New" panose="02070309020205020404" pitchFamily="49" charset="0"/>
                <a:cs typeface="Courier New" panose="02070309020205020404" pitchFamily="49" charset="0"/>
              </a:rPr>
              <a:t>.</a:t>
            </a:r>
            <a:r>
              <a:rPr lang="en-GB" altLang="ar-SA" sz="2000" b="1" dirty="0" err="1">
                <a:solidFill>
                  <a:srgbClr val="795E26"/>
                </a:solidFill>
                <a:latin typeface="Courier New" panose="02070309020205020404" pitchFamily="49" charset="0"/>
                <a:cs typeface="Courier New" panose="02070309020205020404" pitchFamily="49" charset="0"/>
              </a:rPr>
              <a:t>start</a:t>
            </a:r>
            <a:r>
              <a:rPr lang="en-GB" altLang="ar-SA" sz="2000" b="1" dirty="0">
                <a:solidFill>
                  <a:srgbClr val="795E26"/>
                </a:solidFill>
                <a:latin typeface="Courier New" panose="02070309020205020404" pitchFamily="49" charset="0"/>
                <a:cs typeface="Courier New" panose="02070309020205020404" pitchFamily="49" charset="0"/>
              </a:rPr>
              <a:t>()</a:t>
            </a:r>
            <a:r>
              <a:rPr lang="en-GB" altLang="ar-SA" sz="2000" b="1"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913559630"/>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B9915-ACCA-9D70-E03C-96AC5135D232}"/>
              </a:ext>
            </a:extLst>
          </p:cNvPr>
          <p:cNvSpPr>
            <a:spLocks noGrp="1"/>
          </p:cNvSpPr>
          <p:nvPr>
            <p:ph type="title"/>
          </p:nvPr>
        </p:nvSpPr>
        <p:spPr/>
        <p:txBody>
          <a:bodyPr/>
          <a:lstStyle/>
          <a:p>
            <a:r>
              <a:rPr lang="en-US" altLang="en-US" sz="4800" dirty="0"/>
              <a:t>Dynamic Binding</a:t>
            </a:r>
            <a:endParaRPr lang="en-US" dirty="0"/>
          </a:p>
        </p:txBody>
      </p:sp>
      <p:sp>
        <p:nvSpPr>
          <p:cNvPr id="4" name="Footer Placeholder 3">
            <a:extLst>
              <a:ext uri="{FF2B5EF4-FFF2-40B4-BE49-F238E27FC236}">
                <a16:creationId xmlns:a16="http://schemas.microsoft.com/office/drawing/2014/main" id="{EE06A549-9534-71A4-5719-39CCE824A263}"/>
              </a:ext>
            </a:extLst>
          </p:cNvPr>
          <p:cNvSpPr>
            <a:spLocks noGrp="1"/>
          </p:cNvSpPr>
          <p:nvPr>
            <p:ph type="ftr" sz="quarter" idx="11"/>
          </p:nvPr>
        </p:nvSpPr>
        <p:spPr/>
        <p:txBody>
          <a:bodyPr/>
          <a:lstStyle/>
          <a:p>
            <a:r>
              <a:rPr lang="en-US"/>
              <a:t>Edited and Reviewed By: I. Bara' Qadomi &amp; I. Bara' Hamadah (FIT, Applied Science Private University)</a:t>
            </a:r>
          </a:p>
        </p:txBody>
      </p:sp>
      <p:sp>
        <p:nvSpPr>
          <p:cNvPr id="7" name="Rectangle 3">
            <a:extLst>
              <a:ext uri="{FF2B5EF4-FFF2-40B4-BE49-F238E27FC236}">
                <a16:creationId xmlns:a16="http://schemas.microsoft.com/office/drawing/2014/main" id="{58BAA90A-4860-88AC-0AA0-7A4CE757BD22}"/>
              </a:ext>
            </a:extLst>
          </p:cNvPr>
          <p:cNvSpPr txBox="1">
            <a:spLocks noChangeArrowheads="1"/>
          </p:cNvSpPr>
          <p:nvPr/>
        </p:nvSpPr>
        <p:spPr>
          <a:xfrm>
            <a:off x="474442" y="1737360"/>
            <a:ext cx="8915400" cy="2652670"/>
          </a:xfrm>
          <a:prstGeom prst="rect">
            <a:avLst/>
          </a:prstGeom>
        </p:spPr>
        <p:txBody>
          <a:bodyPr vert="horz" lIns="0" tIns="45720" rIns="0" bIns="45720" rtlCol="0">
            <a:normAutofit/>
          </a:bodyPr>
          <a:lstStyle>
            <a:lvl1pPr marL="180000" indent="-360000" algn="l" defTabSz="914400" rtl="0" eaLnBrk="1" latinLnBrk="0" hangingPunct="1">
              <a:lnSpc>
                <a:spcPct val="100000"/>
              </a:lnSpc>
              <a:spcBef>
                <a:spcPts val="1200"/>
              </a:spcBef>
              <a:spcAft>
                <a:spcPts val="200"/>
              </a:spcAft>
              <a:buClr>
                <a:schemeClr val="accent1"/>
              </a:buClr>
              <a:buSzPct val="100000"/>
              <a:buFont typeface="Wingdings" panose="05000000000000000000" pitchFamily="2" charset="2"/>
              <a:buChar char="§"/>
              <a:defRPr sz="2400" kern="1200">
                <a:solidFill>
                  <a:schemeClr val="tx1">
                    <a:lumMod val="75000"/>
                    <a:lumOff val="25000"/>
                  </a:schemeClr>
                </a:solidFill>
                <a:latin typeface="+mn-lt"/>
                <a:ea typeface="+mn-ea"/>
                <a:cs typeface="+mn-cs"/>
              </a:defRPr>
            </a:lvl1pPr>
            <a:lvl2pPr marL="720000" indent="-360000" algn="l" defTabSz="914400" rtl="0" eaLnBrk="1" latinLnBrk="0" hangingPunct="1">
              <a:lnSpc>
                <a:spcPct val="100000"/>
              </a:lnSpc>
              <a:spcBef>
                <a:spcPts val="200"/>
              </a:spcBef>
              <a:spcAft>
                <a:spcPts val="400"/>
              </a:spcAft>
              <a:buClr>
                <a:schemeClr val="accent1"/>
              </a:buClr>
              <a:buFont typeface="Arial" panose="020B0604020202020204" pitchFamily="34" charset="0"/>
              <a:buChar char="•"/>
              <a:defRPr sz="2200" kern="1200">
                <a:solidFill>
                  <a:schemeClr val="tx1">
                    <a:lumMod val="75000"/>
                    <a:lumOff val="25000"/>
                  </a:schemeClr>
                </a:solidFill>
                <a:latin typeface="+mn-lt"/>
                <a:ea typeface="+mn-ea"/>
                <a:cs typeface="+mn-cs"/>
              </a:defRPr>
            </a:lvl2pPr>
            <a:lvl3pPr marL="1080000" indent="-360000" algn="l" defTabSz="914400" rtl="0" eaLnBrk="1" latinLnBrk="0" hangingPunct="1">
              <a:lnSpc>
                <a:spcPct val="100000"/>
              </a:lnSpc>
              <a:spcBef>
                <a:spcPts val="200"/>
              </a:spcBef>
              <a:spcAft>
                <a:spcPts val="400"/>
              </a:spcAft>
              <a:buClr>
                <a:schemeClr val="accent1"/>
              </a:buClr>
              <a:buFont typeface="Calibri" pitchFamily="34" charset="0"/>
              <a:buChar char="◦"/>
              <a:defRPr sz="20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nSpc>
                <a:spcPct val="90000"/>
              </a:lnSpc>
              <a:buFont typeface="Monotype Sorts"/>
              <a:buNone/>
            </a:pPr>
            <a:r>
              <a:rPr lang="en-US" altLang="en-US" dirty="0">
                <a:cs typeface="Times New Roman" panose="02020603050405020304" pitchFamily="18" charset="0"/>
              </a:rPr>
              <a:t>Dynamic binding works as follows: </a:t>
            </a:r>
          </a:p>
          <a:p>
            <a:pPr>
              <a:lnSpc>
                <a:spcPct val="90000"/>
              </a:lnSpc>
            </a:pPr>
            <a:r>
              <a:rPr lang="en-US" altLang="en-US" dirty="0">
                <a:cs typeface="Times New Roman" panose="02020603050405020304" pitchFamily="18" charset="0"/>
              </a:rPr>
              <a:t>Suppose an object </a:t>
            </a:r>
            <a:r>
              <a:rPr lang="en-US" altLang="en-US" i="1" dirty="0">
                <a:solidFill>
                  <a:srgbClr val="FF0000"/>
                </a:solidFill>
                <a:cs typeface="Times New Roman" panose="02020603050405020304" pitchFamily="18" charset="0"/>
              </a:rPr>
              <a:t>obj</a:t>
            </a:r>
            <a:r>
              <a:rPr lang="en-US" altLang="en-US" dirty="0">
                <a:cs typeface="Times New Roman" panose="02020603050405020304" pitchFamily="18" charset="0"/>
              </a:rPr>
              <a:t> is an instance of classes C</a:t>
            </a:r>
            <a:r>
              <a:rPr lang="en-US" altLang="en-US" baseline="-30000" dirty="0">
                <a:cs typeface="Times New Roman" panose="02020603050405020304" pitchFamily="18" charset="0"/>
              </a:rPr>
              <a:t>1</a:t>
            </a:r>
            <a:r>
              <a:rPr lang="en-US" altLang="en-US" dirty="0">
                <a:cs typeface="Times New Roman" panose="02020603050405020304" pitchFamily="18" charset="0"/>
              </a:rPr>
              <a:t>, C</a:t>
            </a:r>
            <a:r>
              <a:rPr lang="en-US" altLang="en-US" baseline="-30000" dirty="0">
                <a:cs typeface="Times New Roman" panose="02020603050405020304" pitchFamily="18" charset="0"/>
              </a:rPr>
              <a:t>2</a:t>
            </a:r>
            <a:r>
              <a:rPr lang="en-US" altLang="en-US" dirty="0">
                <a:cs typeface="Times New Roman" panose="02020603050405020304" pitchFamily="18" charset="0"/>
              </a:rPr>
              <a:t>, ..., C</a:t>
            </a:r>
            <a:r>
              <a:rPr lang="en-US" altLang="en-US" baseline="-30000" dirty="0">
                <a:cs typeface="Times New Roman" panose="02020603050405020304" pitchFamily="18" charset="0"/>
              </a:rPr>
              <a:t>n-1</a:t>
            </a:r>
            <a:r>
              <a:rPr lang="en-US" altLang="en-US" dirty="0">
                <a:cs typeface="Times New Roman" panose="02020603050405020304" pitchFamily="18" charset="0"/>
              </a:rPr>
              <a:t>, and C</a:t>
            </a:r>
            <a:r>
              <a:rPr lang="en-US" altLang="en-US" baseline="-30000" dirty="0">
                <a:cs typeface="Times New Roman" panose="02020603050405020304" pitchFamily="18" charset="0"/>
              </a:rPr>
              <a:t>n</a:t>
            </a:r>
            <a:r>
              <a:rPr lang="en-US" altLang="en-US" dirty="0">
                <a:cs typeface="Times New Roman" panose="02020603050405020304" pitchFamily="18" charset="0"/>
              </a:rPr>
              <a:t>, where C</a:t>
            </a:r>
            <a:r>
              <a:rPr lang="en-US" altLang="en-US" baseline="-30000" dirty="0">
                <a:cs typeface="Times New Roman" panose="02020603050405020304" pitchFamily="18" charset="0"/>
              </a:rPr>
              <a:t>1</a:t>
            </a:r>
            <a:r>
              <a:rPr lang="en-US" altLang="en-US" dirty="0">
                <a:cs typeface="Times New Roman" panose="02020603050405020304" pitchFamily="18" charset="0"/>
              </a:rPr>
              <a:t> is a subclass of C</a:t>
            </a:r>
            <a:r>
              <a:rPr lang="en-US" altLang="en-US" baseline="-30000" dirty="0">
                <a:cs typeface="Times New Roman" panose="02020603050405020304" pitchFamily="18" charset="0"/>
              </a:rPr>
              <a:t>2</a:t>
            </a:r>
            <a:r>
              <a:rPr lang="en-US" altLang="en-US" dirty="0">
                <a:cs typeface="Times New Roman" panose="02020603050405020304" pitchFamily="18" charset="0"/>
              </a:rPr>
              <a:t>, C</a:t>
            </a:r>
            <a:r>
              <a:rPr lang="en-US" altLang="en-US" baseline="-30000" dirty="0">
                <a:cs typeface="Times New Roman" panose="02020603050405020304" pitchFamily="18" charset="0"/>
              </a:rPr>
              <a:t>2</a:t>
            </a:r>
            <a:r>
              <a:rPr lang="en-US" altLang="en-US" dirty="0">
                <a:cs typeface="Times New Roman" panose="02020603050405020304" pitchFamily="18" charset="0"/>
              </a:rPr>
              <a:t> is a subclass of C</a:t>
            </a:r>
            <a:r>
              <a:rPr lang="en-US" altLang="en-US" baseline="-30000" dirty="0">
                <a:cs typeface="Times New Roman" panose="02020603050405020304" pitchFamily="18" charset="0"/>
              </a:rPr>
              <a:t>3</a:t>
            </a:r>
            <a:r>
              <a:rPr lang="en-US" altLang="en-US" dirty="0">
                <a:cs typeface="Times New Roman" panose="02020603050405020304" pitchFamily="18" charset="0"/>
              </a:rPr>
              <a:t>, ..., and C</a:t>
            </a:r>
            <a:r>
              <a:rPr lang="en-US" altLang="en-US" baseline="-30000" dirty="0">
                <a:cs typeface="Times New Roman" panose="02020603050405020304" pitchFamily="18" charset="0"/>
              </a:rPr>
              <a:t>n-1</a:t>
            </a:r>
            <a:r>
              <a:rPr lang="en-US" altLang="en-US" dirty="0">
                <a:cs typeface="Times New Roman" panose="02020603050405020304" pitchFamily="18" charset="0"/>
              </a:rPr>
              <a:t> is a subclass of C</a:t>
            </a:r>
            <a:r>
              <a:rPr lang="en-US" altLang="en-US" baseline="-30000" dirty="0">
                <a:cs typeface="Times New Roman" panose="02020603050405020304" pitchFamily="18" charset="0"/>
              </a:rPr>
              <a:t>n</a:t>
            </a:r>
            <a:r>
              <a:rPr lang="en-US" altLang="en-US" dirty="0">
                <a:cs typeface="Times New Roman" panose="02020603050405020304" pitchFamily="18" charset="0"/>
              </a:rPr>
              <a:t>. </a:t>
            </a:r>
          </a:p>
          <a:p>
            <a:pPr>
              <a:lnSpc>
                <a:spcPct val="90000"/>
              </a:lnSpc>
            </a:pPr>
            <a:r>
              <a:rPr lang="en-US" altLang="en-US" dirty="0">
                <a:cs typeface="Courier New" panose="02070309020205020404" pitchFamily="49" charset="0"/>
              </a:rPr>
              <a:t>That is, </a:t>
            </a:r>
            <a:r>
              <a:rPr lang="en-US" altLang="en-US" dirty="0">
                <a:cs typeface="Times New Roman" panose="02020603050405020304" pitchFamily="18" charset="0"/>
              </a:rPr>
              <a:t>C</a:t>
            </a:r>
            <a:r>
              <a:rPr lang="en-US" altLang="en-US" baseline="-30000" dirty="0">
                <a:cs typeface="Times New Roman" panose="02020603050405020304" pitchFamily="18" charset="0"/>
              </a:rPr>
              <a:t>n</a:t>
            </a:r>
            <a:r>
              <a:rPr lang="en-US" altLang="en-US" dirty="0">
                <a:cs typeface="Courier New" panose="02070309020205020404" pitchFamily="49" charset="0"/>
              </a:rPr>
              <a:t> is the most general class (Object Class), and </a:t>
            </a:r>
            <a:r>
              <a:rPr lang="en-US" altLang="en-US" dirty="0">
                <a:cs typeface="Times New Roman" panose="02020603050405020304" pitchFamily="18" charset="0"/>
              </a:rPr>
              <a:t>C</a:t>
            </a:r>
            <a:r>
              <a:rPr lang="en-US" altLang="en-US" baseline="-30000" dirty="0">
                <a:cs typeface="Times New Roman" panose="02020603050405020304" pitchFamily="18" charset="0"/>
              </a:rPr>
              <a:t>1</a:t>
            </a:r>
            <a:r>
              <a:rPr lang="en-US" altLang="en-US" dirty="0">
                <a:cs typeface="Courier New" panose="02070309020205020404" pitchFamily="49" charset="0"/>
              </a:rPr>
              <a:t> is the most specific class.</a:t>
            </a:r>
          </a:p>
        </p:txBody>
      </p:sp>
      <p:graphicFrame>
        <p:nvGraphicFramePr>
          <p:cNvPr id="8" name="Object 4">
            <a:extLst>
              <a:ext uri="{FF2B5EF4-FFF2-40B4-BE49-F238E27FC236}">
                <a16:creationId xmlns:a16="http://schemas.microsoft.com/office/drawing/2014/main" id="{8F8D262C-E0F5-0E34-34DA-AE4D64B0E520}"/>
              </a:ext>
            </a:extLst>
          </p:cNvPr>
          <p:cNvGraphicFramePr>
            <a:graphicFrameLocks noChangeAspect="1"/>
          </p:cNvGraphicFramePr>
          <p:nvPr>
            <p:extLst>
              <p:ext uri="{D42A27DB-BD31-4B8C-83A1-F6EECF244321}">
                <p14:modId xmlns:p14="http://schemas.microsoft.com/office/powerpoint/2010/main" val="2591107465"/>
              </p:ext>
            </p:extLst>
          </p:nvPr>
        </p:nvGraphicFramePr>
        <p:xfrm>
          <a:off x="348790" y="3875964"/>
          <a:ext cx="9877931" cy="2497540"/>
        </p:xfrm>
        <a:graphic>
          <a:graphicData uri="http://schemas.openxmlformats.org/presentationml/2006/ole">
            <mc:AlternateContent xmlns:mc="http://schemas.openxmlformats.org/markup-compatibility/2006">
              <mc:Choice xmlns:v="urn:schemas-microsoft-com:vml" Requires="v">
                <p:oleObj name="Picture" r:id="rId2" imgW="3714840" imgH="857160" progId="Word.Picture.8">
                  <p:embed/>
                </p:oleObj>
              </mc:Choice>
              <mc:Fallback>
                <p:oleObj name="Picture" r:id="rId2" imgW="3714840" imgH="857160" progId="Word.Picture.8">
                  <p:embed/>
                  <p:pic>
                    <p:nvPicPr>
                      <p:cNvPr id="14341" name="Object 4"/>
                      <p:cNvPicPr>
                        <a:picLocks noChangeAspect="1" noChangeArrowheads="1"/>
                      </p:cNvPicPr>
                      <p:nvPr/>
                    </p:nvPicPr>
                    <p:blipFill>
                      <a:blip r:embed="rId3"/>
                      <a:srcRect/>
                      <a:stretch>
                        <a:fillRect/>
                      </a:stretch>
                    </p:blipFill>
                    <p:spPr bwMode="auto">
                      <a:xfrm>
                        <a:off x="348790" y="3875964"/>
                        <a:ext cx="9877931" cy="2497540"/>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512456518"/>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1B533-2775-E706-EB4E-020793A431AE}"/>
              </a:ext>
            </a:extLst>
          </p:cNvPr>
          <p:cNvSpPr>
            <a:spLocks noGrp="1"/>
          </p:cNvSpPr>
          <p:nvPr>
            <p:ph type="title"/>
          </p:nvPr>
        </p:nvSpPr>
        <p:spPr/>
        <p:txBody>
          <a:bodyPr/>
          <a:lstStyle/>
          <a:p>
            <a:r>
              <a:rPr lang="en-US" altLang="en-US" sz="4800" dirty="0"/>
              <a:t>Dynamic Binding</a:t>
            </a:r>
            <a:endParaRPr lang="en-US" dirty="0"/>
          </a:p>
        </p:txBody>
      </p:sp>
      <p:sp>
        <p:nvSpPr>
          <p:cNvPr id="3" name="Content Placeholder 2">
            <a:extLst>
              <a:ext uri="{FF2B5EF4-FFF2-40B4-BE49-F238E27FC236}">
                <a16:creationId xmlns:a16="http://schemas.microsoft.com/office/drawing/2014/main" id="{9D42FCA6-1D71-D68E-017B-0FD47A9AF0C8}"/>
              </a:ext>
            </a:extLst>
          </p:cNvPr>
          <p:cNvSpPr>
            <a:spLocks noGrp="1"/>
          </p:cNvSpPr>
          <p:nvPr>
            <p:ph idx="1"/>
          </p:nvPr>
        </p:nvSpPr>
        <p:spPr/>
        <p:txBody>
          <a:bodyPr/>
          <a:lstStyle/>
          <a:p>
            <a:pPr marL="0" indent="0">
              <a:lnSpc>
                <a:spcPct val="90000"/>
              </a:lnSpc>
              <a:buFont typeface="Monotype Sorts"/>
              <a:buNone/>
            </a:pPr>
            <a:r>
              <a:rPr lang="en-US" altLang="en-US" sz="2400" dirty="0">
                <a:cs typeface="Times New Roman" panose="02020603050405020304" pitchFamily="18" charset="0"/>
              </a:rPr>
              <a:t>Dynamic binding works as follows: </a:t>
            </a:r>
          </a:p>
          <a:p>
            <a:pPr>
              <a:lnSpc>
                <a:spcPct val="90000"/>
              </a:lnSpc>
              <a:buFont typeface="Wingdings" panose="05000000000000000000" pitchFamily="2" charset="2"/>
              <a:buChar char="§"/>
            </a:pPr>
            <a:r>
              <a:rPr lang="en-US" altLang="en-US" sz="2400" dirty="0">
                <a:cs typeface="Courier New" panose="02070309020205020404" pitchFamily="49" charset="0"/>
              </a:rPr>
              <a:t>In Java, </a:t>
            </a:r>
            <a:r>
              <a:rPr lang="en-US" altLang="en-US" sz="2400" dirty="0">
                <a:cs typeface="Times New Roman" panose="02020603050405020304" pitchFamily="18" charset="0"/>
              </a:rPr>
              <a:t>C</a:t>
            </a:r>
            <a:r>
              <a:rPr lang="en-US" altLang="en-US" sz="2400" baseline="-30000" dirty="0">
                <a:cs typeface="Times New Roman" panose="02020603050405020304" pitchFamily="18" charset="0"/>
              </a:rPr>
              <a:t>n</a:t>
            </a:r>
            <a:r>
              <a:rPr lang="en-US" altLang="en-US" sz="2400" dirty="0">
                <a:cs typeface="Courier New" panose="02070309020205020404" pitchFamily="49" charset="0"/>
              </a:rPr>
              <a:t> is the Object class. </a:t>
            </a:r>
            <a:r>
              <a:rPr lang="en-US" altLang="en-US" sz="2400" dirty="0">
                <a:cs typeface="Times New Roman" panose="02020603050405020304" pitchFamily="18" charset="0"/>
              </a:rPr>
              <a:t>If </a:t>
            </a:r>
            <a:r>
              <a:rPr lang="en-US" altLang="en-US" sz="2400" i="1" dirty="0">
                <a:solidFill>
                  <a:srgbClr val="FF0000"/>
                </a:solidFill>
                <a:cs typeface="Times New Roman" panose="02020603050405020304" pitchFamily="18" charset="0"/>
              </a:rPr>
              <a:t>obj</a:t>
            </a:r>
            <a:r>
              <a:rPr lang="en-US" altLang="en-US" sz="2400" dirty="0">
                <a:cs typeface="Times New Roman" panose="02020603050405020304" pitchFamily="18" charset="0"/>
              </a:rPr>
              <a:t> invokes a method </a:t>
            </a:r>
            <a:r>
              <a:rPr lang="en-US" altLang="en-US" sz="2400" i="1" dirty="0">
                <a:solidFill>
                  <a:srgbClr val="FF0000"/>
                </a:solidFill>
                <a:cs typeface="Times New Roman" panose="02020603050405020304" pitchFamily="18" charset="0"/>
              </a:rPr>
              <a:t>p</a:t>
            </a:r>
            <a:r>
              <a:rPr lang="en-US" altLang="en-US" sz="2400" dirty="0">
                <a:cs typeface="Times New Roman" panose="02020603050405020304" pitchFamily="18" charset="0"/>
              </a:rPr>
              <a:t>, the JVM searches the implementation for the method </a:t>
            </a:r>
            <a:r>
              <a:rPr lang="en-US" altLang="en-US" sz="2400" i="1" dirty="0">
                <a:solidFill>
                  <a:srgbClr val="FF0000"/>
                </a:solidFill>
                <a:cs typeface="Times New Roman" panose="02020603050405020304" pitchFamily="18" charset="0"/>
              </a:rPr>
              <a:t>p</a:t>
            </a:r>
            <a:r>
              <a:rPr lang="en-US" altLang="en-US" sz="2400" dirty="0">
                <a:cs typeface="Times New Roman" panose="02020603050405020304" pitchFamily="18" charset="0"/>
              </a:rPr>
              <a:t> in C</a:t>
            </a:r>
            <a:r>
              <a:rPr lang="en-US" altLang="en-US" sz="2400" baseline="-30000" dirty="0">
                <a:cs typeface="Times New Roman" panose="02020603050405020304" pitchFamily="18" charset="0"/>
              </a:rPr>
              <a:t>1</a:t>
            </a:r>
            <a:r>
              <a:rPr lang="en-US" altLang="en-US" sz="2400" dirty="0">
                <a:cs typeface="Times New Roman" panose="02020603050405020304" pitchFamily="18" charset="0"/>
              </a:rPr>
              <a:t>, C</a:t>
            </a:r>
            <a:r>
              <a:rPr lang="en-US" altLang="en-US" sz="2400" baseline="-30000" dirty="0">
                <a:cs typeface="Times New Roman" panose="02020603050405020304" pitchFamily="18" charset="0"/>
              </a:rPr>
              <a:t>2</a:t>
            </a:r>
            <a:r>
              <a:rPr lang="en-US" altLang="en-US" sz="2400" dirty="0">
                <a:cs typeface="Times New Roman" panose="02020603050405020304" pitchFamily="18" charset="0"/>
              </a:rPr>
              <a:t>, ..., C</a:t>
            </a:r>
            <a:r>
              <a:rPr lang="en-US" altLang="en-US" sz="2400" baseline="-30000" dirty="0">
                <a:cs typeface="Times New Roman" panose="02020603050405020304" pitchFamily="18" charset="0"/>
              </a:rPr>
              <a:t>n-1 </a:t>
            </a:r>
            <a:r>
              <a:rPr lang="en-US" altLang="en-US" sz="2400" dirty="0">
                <a:cs typeface="Times New Roman" panose="02020603050405020304" pitchFamily="18" charset="0"/>
              </a:rPr>
              <a:t>and C</a:t>
            </a:r>
            <a:r>
              <a:rPr lang="en-US" altLang="en-US" sz="2400" baseline="-30000" dirty="0">
                <a:cs typeface="Times New Roman" panose="02020603050405020304" pitchFamily="18" charset="0"/>
              </a:rPr>
              <a:t>n</a:t>
            </a:r>
            <a:r>
              <a:rPr lang="en-US" altLang="en-US" sz="2400" dirty="0">
                <a:cs typeface="Times New Roman" panose="02020603050405020304" pitchFamily="18" charset="0"/>
              </a:rPr>
              <a:t>, in this order, until it is found. </a:t>
            </a:r>
          </a:p>
          <a:p>
            <a:pPr>
              <a:lnSpc>
                <a:spcPct val="90000"/>
              </a:lnSpc>
              <a:buFont typeface="Wingdings" panose="05000000000000000000" pitchFamily="2" charset="2"/>
              <a:buChar char="§"/>
            </a:pPr>
            <a:r>
              <a:rPr lang="en-US" altLang="en-US" sz="2400" dirty="0">
                <a:cs typeface="Courier New" panose="02070309020205020404" pitchFamily="49" charset="0"/>
              </a:rPr>
              <a:t>Once an implementation is found, the search stops and the first-found implementation is invoked.</a:t>
            </a:r>
          </a:p>
          <a:p>
            <a:pPr marL="0" indent="0">
              <a:buNone/>
            </a:pPr>
            <a:endParaRPr lang="en-US" b="1" dirty="0"/>
          </a:p>
        </p:txBody>
      </p:sp>
      <p:sp>
        <p:nvSpPr>
          <p:cNvPr id="4" name="Footer Placeholder 3">
            <a:extLst>
              <a:ext uri="{FF2B5EF4-FFF2-40B4-BE49-F238E27FC236}">
                <a16:creationId xmlns:a16="http://schemas.microsoft.com/office/drawing/2014/main" id="{E861C24E-8747-519F-5AD7-6C2A9684A7AE}"/>
              </a:ext>
            </a:extLst>
          </p:cNvPr>
          <p:cNvSpPr>
            <a:spLocks noGrp="1"/>
          </p:cNvSpPr>
          <p:nvPr>
            <p:ph type="ftr" sz="quarter" idx="11"/>
          </p:nvPr>
        </p:nvSpPr>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1433061179"/>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1F628-B2F8-C1AE-1210-AC4811816737}"/>
              </a:ext>
            </a:extLst>
          </p:cNvPr>
          <p:cNvSpPr>
            <a:spLocks noGrp="1"/>
          </p:cNvSpPr>
          <p:nvPr>
            <p:ph type="title"/>
          </p:nvPr>
        </p:nvSpPr>
        <p:spPr/>
        <p:txBody>
          <a:bodyPr/>
          <a:lstStyle/>
          <a:p>
            <a:r>
              <a:rPr lang="en-US" altLang="ar-SA" dirty="0"/>
              <a:t>Dynamic Binding </a:t>
            </a:r>
            <a:r>
              <a:rPr lang="en-US" altLang="ar-SA" sz="3600" dirty="0"/>
              <a:t>Example 2</a:t>
            </a:r>
            <a:endParaRPr lang="en-US" dirty="0"/>
          </a:p>
        </p:txBody>
      </p:sp>
      <p:sp>
        <p:nvSpPr>
          <p:cNvPr id="3" name="Content Placeholder 2">
            <a:extLst>
              <a:ext uri="{FF2B5EF4-FFF2-40B4-BE49-F238E27FC236}">
                <a16:creationId xmlns:a16="http://schemas.microsoft.com/office/drawing/2014/main" id="{F9581D8F-E84D-2799-818E-64A330FDDCC1}"/>
              </a:ext>
            </a:extLst>
          </p:cNvPr>
          <p:cNvSpPr>
            <a:spLocks noGrp="1"/>
          </p:cNvSpPr>
          <p:nvPr>
            <p:ph idx="1"/>
          </p:nvPr>
        </p:nvSpPr>
        <p:spPr/>
        <p:txBody>
          <a:bodyPr/>
          <a:lstStyle/>
          <a:p>
            <a:pPr>
              <a:lnSpc>
                <a:spcPct val="90000"/>
              </a:lnSpc>
              <a:buFontTx/>
              <a:buNone/>
            </a:pPr>
            <a:r>
              <a:rPr lang="en-GB" altLang="ar-SA" sz="2400" dirty="0">
                <a:solidFill>
                  <a:schemeClr val="bg2">
                    <a:lumMod val="75000"/>
                  </a:schemeClr>
                </a:solidFill>
                <a:latin typeface="Courier New" panose="02070309020205020404" pitchFamily="49" charset="0"/>
              </a:rPr>
              <a:t>//remember all classes derive from </a:t>
            </a:r>
            <a:r>
              <a:rPr lang="en-GB" altLang="ar-SA" sz="2400" b="1" dirty="0">
                <a:solidFill>
                  <a:srgbClr val="FF0000"/>
                </a:solidFill>
                <a:latin typeface="Courier New" panose="02070309020205020404" pitchFamily="49" charset="0"/>
              </a:rPr>
              <a:t>Object Class</a:t>
            </a:r>
          </a:p>
          <a:p>
            <a:pPr>
              <a:lnSpc>
                <a:spcPct val="90000"/>
              </a:lnSpc>
              <a:spcBef>
                <a:spcPts val="0"/>
              </a:spcBef>
              <a:buFontTx/>
              <a:buNone/>
            </a:pPr>
            <a:r>
              <a:rPr lang="en-GB" altLang="ar-SA" sz="2400" dirty="0">
                <a:latin typeface="Courier New" panose="02070309020205020404" pitchFamily="49" charset="0"/>
              </a:rPr>
              <a:t>  Object </a:t>
            </a:r>
            <a:r>
              <a:rPr lang="en-GB" altLang="ar-SA" sz="2400" i="1" dirty="0" err="1">
                <a:solidFill>
                  <a:schemeClr val="bg2">
                    <a:lumMod val="75000"/>
                  </a:schemeClr>
                </a:solidFill>
                <a:latin typeface="Courier New" panose="02070309020205020404" pitchFamily="49" charset="0"/>
              </a:rPr>
              <a:t>Obj</a:t>
            </a:r>
            <a:r>
              <a:rPr lang="en-GB" altLang="ar-SA" sz="2400" dirty="0">
                <a:latin typeface="Courier New" panose="02070309020205020404" pitchFamily="49" charset="0"/>
              </a:rPr>
              <a:t> = new </a:t>
            </a:r>
            <a:r>
              <a:rPr lang="en-GB" altLang="ar-SA" sz="2400" dirty="0" err="1">
                <a:latin typeface="Courier New" panose="02070309020205020404" pitchFamily="49" charset="0"/>
              </a:rPr>
              <a:t>ElectricCar</a:t>
            </a:r>
            <a:r>
              <a:rPr lang="en-GB" altLang="ar-SA" sz="2400" dirty="0">
                <a:latin typeface="Courier New" panose="02070309020205020404" pitchFamily="49" charset="0"/>
              </a:rPr>
              <a:t>();</a:t>
            </a:r>
          </a:p>
          <a:p>
            <a:endParaRPr lang="en-US" dirty="0"/>
          </a:p>
        </p:txBody>
      </p:sp>
      <p:sp>
        <p:nvSpPr>
          <p:cNvPr id="4" name="Footer Placeholder 3">
            <a:extLst>
              <a:ext uri="{FF2B5EF4-FFF2-40B4-BE49-F238E27FC236}">
                <a16:creationId xmlns:a16="http://schemas.microsoft.com/office/drawing/2014/main" id="{3660DE4A-004E-54AE-2B19-53AA2AC539B1}"/>
              </a:ext>
            </a:extLst>
          </p:cNvPr>
          <p:cNvSpPr>
            <a:spLocks noGrp="1"/>
          </p:cNvSpPr>
          <p:nvPr>
            <p:ph type="ftr" sz="quarter" idx="11"/>
          </p:nvPr>
        </p:nvSpPr>
        <p:spPr/>
        <p:txBody>
          <a:bodyPr/>
          <a:lstStyle/>
          <a:p>
            <a:r>
              <a:rPr lang="en-US"/>
              <a:t>Edited and Reviewed By: I. Bara' Qadomi &amp; I. Bara' Hamadah (FIT, Applied Science Private University)</a:t>
            </a:r>
          </a:p>
        </p:txBody>
      </p:sp>
      <p:graphicFrame>
        <p:nvGraphicFramePr>
          <p:cNvPr id="5" name="Object 4">
            <a:extLst>
              <a:ext uri="{FF2B5EF4-FFF2-40B4-BE49-F238E27FC236}">
                <a16:creationId xmlns:a16="http://schemas.microsoft.com/office/drawing/2014/main" id="{D5826775-D579-D210-A7C0-A19C7F91114E}"/>
              </a:ext>
            </a:extLst>
          </p:cNvPr>
          <p:cNvGraphicFramePr>
            <a:graphicFrameLocks noChangeAspect="1"/>
          </p:cNvGraphicFramePr>
          <p:nvPr>
            <p:extLst>
              <p:ext uri="{D42A27DB-BD31-4B8C-83A1-F6EECF244321}">
                <p14:modId xmlns:p14="http://schemas.microsoft.com/office/powerpoint/2010/main" val="4125991565"/>
              </p:ext>
            </p:extLst>
          </p:nvPr>
        </p:nvGraphicFramePr>
        <p:xfrm>
          <a:off x="865177" y="3016477"/>
          <a:ext cx="10449073" cy="2893003"/>
        </p:xfrm>
        <a:graphic>
          <a:graphicData uri="http://schemas.openxmlformats.org/presentationml/2006/ole">
            <mc:AlternateContent xmlns:mc="http://schemas.openxmlformats.org/markup-compatibility/2006">
              <mc:Choice xmlns:v="urn:schemas-microsoft-com:vml" Requires="v">
                <p:oleObj name="Picture" r:id="rId2" imgW="3714840" imgH="857160" progId="Word.Picture.8">
                  <p:embed/>
                </p:oleObj>
              </mc:Choice>
              <mc:Fallback>
                <p:oleObj name="Picture" r:id="rId2" imgW="3714840" imgH="857160" progId="Word.Picture.8">
                  <p:embed/>
                  <p:pic>
                    <p:nvPicPr>
                      <p:cNvPr id="7" name="Object 6"/>
                      <p:cNvPicPr>
                        <a:picLocks noChangeAspect="1" noChangeArrowheads="1"/>
                      </p:cNvPicPr>
                      <p:nvPr/>
                    </p:nvPicPr>
                    <p:blipFill>
                      <a:blip r:embed="rId3"/>
                      <a:srcRect/>
                      <a:stretch>
                        <a:fillRect/>
                      </a:stretch>
                    </p:blipFill>
                    <p:spPr bwMode="auto">
                      <a:xfrm>
                        <a:off x="865177" y="3016477"/>
                        <a:ext cx="10449073" cy="2893003"/>
                      </a:xfrm>
                      <a:prstGeom prst="rect">
                        <a:avLst/>
                      </a:prstGeom>
                      <a:noFill/>
                      <a:ln>
                        <a:noFill/>
                      </a:ln>
                    </p:spPr>
                  </p:pic>
                </p:oleObj>
              </mc:Fallback>
            </mc:AlternateContent>
          </a:graphicData>
        </a:graphic>
      </p:graphicFrame>
      <p:sp>
        <p:nvSpPr>
          <p:cNvPr id="7" name="TextBox 6">
            <a:extLst>
              <a:ext uri="{FF2B5EF4-FFF2-40B4-BE49-F238E27FC236}">
                <a16:creationId xmlns:a16="http://schemas.microsoft.com/office/drawing/2014/main" id="{38A954F9-59CF-DAD3-C560-D42644F43D7A}"/>
              </a:ext>
            </a:extLst>
          </p:cNvPr>
          <p:cNvSpPr txBox="1"/>
          <p:nvPr/>
        </p:nvSpPr>
        <p:spPr>
          <a:xfrm>
            <a:off x="669303" y="2742545"/>
            <a:ext cx="6098344" cy="433965"/>
          </a:xfrm>
          <a:prstGeom prst="rect">
            <a:avLst/>
          </a:prstGeom>
          <a:noFill/>
        </p:spPr>
        <p:txBody>
          <a:bodyPr wrap="square">
            <a:spAutoFit/>
          </a:bodyPr>
          <a:lstStyle/>
          <a:p>
            <a:pPr>
              <a:lnSpc>
                <a:spcPct val="90000"/>
              </a:lnSpc>
              <a:buFontTx/>
              <a:buNone/>
            </a:pPr>
            <a:r>
              <a:rPr lang="en-GB" altLang="ar-SA" sz="2400" i="1" dirty="0" err="1">
                <a:solidFill>
                  <a:schemeClr val="bg2">
                    <a:lumMod val="75000"/>
                  </a:schemeClr>
                </a:solidFill>
                <a:latin typeface="Courier New" panose="02070309020205020404" pitchFamily="49" charset="0"/>
              </a:rPr>
              <a:t>Obj</a:t>
            </a:r>
            <a:r>
              <a:rPr lang="en-GB" altLang="ar-SA" sz="2400" dirty="0" err="1">
                <a:latin typeface="Courier New" panose="02070309020205020404" pitchFamily="49" charset="0"/>
              </a:rPr>
              <a:t>.toString</a:t>
            </a:r>
            <a:r>
              <a:rPr lang="en-GB" altLang="ar-SA" sz="2400" dirty="0">
                <a:latin typeface="Courier New" panose="02070309020205020404" pitchFamily="49" charset="0"/>
              </a:rPr>
              <a:t>();</a:t>
            </a:r>
          </a:p>
        </p:txBody>
      </p:sp>
    </p:spTree>
    <p:extLst>
      <p:ext uri="{BB962C8B-B14F-4D97-AF65-F5344CB8AC3E}">
        <p14:creationId xmlns:p14="http://schemas.microsoft.com/office/powerpoint/2010/main" val="3999451784"/>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137CC-6FC0-271B-16CD-2D3FC0A4CA27}"/>
              </a:ext>
            </a:extLst>
          </p:cNvPr>
          <p:cNvSpPr>
            <a:spLocks noGrp="1"/>
          </p:cNvSpPr>
          <p:nvPr>
            <p:ph type="title"/>
          </p:nvPr>
        </p:nvSpPr>
        <p:spPr/>
        <p:txBody>
          <a:bodyPr/>
          <a:lstStyle/>
          <a:p>
            <a:r>
              <a:rPr lang="en-US" sz="4800" dirty="0"/>
              <a:t>Benefits of Polymorphism </a:t>
            </a:r>
            <a:endParaRPr lang="en-US" dirty="0"/>
          </a:p>
        </p:txBody>
      </p:sp>
      <p:sp>
        <p:nvSpPr>
          <p:cNvPr id="3" name="Content Placeholder 2">
            <a:extLst>
              <a:ext uri="{FF2B5EF4-FFF2-40B4-BE49-F238E27FC236}">
                <a16:creationId xmlns:a16="http://schemas.microsoft.com/office/drawing/2014/main" id="{3CBA34D8-5B2D-68E8-AB20-AAE568C212D1}"/>
              </a:ext>
            </a:extLst>
          </p:cNvPr>
          <p:cNvSpPr>
            <a:spLocks noGrp="1"/>
          </p:cNvSpPr>
          <p:nvPr>
            <p:ph idx="1"/>
          </p:nvPr>
        </p:nvSpPr>
        <p:spPr/>
        <p:txBody>
          <a:bodyPr/>
          <a:lstStyle/>
          <a:p>
            <a:pPr marL="342900" indent="-342900"/>
            <a:r>
              <a:rPr lang="en-US" altLang="en-US" u="sng" dirty="0"/>
              <a:t>Generic Programming: </a:t>
            </a:r>
            <a:r>
              <a:rPr lang="en-US" altLang="en-US" sz="2400" dirty="0">
                <a:cs typeface="Times New Roman" panose="02020603050405020304" pitchFamily="18" charset="0"/>
              </a:rPr>
              <a:t>Polymorphism allows methods to be used generically for a wide range of object arguments. This is known as generic programming. </a:t>
            </a:r>
          </a:p>
          <a:p>
            <a:pPr marL="342900" indent="-342900"/>
            <a:r>
              <a:rPr lang="en-US" altLang="en-US" sz="2400" dirty="0">
                <a:cs typeface="Times New Roman" panose="02020603050405020304" pitchFamily="18" charset="0"/>
              </a:rPr>
              <a:t>If a method’s parameter type is a superclass (e.g., Object), you may pass an object to this method of any of the parameter’s subclasses (e.g., Student or String). </a:t>
            </a:r>
          </a:p>
          <a:p>
            <a:pPr marL="342900" indent="-342900"/>
            <a:r>
              <a:rPr lang="en-US" altLang="en-US" sz="2400" dirty="0">
                <a:cs typeface="Times New Roman" panose="02020603050405020304" pitchFamily="18" charset="0"/>
              </a:rPr>
              <a:t>When an object (e.g., a Student object or a String object) is used in the method, the particular implementation of the method of the object that is invoked (e.g., </a:t>
            </a:r>
            <a:r>
              <a:rPr lang="en-US" altLang="en-US" sz="2400" dirty="0" err="1">
                <a:cs typeface="Times New Roman" panose="02020603050405020304" pitchFamily="18" charset="0"/>
              </a:rPr>
              <a:t>toString</a:t>
            </a:r>
            <a:r>
              <a:rPr lang="en-US" altLang="en-US" sz="2400" dirty="0">
                <a:cs typeface="Times New Roman" panose="02020603050405020304" pitchFamily="18" charset="0"/>
              </a:rPr>
              <a:t>) is determined dynamically.</a:t>
            </a:r>
          </a:p>
          <a:p>
            <a:endParaRPr lang="en-US" dirty="0"/>
          </a:p>
        </p:txBody>
      </p:sp>
      <p:sp>
        <p:nvSpPr>
          <p:cNvPr id="4" name="Footer Placeholder 3">
            <a:extLst>
              <a:ext uri="{FF2B5EF4-FFF2-40B4-BE49-F238E27FC236}">
                <a16:creationId xmlns:a16="http://schemas.microsoft.com/office/drawing/2014/main" id="{230E7973-51CA-0016-425A-CCC32E34B12A}"/>
              </a:ext>
            </a:extLst>
          </p:cNvPr>
          <p:cNvSpPr>
            <a:spLocks noGrp="1"/>
          </p:cNvSpPr>
          <p:nvPr>
            <p:ph type="ftr" sz="quarter" idx="11"/>
          </p:nvPr>
        </p:nvSpPr>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1577918075"/>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FF21B-FA82-37A2-9F7B-29DC067096D0}"/>
              </a:ext>
            </a:extLst>
          </p:cNvPr>
          <p:cNvSpPr>
            <a:spLocks noGrp="1"/>
          </p:cNvSpPr>
          <p:nvPr>
            <p:ph type="title"/>
          </p:nvPr>
        </p:nvSpPr>
        <p:spPr/>
        <p:txBody>
          <a:bodyPr/>
          <a:lstStyle/>
          <a:p>
            <a:r>
              <a:rPr lang="en-US" altLang="en-US" dirty="0"/>
              <a:t>Generic Programming </a:t>
            </a:r>
            <a:r>
              <a:rPr lang="en-US" altLang="en-US" sz="3600" dirty="0"/>
              <a:t>(Generic Method)</a:t>
            </a:r>
            <a:endParaRPr lang="en-US" dirty="0"/>
          </a:p>
        </p:txBody>
      </p:sp>
      <p:sp>
        <p:nvSpPr>
          <p:cNvPr id="4" name="Footer Placeholder 3">
            <a:extLst>
              <a:ext uri="{FF2B5EF4-FFF2-40B4-BE49-F238E27FC236}">
                <a16:creationId xmlns:a16="http://schemas.microsoft.com/office/drawing/2014/main" id="{9BFC3567-C6F7-C878-1B3C-90781C49584F}"/>
              </a:ext>
            </a:extLst>
          </p:cNvPr>
          <p:cNvSpPr>
            <a:spLocks noGrp="1"/>
          </p:cNvSpPr>
          <p:nvPr>
            <p:ph type="ftr" sz="quarter" idx="11"/>
          </p:nvPr>
        </p:nvSpPr>
        <p:spPr/>
        <p:txBody>
          <a:bodyPr/>
          <a:lstStyle/>
          <a:p>
            <a:r>
              <a:rPr lang="en-US"/>
              <a:t>Edited and Reviewed By: I. Bara' Qadomi &amp; I. Bara' Hamadah (FIT, Applied Science Private University)</a:t>
            </a:r>
          </a:p>
        </p:txBody>
      </p:sp>
      <p:pic>
        <p:nvPicPr>
          <p:cNvPr id="5" name="Picture 4">
            <a:extLst>
              <a:ext uri="{FF2B5EF4-FFF2-40B4-BE49-F238E27FC236}">
                <a16:creationId xmlns:a16="http://schemas.microsoft.com/office/drawing/2014/main" id="{B0CBBF8E-6AA3-024B-A803-1ACA53C79B7C}"/>
              </a:ext>
            </a:extLst>
          </p:cNvPr>
          <p:cNvPicPr>
            <a:picLocks noChangeAspect="1"/>
          </p:cNvPicPr>
          <p:nvPr/>
        </p:nvPicPr>
        <p:blipFill>
          <a:blip r:embed="rId2"/>
          <a:stretch>
            <a:fillRect/>
          </a:stretch>
        </p:blipFill>
        <p:spPr>
          <a:xfrm>
            <a:off x="31845" y="1812738"/>
            <a:ext cx="4644545" cy="2895740"/>
          </a:xfrm>
          <a:prstGeom prst="rect">
            <a:avLst/>
          </a:prstGeom>
          <a:ln w="12700">
            <a:solidFill>
              <a:schemeClr val="tx1"/>
            </a:solidFill>
          </a:ln>
        </p:spPr>
      </p:pic>
      <p:pic>
        <p:nvPicPr>
          <p:cNvPr id="6" name="Picture 5">
            <a:extLst>
              <a:ext uri="{FF2B5EF4-FFF2-40B4-BE49-F238E27FC236}">
                <a16:creationId xmlns:a16="http://schemas.microsoft.com/office/drawing/2014/main" id="{95D31B99-EC7B-DCFA-1FC7-5FC432A00B6D}"/>
              </a:ext>
            </a:extLst>
          </p:cNvPr>
          <p:cNvPicPr>
            <a:picLocks noChangeAspect="1"/>
          </p:cNvPicPr>
          <p:nvPr/>
        </p:nvPicPr>
        <p:blipFill>
          <a:blip r:embed="rId3"/>
          <a:stretch>
            <a:fillRect/>
          </a:stretch>
        </p:blipFill>
        <p:spPr>
          <a:xfrm>
            <a:off x="31845" y="4911659"/>
            <a:ext cx="4555571" cy="1293523"/>
          </a:xfrm>
          <a:prstGeom prst="rect">
            <a:avLst/>
          </a:prstGeom>
          <a:ln w="12700">
            <a:solidFill>
              <a:schemeClr val="tx1"/>
            </a:solidFill>
          </a:ln>
        </p:spPr>
      </p:pic>
      <p:pic>
        <p:nvPicPr>
          <p:cNvPr id="7" name="Picture 6">
            <a:extLst>
              <a:ext uri="{FF2B5EF4-FFF2-40B4-BE49-F238E27FC236}">
                <a16:creationId xmlns:a16="http://schemas.microsoft.com/office/drawing/2014/main" id="{0A6B56D3-BA0B-E22B-5CE5-2939E43B0BBF}"/>
              </a:ext>
            </a:extLst>
          </p:cNvPr>
          <p:cNvPicPr>
            <a:picLocks noChangeAspect="1"/>
          </p:cNvPicPr>
          <p:nvPr/>
        </p:nvPicPr>
        <p:blipFill>
          <a:blip r:embed="rId4"/>
          <a:stretch>
            <a:fillRect/>
          </a:stretch>
        </p:blipFill>
        <p:spPr>
          <a:xfrm>
            <a:off x="5078344" y="1829409"/>
            <a:ext cx="4397752" cy="1659257"/>
          </a:xfrm>
          <a:prstGeom prst="rect">
            <a:avLst/>
          </a:prstGeom>
          <a:ln w="12700">
            <a:solidFill>
              <a:schemeClr val="tx1"/>
            </a:solidFill>
          </a:ln>
        </p:spPr>
      </p:pic>
      <p:pic>
        <p:nvPicPr>
          <p:cNvPr id="9" name="Picture 8">
            <a:extLst>
              <a:ext uri="{FF2B5EF4-FFF2-40B4-BE49-F238E27FC236}">
                <a16:creationId xmlns:a16="http://schemas.microsoft.com/office/drawing/2014/main" id="{6AE6D635-B493-637D-E6F4-E0D8D0507EA6}"/>
              </a:ext>
            </a:extLst>
          </p:cNvPr>
          <p:cNvPicPr>
            <a:picLocks noChangeAspect="1"/>
          </p:cNvPicPr>
          <p:nvPr/>
        </p:nvPicPr>
        <p:blipFill>
          <a:blip r:embed="rId5"/>
          <a:stretch>
            <a:fillRect/>
          </a:stretch>
        </p:blipFill>
        <p:spPr>
          <a:xfrm>
            <a:off x="4928049" y="4780539"/>
            <a:ext cx="4625383" cy="1424643"/>
          </a:xfrm>
          <a:prstGeom prst="rect">
            <a:avLst/>
          </a:prstGeom>
        </p:spPr>
      </p:pic>
      <p:sp>
        <p:nvSpPr>
          <p:cNvPr id="10" name="TextBox 9">
            <a:extLst>
              <a:ext uri="{FF2B5EF4-FFF2-40B4-BE49-F238E27FC236}">
                <a16:creationId xmlns:a16="http://schemas.microsoft.com/office/drawing/2014/main" id="{C8E74C85-DBC9-B62E-27E2-E82A487CA535}"/>
              </a:ext>
            </a:extLst>
          </p:cNvPr>
          <p:cNvSpPr txBox="1"/>
          <p:nvPr/>
        </p:nvSpPr>
        <p:spPr>
          <a:xfrm>
            <a:off x="4928049" y="4378940"/>
            <a:ext cx="1358250" cy="369332"/>
          </a:xfrm>
          <a:prstGeom prst="rect">
            <a:avLst/>
          </a:prstGeom>
          <a:noFill/>
        </p:spPr>
        <p:txBody>
          <a:bodyPr wrap="square" rtlCol="1">
            <a:spAutoFit/>
          </a:bodyPr>
          <a:lstStyle/>
          <a:p>
            <a:r>
              <a:rPr lang="en-US" sz="1800" b="1" dirty="0"/>
              <a:t>Output</a:t>
            </a:r>
            <a:endParaRPr lang="ar-SA" sz="1800" b="1" dirty="0"/>
          </a:p>
        </p:txBody>
      </p:sp>
      <p:pic>
        <p:nvPicPr>
          <p:cNvPr id="11" name="Content Placeholder 10">
            <a:extLst>
              <a:ext uri="{FF2B5EF4-FFF2-40B4-BE49-F238E27FC236}">
                <a16:creationId xmlns:a16="http://schemas.microsoft.com/office/drawing/2014/main" id="{63D1DCF1-ACF9-F1C4-0D4E-39377375451B}"/>
              </a:ext>
            </a:extLst>
          </p:cNvPr>
          <p:cNvPicPr>
            <a:picLocks noGrp="1" noChangeAspect="1"/>
          </p:cNvPicPr>
          <p:nvPr>
            <p:ph idx="1"/>
          </p:nvPr>
        </p:nvPicPr>
        <p:blipFill>
          <a:blip r:embed="rId6"/>
          <a:stretch>
            <a:fillRect/>
          </a:stretch>
        </p:blipFill>
        <p:spPr>
          <a:xfrm>
            <a:off x="5059293" y="3654347"/>
            <a:ext cx="4416803" cy="685641"/>
          </a:xfrm>
          <a:prstGeom prst="rect">
            <a:avLst/>
          </a:prstGeom>
          <a:ln w="12700">
            <a:solidFill>
              <a:schemeClr val="tx1"/>
            </a:solidFill>
          </a:ln>
        </p:spPr>
      </p:pic>
    </p:spTree>
    <p:extLst>
      <p:ext uri="{BB962C8B-B14F-4D97-AF65-F5344CB8AC3E}">
        <p14:creationId xmlns:p14="http://schemas.microsoft.com/office/powerpoint/2010/main" val="1872065915"/>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E8ADD-0103-5462-BBFC-3900B0B09851}"/>
              </a:ext>
            </a:extLst>
          </p:cNvPr>
          <p:cNvSpPr>
            <a:spLocks noGrp="1"/>
          </p:cNvSpPr>
          <p:nvPr>
            <p:ph type="title"/>
          </p:nvPr>
        </p:nvSpPr>
        <p:spPr/>
        <p:txBody>
          <a:bodyPr/>
          <a:lstStyle/>
          <a:p>
            <a:r>
              <a:rPr lang="en-US" altLang="en-US" dirty="0"/>
              <a:t>Generic Programming </a:t>
            </a:r>
            <a:r>
              <a:rPr lang="en-US" altLang="en-US" sz="3600" dirty="0"/>
              <a:t>(Generic Array)</a:t>
            </a:r>
            <a:endParaRPr lang="en-US" dirty="0"/>
          </a:p>
        </p:txBody>
      </p:sp>
      <p:sp>
        <p:nvSpPr>
          <p:cNvPr id="4" name="Footer Placeholder 3">
            <a:extLst>
              <a:ext uri="{FF2B5EF4-FFF2-40B4-BE49-F238E27FC236}">
                <a16:creationId xmlns:a16="http://schemas.microsoft.com/office/drawing/2014/main" id="{16D009E4-847A-BCEE-CB7C-2B917EDA35C9}"/>
              </a:ext>
            </a:extLst>
          </p:cNvPr>
          <p:cNvSpPr>
            <a:spLocks noGrp="1"/>
          </p:cNvSpPr>
          <p:nvPr>
            <p:ph type="ftr" sz="quarter" idx="11"/>
          </p:nvPr>
        </p:nvSpPr>
        <p:spPr/>
        <p:txBody>
          <a:bodyPr/>
          <a:lstStyle/>
          <a:p>
            <a:r>
              <a:rPr lang="en-US"/>
              <a:t>Edited and Reviewed By: I. Bara' Qadomi &amp; I. Bara' Hamadah (FIT, Applied Science Private University)</a:t>
            </a:r>
          </a:p>
        </p:txBody>
      </p:sp>
      <p:pic>
        <p:nvPicPr>
          <p:cNvPr id="5" name="Picture 4">
            <a:extLst>
              <a:ext uri="{FF2B5EF4-FFF2-40B4-BE49-F238E27FC236}">
                <a16:creationId xmlns:a16="http://schemas.microsoft.com/office/drawing/2014/main" id="{7249626A-946A-1B71-AE67-137E5CBAA2EE}"/>
              </a:ext>
            </a:extLst>
          </p:cNvPr>
          <p:cNvPicPr>
            <a:picLocks noChangeAspect="1"/>
          </p:cNvPicPr>
          <p:nvPr/>
        </p:nvPicPr>
        <p:blipFill>
          <a:blip r:embed="rId2"/>
          <a:stretch>
            <a:fillRect/>
          </a:stretch>
        </p:blipFill>
        <p:spPr>
          <a:xfrm>
            <a:off x="31845" y="1879390"/>
            <a:ext cx="5677462" cy="4175667"/>
          </a:xfrm>
          <a:prstGeom prst="rect">
            <a:avLst/>
          </a:prstGeom>
          <a:ln w="12700">
            <a:solidFill>
              <a:schemeClr val="tx1"/>
            </a:solidFill>
          </a:ln>
        </p:spPr>
      </p:pic>
      <p:pic>
        <p:nvPicPr>
          <p:cNvPr id="8" name="Picture 7">
            <a:extLst>
              <a:ext uri="{FF2B5EF4-FFF2-40B4-BE49-F238E27FC236}">
                <a16:creationId xmlns:a16="http://schemas.microsoft.com/office/drawing/2014/main" id="{77548F4D-23AF-639F-FC32-632283470337}"/>
              </a:ext>
            </a:extLst>
          </p:cNvPr>
          <p:cNvPicPr>
            <a:picLocks noChangeAspect="1"/>
          </p:cNvPicPr>
          <p:nvPr/>
        </p:nvPicPr>
        <p:blipFill>
          <a:blip r:embed="rId3"/>
          <a:stretch>
            <a:fillRect/>
          </a:stretch>
        </p:blipFill>
        <p:spPr>
          <a:xfrm>
            <a:off x="5709307" y="1879389"/>
            <a:ext cx="6441742" cy="4175667"/>
          </a:xfrm>
          <a:prstGeom prst="rect">
            <a:avLst/>
          </a:prstGeom>
          <a:ln w="12700">
            <a:solidFill>
              <a:schemeClr val="tx1"/>
            </a:solidFill>
          </a:ln>
        </p:spPr>
      </p:pic>
    </p:spTree>
    <p:extLst>
      <p:ext uri="{BB962C8B-B14F-4D97-AF65-F5344CB8AC3E}">
        <p14:creationId xmlns:p14="http://schemas.microsoft.com/office/powerpoint/2010/main" val="3360856"/>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E8ADD-0103-5462-BBFC-3900B0B09851}"/>
              </a:ext>
            </a:extLst>
          </p:cNvPr>
          <p:cNvSpPr>
            <a:spLocks noGrp="1"/>
          </p:cNvSpPr>
          <p:nvPr>
            <p:ph type="title"/>
          </p:nvPr>
        </p:nvSpPr>
        <p:spPr/>
        <p:txBody>
          <a:bodyPr/>
          <a:lstStyle/>
          <a:p>
            <a:r>
              <a:rPr lang="en-US" altLang="en-US" dirty="0"/>
              <a:t>Generic Programming </a:t>
            </a:r>
            <a:r>
              <a:rPr lang="en-US" altLang="en-US" sz="3600" dirty="0"/>
              <a:t>(Generic Array)</a:t>
            </a:r>
            <a:endParaRPr lang="en-US" dirty="0"/>
          </a:p>
        </p:txBody>
      </p:sp>
      <p:sp>
        <p:nvSpPr>
          <p:cNvPr id="4" name="Footer Placeholder 3">
            <a:extLst>
              <a:ext uri="{FF2B5EF4-FFF2-40B4-BE49-F238E27FC236}">
                <a16:creationId xmlns:a16="http://schemas.microsoft.com/office/drawing/2014/main" id="{16D009E4-847A-BCEE-CB7C-2B917EDA35C9}"/>
              </a:ext>
            </a:extLst>
          </p:cNvPr>
          <p:cNvSpPr>
            <a:spLocks noGrp="1"/>
          </p:cNvSpPr>
          <p:nvPr>
            <p:ph type="ftr" sz="quarter" idx="11"/>
          </p:nvPr>
        </p:nvSpPr>
        <p:spPr/>
        <p:txBody>
          <a:bodyPr/>
          <a:lstStyle/>
          <a:p>
            <a:r>
              <a:rPr lang="en-US"/>
              <a:t>Edited and Reviewed By: I. Bara' Qadomi &amp; I. Bara' Hamadah (FIT, Applied Science Private University)</a:t>
            </a:r>
          </a:p>
        </p:txBody>
      </p:sp>
      <p:pic>
        <p:nvPicPr>
          <p:cNvPr id="6" name="Picture 5">
            <a:extLst>
              <a:ext uri="{FF2B5EF4-FFF2-40B4-BE49-F238E27FC236}">
                <a16:creationId xmlns:a16="http://schemas.microsoft.com/office/drawing/2014/main" id="{2384838B-C467-884F-2748-EF96C274DC9E}"/>
              </a:ext>
            </a:extLst>
          </p:cNvPr>
          <p:cNvPicPr>
            <a:picLocks noChangeAspect="1"/>
          </p:cNvPicPr>
          <p:nvPr/>
        </p:nvPicPr>
        <p:blipFill>
          <a:blip r:embed="rId2"/>
          <a:stretch>
            <a:fillRect/>
          </a:stretch>
        </p:blipFill>
        <p:spPr>
          <a:xfrm>
            <a:off x="53653" y="4553803"/>
            <a:ext cx="5586483" cy="1905981"/>
          </a:xfrm>
          <a:prstGeom prst="rect">
            <a:avLst/>
          </a:prstGeom>
          <a:ln>
            <a:solidFill>
              <a:schemeClr val="tx1"/>
            </a:solidFill>
          </a:ln>
        </p:spPr>
      </p:pic>
      <p:pic>
        <p:nvPicPr>
          <p:cNvPr id="7" name="Picture 6">
            <a:extLst>
              <a:ext uri="{FF2B5EF4-FFF2-40B4-BE49-F238E27FC236}">
                <a16:creationId xmlns:a16="http://schemas.microsoft.com/office/drawing/2014/main" id="{2C67A20B-4B00-16E1-8F3E-70C7300889EA}"/>
              </a:ext>
            </a:extLst>
          </p:cNvPr>
          <p:cNvPicPr>
            <a:picLocks noChangeAspect="1"/>
          </p:cNvPicPr>
          <p:nvPr/>
        </p:nvPicPr>
        <p:blipFill>
          <a:blip r:embed="rId3"/>
          <a:stretch>
            <a:fillRect/>
          </a:stretch>
        </p:blipFill>
        <p:spPr>
          <a:xfrm>
            <a:off x="53653" y="1737360"/>
            <a:ext cx="5586483" cy="2758111"/>
          </a:xfrm>
          <a:prstGeom prst="rect">
            <a:avLst/>
          </a:prstGeom>
          <a:ln>
            <a:solidFill>
              <a:schemeClr val="tx1"/>
            </a:solidFill>
          </a:ln>
        </p:spPr>
      </p:pic>
      <p:pic>
        <p:nvPicPr>
          <p:cNvPr id="9" name="Picture 8">
            <a:extLst>
              <a:ext uri="{FF2B5EF4-FFF2-40B4-BE49-F238E27FC236}">
                <a16:creationId xmlns:a16="http://schemas.microsoft.com/office/drawing/2014/main" id="{C8E62CD4-4511-8E16-0C6E-B8975656F7BB}"/>
              </a:ext>
            </a:extLst>
          </p:cNvPr>
          <p:cNvPicPr>
            <a:picLocks noChangeAspect="1"/>
          </p:cNvPicPr>
          <p:nvPr/>
        </p:nvPicPr>
        <p:blipFill>
          <a:blip r:embed="rId4"/>
          <a:stretch>
            <a:fillRect/>
          </a:stretch>
        </p:blipFill>
        <p:spPr>
          <a:xfrm>
            <a:off x="5640136" y="1737360"/>
            <a:ext cx="5405452" cy="3340415"/>
          </a:xfrm>
          <a:prstGeom prst="rect">
            <a:avLst/>
          </a:prstGeom>
          <a:ln>
            <a:solidFill>
              <a:schemeClr val="tx1"/>
            </a:solidFill>
          </a:ln>
        </p:spPr>
      </p:pic>
    </p:spTree>
    <p:extLst>
      <p:ext uri="{BB962C8B-B14F-4D97-AF65-F5344CB8AC3E}">
        <p14:creationId xmlns:p14="http://schemas.microsoft.com/office/powerpoint/2010/main" val="2706814220"/>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1DA01-AC15-9299-B926-B5619E6B21B6}"/>
              </a:ext>
            </a:extLst>
          </p:cNvPr>
          <p:cNvSpPr>
            <a:spLocks noGrp="1"/>
          </p:cNvSpPr>
          <p:nvPr>
            <p:ph type="title"/>
          </p:nvPr>
        </p:nvSpPr>
        <p:spPr/>
        <p:txBody>
          <a:bodyPr/>
          <a:lstStyle/>
          <a:p>
            <a:r>
              <a:rPr lang="en-US" altLang="ar-SA" sz="4800" dirty="0"/>
              <a:t>Checking an Object Type</a:t>
            </a:r>
            <a:endParaRPr lang="en-US" dirty="0"/>
          </a:p>
        </p:txBody>
      </p:sp>
      <p:sp>
        <p:nvSpPr>
          <p:cNvPr id="3" name="Content Placeholder 2">
            <a:extLst>
              <a:ext uri="{FF2B5EF4-FFF2-40B4-BE49-F238E27FC236}">
                <a16:creationId xmlns:a16="http://schemas.microsoft.com/office/drawing/2014/main" id="{11EB319B-51FA-A047-4FFE-334E58555CF0}"/>
              </a:ext>
            </a:extLst>
          </p:cNvPr>
          <p:cNvSpPr>
            <a:spLocks noGrp="1"/>
          </p:cNvSpPr>
          <p:nvPr>
            <p:ph idx="1"/>
          </p:nvPr>
        </p:nvSpPr>
        <p:spPr/>
        <p:txBody>
          <a:bodyPr/>
          <a:lstStyle/>
          <a:p>
            <a:pPr marL="457200" indent="-457200"/>
            <a:r>
              <a:rPr lang="en-GB" altLang="ar-SA" dirty="0"/>
              <a:t>Its possible to check the actual type of an object</a:t>
            </a:r>
          </a:p>
          <a:p>
            <a:pPr lvl="1"/>
            <a:r>
              <a:rPr lang="en-GB" altLang="ar-SA" sz="2200" dirty="0"/>
              <a:t>May want to check the real type, if we’ve only got a reference to a superclass</a:t>
            </a:r>
          </a:p>
          <a:p>
            <a:pPr marL="457200" lvl="1" indent="-457200"/>
            <a:r>
              <a:rPr lang="en-US" altLang="en-US" sz="2400" dirty="0"/>
              <a:t>Use the </a:t>
            </a:r>
            <a:r>
              <a:rPr lang="en-US" altLang="en-US" sz="2400" b="1" dirty="0" err="1">
                <a:solidFill>
                  <a:schemeClr val="bg2">
                    <a:lumMod val="75000"/>
                  </a:schemeClr>
                </a:solidFill>
                <a:latin typeface="Courier New" panose="02070309020205020404" pitchFamily="49" charset="0"/>
              </a:rPr>
              <a:t>instanceof</a:t>
            </a:r>
            <a:r>
              <a:rPr lang="en-US" altLang="en-US" sz="2400" b="1" dirty="0">
                <a:solidFill>
                  <a:schemeClr val="bg2">
                    <a:lumMod val="75000"/>
                  </a:schemeClr>
                </a:solidFill>
              </a:rPr>
              <a:t> operator </a:t>
            </a:r>
            <a:r>
              <a:rPr lang="en-US" altLang="en-US" sz="2400" dirty="0"/>
              <a:t>to test whether an object is an instance of a class.</a:t>
            </a:r>
            <a:endParaRPr lang="en-US" altLang="ar-SA" sz="2400" dirty="0"/>
          </a:p>
          <a:p>
            <a:pPr marL="0" indent="0">
              <a:buNone/>
            </a:pPr>
            <a:endParaRPr lang="en-US" dirty="0"/>
          </a:p>
        </p:txBody>
      </p:sp>
      <p:sp>
        <p:nvSpPr>
          <p:cNvPr id="4" name="Footer Placeholder 3">
            <a:extLst>
              <a:ext uri="{FF2B5EF4-FFF2-40B4-BE49-F238E27FC236}">
                <a16:creationId xmlns:a16="http://schemas.microsoft.com/office/drawing/2014/main" id="{871E7B48-5227-2C3D-FA3E-647A82550506}"/>
              </a:ext>
            </a:extLst>
          </p:cNvPr>
          <p:cNvSpPr>
            <a:spLocks noGrp="1"/>
          </p:cNvSpPr>
          <p:nvPr>
            <p:ph type="ftr" sz="quarter" idx="11"/>
          </p:nvPr>
        </p:nvSpPr>
        <p:spPr/>
        <p:txBody>
          <a:bodyPr/>
          <a:lstStyle/>
          <a:p>
            <a:r>
              <a:rPr lang="en-US"/>
              <a:t>Edited and Reviewed By: I. Bara' Qadomi &amp; I. Bara' Hamadah (FIT, Applied Science Private University)</a:t>
            </a:r>
          </a:p>
        </p:txBody>
      </p:sp>
      <p:graphicFrame>
        <p:nvGraphicFramePr>
          <p:cNvPr id="8" name="Object 7">
            <a:extLst>
              <a:ext uri="{FF2B5EF4-FFF2-40B4-BE49-F238E27FC236}">
                <a16:creationId xmlns:a16="http://schemas.microsoft.com/office/drawing/2014/main" id="{07D8B0F2-8A7B-99B1-A93E-26B8D50A3EA0}"/>
              </a:ext>
            </a:extLst>
          </p:cNvPr>
          <p:cNvGraphicFramePr>
            <a:graphicFrameLocks noChangeAspect="1"/>
          </p:cNvGraphicFramePr>
          <p:nvPr>
            <p:extLst>
              <p:ext uri="{D42A27DB-BD31-4B8C-83A1-F6EECF244321}">
                <p14:modId xmlns:p14="http://schemas.microsoft.com/office/powerpoint/2010/main" val="979226426"/>
              </p:ext>
            </p:extLst>
          </p:nvPr>
        </p:nvGraphicFramePr>
        <p:xfrm>
          <a:off x="-888076" y="3429000"/>
          <a:ext cx="11481847" cy="2032207"/>
        </p:xfrm>
        <a:graphic>
          <a:graphicData uri="http://schemas.openxmlformats.org/presentationml/2006/ole">
            <mc:AlternateContent xmlns:mc="http://schemas.openxmlformats.org/markup-compatibility/2006">
              <mc:Choice xmlns:v="urn:schemas-microsoft-com:vml" Requires="v">
                <p:oleObj name="Picture" r:id="rId2" imgW="3420000" imgH="473760" progId="Word.Picture.8">
                  <p:embed/>
                </p:oleObj>
              </mc:Choice>
              <mc:Fallback>
                <p:oleObj name="Picture" r:id="rId2" imgW="3420000" imgH="473760" progId="Word.Picture.8">
                  <p:embed/>
                  <p:pic>
                    <p:nvPicPr>
                      <p:cNvPr id="6" name="Object 5"/>
                      <p:cNvPicPr>
                        <a:picLocks noChangeAspect="1" noChangeArrowheads="1"/>
                      </p:cNvPicPr>
                      <p:nvPr/>
                    </p:nvPicPr>
                    <p:blipFill>
                      <a:blip r:embed="rId3"/>
                      <a:srcRect/>
                      <a:stretch>
                        <a:fillRect/>
                      </a:stretch>
                    </p:blipFill>
                    <p:spPr bwMode="auto">
                      <a:xfrm>
                        <a:off x="-888076" y="3429000"/>
                        <a:ext cx="11481847" cy="2032207"/>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4050117889"/>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B1F1B-F431-5D71-56D5-7B6246391BCC}"/>
              </a:ext>
            </a:extLst>
          </p:cNvPr>
          <p:cNvSpPr>
            <a:spLocks noGrp="1"/>
          </p:cNvSpPr>
          <p:nvPr>
            <p:ph type="title"/>
          </p:nvPr>
        </p:nvSpPr>
        <p:spPr/>
        <p:txBody>
          <a:bodyPr/>
          <a:lstStyle/>
          <a:p>
            <a:r>
              <a:rPr lang="en-US" altLang="ar-SA" sz="4800" dirty="0"/>
              <a:t>Checking an Object Type </a:t>
            </a:r>
            <a:r>
              <a:rPr lang="en-US" altLang="ar-SA" sz="2400" dirty="0"/>
              <a:t>Example</a:t>
            </a:r>
            <a:endParaRPr lang="en-US" sz="2400" dirty="0"/>
          </a:p>
        </p:txBody>
      </p:sp>
      <p:pic>
        <p:nvPicPr>
          <p:cNvPr id="8" name="Content Placeholder 7" descr="A close-up of a code&#10;&#10;Description automatically generated">
            <a:extLst>
              <a:ext uri="{FF2B5EF4-FFF2-40B4-BE49-F238E27FC236}">
                <a16:creationId xmlns:a16="http://schemas.microsoft.com/office/drawing/2014/main" id="{6875B050-5D95-9C35-6E90-D299EDF1627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8791" y="2139136"/>
            <a:ext cx="4209561" cy="2633031"/>
          </a:xfrm>
        </p:spPr>
      </p:pic>
      <p:sp>
        <p:nvSpPr>
          <p:cNvPr id="4" name="Footer Placeholder 3">
            <a:extLst>
              <a:ext uri="{FF2B5EF4-FFF2-40B4-BE49-F238E27FC236}">
                <a16:creationId xmlns:a16="http://schemas.microsoft.com/office/drawing/2014/main" id="{618A58CA-CC5A-5462-396B-19D73A2A3962}"/>
              </a:ext>
            </a:extLst>
          </p:cNvPr>
          <p:cNvSpPr>
            <a:spLocks noGrp="1"/>
          </p:cNvSpPr>
          <p:nvPr>
            <p:ph type="ftr" sz="quarter" idx="11"/>
          </p:nvPr>
        </p:nvSpPr>
        <p:spPr/>
        <p:txBody>
          <a:bodyPr/>
          <a:lstStyle/>
          <a:p>
            <a:r>
              <a:rPr lang="en-US"/>
              <a:t>Edited and Reviewed By: I. Bara' Qadomi &amp; I. Bara' Hamadah (FIT, Applied Science Private University)</a:t>
            </a:r>
          </a:p>
        </p:txBody>
      </p:sp>
      <p:pic>
        <p:nvPicPr>
          <p:cNvPr id="10" name="Picture 9" descr="A white background with black text&#10;&#10;Description automatically generated">
            <a:extLst>
              <a:ext uri="{FF2B5EF4-FFF2-40B4-BE49-F238E27FC236}">
                <a16:creationId xmlns:a16="http://schemas.microsoft.com/office/drawing/2014/main" id="{A33FA39E-66B3-1306-E2F0-24FEA4FA91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90364" y="2047445"/>
            <a:ext cx="6496335" cy="3361617"/>
          </a:xfrm>
          <a:prstGeom prst="rect">
            <a:avLst/>
          </a:prstGeom>
        </p:spPr>
      </p:pic>
    </p:spTree>
    <p:extLst>
      <p:ext uri="{BB962C8B-B14F-4D97-AF65-F5344CB8AC3E}">
        <p14:creationId xmlns:p14="http://schemas.microsoft.com/office/powerpoint/2010/main" val="390748000"/>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09767-0E62-B58D-EC66-94E9B91D5FEB}"/>
              </a:ext>
            </a:extLst>
          </p:cNvPr>
          <p:cNvSpPr>
            <a:spLocks noGrp="1"/>
          </p:cNvSpPr>
          <p:nvPr>
            <p:ph type="title"/>
          </p:nvPr>
        </p:nvSpPr>
        <p:spPr/>
        <p:txBody>
          <a:bodyPr/>
          <a:lstStyle/>
          <a:p>
            <a:r>
              <a:rPr lang="en-US" altLang="ar-SA" sz="4800" dirty="0"/>
              <a:t>Checking an Object Type </a:t>
            </a:r>
            <a:r>
              <a:rPr lang="en-US" altLang="ar-SA" sz="2400" dirty="0"/>
              <a:t>Example</a:t>
            </a:r>
            <a:endParaRPr lang="en-US" dirty="0"/>
          </a:p>
        </p:txBody>
      </p:sp>
      <p:sp>
        <p:nvSpPr>
          <p:cNvPr id="4" name="Footer Placeholder 3">
            <a:extLst>
              <a:ext uri="{FF2B5EF4-FFF2-40B4-BE49-F238E27FC236}">
                <a16:creationId xmlns:a16="http://schemas.microsoft.com/office/drawing/2014/main" id="{2C28B8AA-5C4F-693C-EABB-0FE4F749CD3B}"/>
              </a:ext>
            </a:extLst>
          </p:cNvPr>
          <p:cNvSpPr>
            <a:spLocks noGrp="1"/>
          </p:cNvSpPr>
          <p:nvPr>
            <p:ph type="ftr" sz="quarter" idx="11"/>
          </p:nvPr>
        </p:nvSpPr>
        <p:spPr/>
        <p:txBody>
          <a:bodyPr/>
          <a:lstStyle/>
          <a:p>
            <a:r>
              <a:rPr lang="en-US"/>
              <a:t>Edited and Reviewed By: I. Bara' Qadomi &amp; I. Bara' Hamadah (FIT, Applied Science Private University)</a:t>
            </a:r>
          </a:p>
        </p:txBody>
      </p:sp>
      <p:pic>
        <p:nvPicPr>
          <p:cNvPr id="5" name="Content Placeholder 4" descr="A screenshot of a computer code&#10;&#10;Description automatically generated">
            <a:extLst>
              <a:ext uri="{FF2B5EF4-FFF2-40B4-BE49-F238E27FC236}">
                <a16:creationId xmlns:a16="http://schemas.microsoft.com/office/drawing/2014/main" id="{7E4F0159-CD45-28F8-ECBC-168C14E1D9D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2788" y="1846263"/>
            <a:ext cx="7497170" cy="4527241"/>
          </a:xfrm>
          <a:prstGeom prst="rect">
            <a:avLst/>
          </a:prstGeom>
        </p:spPr>
      </p:pic>
      <p:pic>
        <p:nvPicPr>
          <p:cNvPr id="7" name="Picture 6" descr="A screenshot of a computer code&#10;&#10;Description automatically generated">
            <a:extLst>
              <a:ext uri="{FF2B5EF4-FFF2-40B4-BE49-F238E27FC236}">
                <a16:creationId xmlns:a16="http://schemas.microsoft.com/office/drawing/2014/main" id="{DA4212F8-581B-8656-7216-7120EECF51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57275" y="1823641"/>
            <a:ext cx="4706007" cy="2010056"/>
          </a:xfrm>
          <a:prstGeom prst="rect">
            <a:avLst/>
          </a:prstGeom>
        </p:spPr>
      </p:pic>
    </p:spTree>
    <p:extLst>
      <p:ext uri="{BB962C8B-B14F-4D97-AF65-F5344CB8AC3E}">
        <p14:creationId xmlns:p14="http://schemas.microsoft.com/office/powerpoint/2010/main" val="402624273"/>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EFCF3-CB37-0048-1E50-4F6118E0CB68}"/>
              </a:ext>
            </a:extLst>
          </p:cNvPr>
          <p:cNvSpPr>
            <a:spLocks noGrp="1"/>
          </p:cNvSpPr>
          <p:nvPr>
            <p:ph type="title"/>
          </p:nvPr>
        </p:nvSpPr>
        <p:spPr/>
        <p:txBody>
          <a:bodyPr/>
          <a:lstStyle/>
          <a:p>
            <a:r>
              <a:rPr lang="en-US" altLang="en-US" dirty="0"/>
              <a:t>Implicit Casting</a:t>
            </a:r>
            <a:endParaRPr lang="en-US" dirty="0"/>
          </a:p>
        </p:txBody>
      </p:sp>
      <p:sp>
        <p:nvSpPr>
          <p:cNvPr id="3" name="Content Placeholder 2">
            <a:extLst>
              <a:ext uri="{FF2B5EF4-FFF2-40B4-BE49-F238E27FC236}">
                <a16:creationId xmlns:a16="http://schemas.microsoft.com/office/drawing/2014/main" id="{46ABBF6B-79EB-187E-54CD-07EF04625ECA}"/>
              </a:ext>
            </a:extLst>
          </p:cNvPr>
          <p:cNvSpPr>
            <a:spLocks noGrp="1"/>
          </p:cNvSpPr>
          <p:nvPr>
            <p:ph idx="1"/>
          </p:nvPr>
        </p:nvSpPr>
        <p:spPr/>
        <p:txBody>
          <a:bodyPr/>
          <a:lstStyle/>
          <a:p>
            <a:pPr marL="342900" indent="-342900">
              <a:tabLst>
                <a:tab pos="57150" algn="l"/>
                <a:tab pos="285750" algn="l"/>
              </a:tabLst>
            </a:pPr>
            <a:r>
              <a:rPr lang="en-US" altLang="en-US" dirty="0">
                <a:cs typeface="Courier New" panose="02070309020205020404" pitchFamily="49" charset="0"/>
              </a:rPr>
              <a:t>The casting operator already used to convert variables of one primitive type to another. </a:t>
            </a:r>
          </a:p>
          <a:p>
            <a:pPr marL="342900" indent="-342900">
              <a:tabLst>
                <a:tab pos="57150" algn="l"/>
                <a:tab pos="285750" algn="l"/>
              </a:tabLst>
            </a:pPr>
            <a:r>
              <a:rPr lang="en-US" altLang="en-US" dirty="0">
                <a:cs typeface="Courier New" panose="02070309020205020404" pitchFamily="49" charset="0"/>
              </a:rPr>
              <a:t>Casting can also be used to convert an object of one class type to another within an inheritance hierarchy. </a:t>
            </a:r>
          </a:p>
        </p:txBody>
      </p:sp>
      <p:sp>
        <p:nvSpPr>
          <p:cNvPr id="4" name="Footer Placeholder 3">
            <a:extLst>
              <a:ext uri="{FF2B5EF4-FFF2-40B4-BE49-F238E27FC236}">
                <a16:creationId xmlns:a16="http://schemas.microsoft.com/office/drawing/2014/main" id="{806118E8-CB69-CAA2-C0D7-8CF2DD81AC8F}"/>
              </a:ext>
            </a:extLst>
          </p:cNvPr>
          <p:cNvSpPr>
            <a:spLocks noGrp="1"/>
          </p:cNvSpPr>
          <p:nvPr>
            <p:ph type="ftr" sz="quarter" idx="11"/>
          </p:nvPr>
        </p:nvSpPr>
        <p:spPr/>
        <p:txBody>
          <a:bodyPr/>
          <a:lstStyle/>
          <a:p>
            <a:r>
              <a:rPr lang="en-US"/>
              <a:t>Edited and Reviewed By: I. Bara' Qadomi &amp; I. Bara' Hamadah (FIT, Applied Science Private University)</a:t>
            </a:r>
          </a:p>
        </p:txBody>
      </p:sp>
      <p:sp>
        <p:nvSpPr>
          <p:cNvPr id="5" name="Rectangle 4">
            <a:extLst>
              <a:ext uri="{FF2B5EF4-FFF2-40B4-BE49-F238E27FC236}">
                <a16:creationId xmlns:a16="http://schemas.microsoft.com/office/drawing/2014/main" id="{11B4F8DE-9DFF-5939-6C64-856BD645D49E}"/>
              </a:ext>
            </a:extLst>
          </p:cNvPr>
          <p:cNvSpPr/>
          <p:nvPr/>
        </p:nvSpPr>
        <p:spPr>
          <a:xfrm>
            <a:off x="1364566" y="4060384"/>
            <a:ext cx="8820443" cy="70338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342900" indent="-342900" algn="ctr">
              <a:spcBef>
                <a:spcPct val="0"/>
              </a:spcBef>
              <a:buClrTx/>
              <a:buSzTx/>
              <a:tabLst>
                <a:tab pos="57150" algn="l"/>
                <a:tab pos="285750" algn="l"/>
              </a:tabLst>
            </a:pPr>
            <a:endParaRPr lang="en-US" altLang="en-US" dirty="0">
              <a:cs typeface="Courier New" panose="02070309020205020404" pitchFamily="49" charset="0"/>
            </a:endParaRPr>
          </a:p>
          <a:p>
            <a:pPr marL="457200" lvl="1" indent="0">
              <a:buNone/>
              <a:tabLst>
                <a:tab pos="57150" algn="l"/>
                <a:tab pos="285750" algn="l"/>
              </a:tabLst>
            </a:pPr>
            <a:r>
              <a:rPr lang="en-US" altLang="en-US" sz="2400" dirty="0">
                <a:latin typeface="Courier New" panose="02070309020205020404" pitchFamily="49" charset="0"/>
              </a:rPr>
              <a:t>  </a:t>
            </a:r>
            <a:r>
              <a:rPr lang="en-US" altLang="en-US" sz="2400" b="1" dirty="0">
                <a:latin typeface="Courier New" panose="02070309020205020404" pitchFamily="49" charset="0"/>
              </a:rPr>
              <a:t>Object obj = new Student(); </a:t>
            </a:r>
            <a:r>
              <a:rPr lang="en-US" altLang="en-US" sz="2400" dirty="0">
                <a:solidFill>
                  <a:srgbClr val="FF0000"/>
                </a:solidFill>
                <a:cs typeface="Times New Roman" panose="02020603050405020304" pitchFamily="18" charset="0"/>
              </a:rPr>
              <a:t>// Implicit casting</a:t>
            </a:r>
          </a:p>
          <a:p>
            <a:pPr algn="ctr"/>
            <a:endParaRPr lang="en-US" dirty="0"/>
          </a:p>
        </p:txBody>
      </p:sp>
    </p:spTree>
    <p:extLst>
      <p:ext uri="{BB962C8B-B14F-4D97-AF65-F5344CB8AC3E}">
        <p14:creationId xmlns:p14="http://schemas.microsoft.com/office/powerpoint/2010/main" val="2949605187"/>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EFCF3-CB37-0048-1E50-4F6118E0CB68}"/>
              </a:ext>
            </a:extLst>
          </p:cNvPr>
          <p:cNvSpPr>
            <a:spLocks noGrp="1"/>
          </p:cNvSpPr>
          <p:nvPr>
            <p:ph type="title"/>
          </p:nvPr>
        </p:nvSpPr>
        <p:spPr/>
        <p:txBody>
          <a:bodyPr/>
          <a:lstStyle/>
          <a:p>
            <a:r>
              <a:rPr lang="en-US" altLang="en-US" dirty="0"/>
              <a:t>Implicit Casting</a:t>
            </a:r>
            <a:endParaRPr lang="en-US" dirty="0"/>
          </a:p>
        </p:txBody>
      </p:sp>
      <p:sp>
        <p:nvSpPr>
          <p:cNvPr id="3" name="Content Placeholder 2">
            <a:extLst>
              <a:ext uri="{FF2B5EF4-FFF2-40B4-BE49-F238E27FC236}">
                <a16:creationId xmlns:a16="http://schemas.microsoft.com/office/drawing/2014/main" id="{46ABBF6B-79EB-187E-54CD-07EF04625ECA}"/>
              </a:ext>
            </a:extLst>
          </p:cNvPr>
          <p:cNvSpPr>
            <a:spLocks noGrp="1"/>
          </p:cNvSpPr>
          <p:nvPr>
            <p:ph idx="1"/>
          </p:nvPr>
        </p:nvSpPr>
        <p:spPr>
          <a:xfrm>
            <a:off x="348791" y="1845733"/>
            <a:ext cx="11481847" cy="4400321"/>
          </a:xfrm>
        </p:spPr>
        <p:txBody>
          <a:bodyPr>
            <a:normAutofit/>
          </a:bodyPr>
          <a:lstStyle/>
          <a:p>
            <a:pPr marL="342900" indent="-342900">
              <a:tabLst>
                <a:tab pos="57150" algn="l"/>
                <a:tab pos="285750" algn="l"/>
              </a:tabLst>
            </a:pPr>
            <a:r>
              <a:rPr lang="en-US" altLang="en-US" dirty="0">
                <a:cs typeface="Courier New" panose="02070309020205020404" pitchFamily="49" charset="0"/>
              </a:rPr>
              <a:t>The casting operator already used to convert variables of one primitive type to another. </a:t>
            </a:r>
          </a:p>
          <a:p>
            <a:pPr marL="342900" indent="-342900">
              <a:tabLst>
                <a:tab pos="57150" algn="l"/>
                <a:tab pos="285750" algn="l"/>
              </a:tabLst>
            </a:pPr>
            <a:r>
              <a:rPr lang="en-US" altLang="en-US" dirty="0">
                <a:cs typeface="Courier New" panose="02070309020205020404" pitchFamily="49" charset="0"/>
              </a:rPr>
              <a:t>Casting can also be used to convert an object of one class type to another within an inheritance hierarchy. </a:t>
            </a:r>
          </a:p>
          <a:p>
            <a:pPr marL="0" indent="0">
              <a:buNone/>
              <a:tabLst>
                <a:tab pos="57150" algn="l"/>
                <a:tab pos="285750" algn="l"/>
              </a:tabLst>
            </a:pPr>
            <a:endParaRPr lang="en-US" altLang="en-US" dirty="0">
              <a:cs typeface="Courier New" panose="02070309020205020404" pitchFamily="49" charset="0"/>
            </a:endParaRPr>
          </a:p>
          <a:p>
            <a:pPr marL="0" indent="0">
              <a:buNone/>
              <a:tabLst>
                <a:tab pos="57150" algn="l"/>
                <a:tab pos="285750" algn="l"/>
              </a:tabLst>
            </a:pPr>
            <a:endParaRPr lang="en-US" altLang="en-US" dirty="0">
              <a:cs typeface="Courier New" panose="02070309020205020404" pitchFamily="49" charset="0"/>
            </a:endParaRPr>
          </a:p>
          <a:p>
            <a:pPr marL="342900" indent="-342900">
              <a:tabLst>
                <a:tab pos="57150" algn="l"/>
                <a:tab pos="285750" algn="l"/>
              </a:tabLst>
            </a:pPr>
            <a:r>
              <a:rPr lang="en-US" altLang="en-US" sz="2400" dirty="0">
                <a:solidFill>
                  <a:schemeClr val="tx1">
                    <a:lumMod val="75000"/>
                    <a:lumOff val="25000"/>
                  </a:schemeClr>
                </a:solidFill>
                <a:cs typeface="Courier New" panose="02070309020205020404" pitchFamily="49" charset="0"/>
              </a:rPr>
              <a:t>The statement Object obj = new Student(),  known as implicit casting, is legal because an instance of Student is automatically an instance of Object</a:t>
            </a:r>
            <a:endParaRPr lang="en-US" altLang="en-US" dirty="0">
              <a:cs typeface="Courier New" panose="02070309020205020404" pitchFamily="49" charset="0"/>
            </a:endParaRPr>
          </a:p>
          <a:p>
            <a:endParaRPr lang="en-US" dirty="0"/>
          </a:p>
        </p:txBody>
      </p:sp>
      <p:sp>
        <p:nvSpPr>
          <p:cNvPr id="4" name="Footer Placeholder 3">
            <a:extLst>
              <a:ext uri="{FF2B5EF4-FFF2-40B4-BE49-F238E27FC236}">
                <a16:creationId xmlns:a16="http://schemas.microsoft.com/office/drawing/2014/main" id="{806118E8-CB69-CAA2-C0D7-8CF2DD81AC8F}"/>
              </a:ext>
            </a:extLst>
          </p:cNvPr>
          <p:cNvSpPr>
            <a:spLocks noGrp="1"/>
          </p:cNvSpPr>
          <p:nvPr>
            <p:ph type="ftr" sz="quarter" idx="11"/>
          </p:nvPr>
        </p:nvSpPr>
        <p:spPr/>
        <p:txBody>
          <a:bodyPr/>
          <a:lstStyle/>
          <a:p>
            <a:r>
              <a:rPr lang="en-US"/>
              <a:t>Edited and Reviewed By: I. Bara' Qadomi &amp; I. Bara' Hamadah (FIT, Applied Science Private University)</a:t>
            </a:r>
          </a:p>
        </p:txBody>
      </p:sp>
      <p:sp>
        <p:nvSpPr>
          <p:cNvPr id="5" name="Rectangle 4">
            <a:extLst>
              <a:ext uri="{FF2B5EF4-FFF2-40B4-BE49-F238E27FC236}">
                <a16:creationId xmlns:a16="http://schemas.microsoft.com/office/drawing/2014/main" id="{11B4F8DE-9DFF-5939-6C64-856BD645D49E}"/>
              </a:ext>
            </a:extLst>
          </p:cNvPr>
          <p:cNvSpPr/>
          <p:nvPr/>
        </p:nvSpPr>
        <p:spPr>
          <a:xfrm>
            <a:off x="1209822" y="3814199"/>
            <a:ext cx="8820443" cy="70338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342900" indent="-342900" algn="ctr">
              <a:spcBef>
                <a:spcPct val="0"/>
              </a:spcBef>
              <a:buClrTx/>
              <a:buSzTx/>
              <a:tabLst>
                <a:tab pos="57150" algn="l"/>
                <a:tab pos="285750" algn="l"/>
              </a:tabLst>
            </a:pPr>
            <a:endParaRPr lang="en-US" altLang="en-US" dirty="0">
              <a:cs typeface="Courier New" panose="02070309020205020404" pitchFamily="49" charset="0"/>
            </a:endParaRPr>
          </a:p>
          <a:p>
            <a:pPr marL="457200" lvl="1" indent="0">
              <a:buNone/>
              <a:tabLst>
                <a:tab pos="57150" algn="l"/>
                <a:tab pos="285750" algn="l"/>
              </a:tabLst>
            </a:pPr>
            <a:r>
              <a:rPr lang="en-US" altLang="en-US" sz="2400" dirty="0">
                <a:latin typeface="Courier New" panose="02070309020205020404" pitchFamily="49" charset="0"/>
              </a:rPr>
              <a:t>  </a:t>
            </a:r>
            <a:r>
              <a:rPr lang="en-US" altLang="en-US" sz="2400" b="1" dirty="0">
                <a:latin typeface="Courier New" panose="02070309020205020404" pitchFamily="49" charset="0"/>
              </a:rPr>
              <a:t>Object obj = new Student(); </a:t>
            </a:r>
            <a:r>
              <a:rPr lang="en-US" altLang="en-US" sz="2400" dirty="0">
                <a:solidFill>
                  <a:srgbClr val="FF0000"/>
                </a:solidFill>
                <a:cs typeface="Times New Roman" panose="02020603050405020304" pitchFamily="18" charset="0"/>
              </a:rPr>
              <a:t>// Implicit casting</a:t>
            </a:r>
          </a:p>
          <a:p>
            <a:pPr algn="ctr"/>
            <a:endParaRPr lang="en-US" dirty="0"/>
          </a:p>
        </p:txBody>
      </p:sp>
    </p:spTree>
    <p:extLst>
      <p:ext uri="{BB962C8B-B14F-4D97-AF65-F5344CB8AC3E}">
        <p14:creationId xmlns:p14="http://schemas.microsoft.com/office/powerpoint/2010/main" val="2817535389"/>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97ABF-D8C0-6143-9A5C-5206B45DECFE}"/>
              </a:ext>
            </a:extLst>
          </p:cNvPr>
          <p:cNvSpPr>
            <a:spLocks noGrp="1"/>
          </p:cNvSpPr>
          <p:nvPr>
            <p:ph type="title"/>
          </p:nvPr>
        </p:nvSpPr>
        <p:spPr/>
        <p:txBody>
          <a:bodyPr/>
          <a:lstStyle/>
          <a:p>
            <a:r>
              <a:rPr lang="en-US" altLang="en-US" dirty="0"/>
              <a:t>Explicit casting</a:t>
            </a:r>
            <a:endParaRPr lang="en-US" dirty="0"/>
          </a:p>
        </p:txBody>
      </p:sp>
      <p:sp>
        <p:nvSpPr>
          <p:cNvPr id="3" name="Content Placeholder 2">
            <a:extLst>
              <a:ext uri="{FF2B5EF4-FFF2-40B4-BE49-F238E27FC236}">
                <a16:creationId xmlns:a16="http://schemas.microsoft.com/office/drawing/2014/main" id="{B008C166-4E29-A2CD-37A3-4DDB27720C39}"/>
              </a:ext>
            </a:extLst>
          </p:cNvPr>
          <p:cNvSpPr>
            <a:spLocks noGrp="1"/>
          </p:cNvSpPr>
          <p:nvPr>
            <p:ph idx="1"/>
          </p:nvPr>
        </p:nvSpPr>
        <p:spPr/>
        <p:txBody>
          <a:bodyPr>
            <a:normAutofit/>
          </a:bodyPr>
          <a:lstStyle/>
          <a:p>
            <a:pPr marL="457200" indent="-457200">
              <a:lnSpc>
                <a:spcPct val="90000"/>
              </a:lnSpc>
              <a:spcBef>
                <a:spcPct val="0"/>
              </a:spcBef>
              <a:tabLst>
                <a:tab pos="57150" algn="l"/>
                <a:tab pos="285750" algn="l"/>
              </a:tabLst>
            </a:pPr>
            <a:r>
              <a:rPr lang="en-US" altLang="en-US" dirty="0">
                <a:latin typeface="+mj-lt"/>
                <a:cs typeface="Courier New" panose="02070309020205020404" pitchFamily="49" charset="0"/>
              </a:rPr>
              <a:t>Suppose you want to assign the object reference </a:t>
            </a:r>
            <a:r>
              <a:rPr lang="en-US" altLang="en-US" b="1" i="1" dirty="0">
                <a:latin typeface="+mj-lt"/>
                <a:cs typeface="Courier New" panose="02070309020205020404" pitchFamily="49" charset="0"/>
              </a:rPr>
              <a:t>obj</a:t>
            </a:r>
            <a:r>
              <a:rPr lang="en-US" altLang="en-US" dirty="0">
                <a:latin typeface="+mj-lt"/>
                <a:cs typeface="Courier New" panose="02070309020205020404" pitchFamily="49" charset="0"/>
              </a:rPr>
              <a:t> to a variable of the Student type using the following statement:</a:t>
            </a:r>
          </a:p>
          <a:p>
            <a:pPr marL="457200" indent="-457200">
              <a:lnSpc>
                <a:spcPct val="90000"/>
              </a:lnSpc>
              <a:spcBef>
                <a:spcPct val="0"/>
              </a:spcBef>
              <a:tabLst>
                <a:tab pos="57150" algn="l"/>
                <a:tab pos="285750" algn="l"/>
              </a:tabLst>
            </a:pPr>
            <a:endParaRPr lang="en-US" altLang="en-US" dirty="0">
              <a:latin typeface="+mj-lt"/>
              <a:cs typeface="Courier New" panose="02070309020205020404" pitchFamily="49" charset="0"/>
            </a:endParaRPr>
          </a:p>
          <a:p>
            <a:pPr marL="0" indent="0">
              <a:lnSpc>
                <a:spcPct val="90000"/>
              </a:lnSpc>
              <a:spcBef>
                <a:spcPct val="0"/>
              </a:spcBef>
              <a:buNone/>
              <a:tabLst>
                <a:tab pos="57150" algn="l"/>
                <a:tab pos="285750" algn="l"/>
              </a:tabLst>
            </a:pPr>
            <a:r>
              <a:rPr lang="en-US" altLang="en-US" dirty="0">
                <a:latin typeface="+mj-lt"/>
                <a:cs typeface="Courier New" panose="02070309020205020404" pitchFamily="49" charset="0"/>
              </a:rPr>
              <a:t>                                          </a:t>
            </a:r>
            <a:r>
              <a:rPr lang="en-US" altLang="en-US" dirty="0">
                <a:latin typeface="+mj-lt"/>
              </a:rPr>
              <a:t>                                             </a:t>
            </a:r>
            <a:r>
              <a:rPr lang="en-US" altLang="en-US" dirty="0">
                <a:latin typeface="+mj-lt"/>
                <a:cs typeface="Courier New" panose="02070309020205020404" pitchFamily="49" charset="0"/>
              </a:rPr>
              <a:t>A compile error would occur. </a:t>
            </a:r>
          </a:p>
          <a:p>
            <a:pPr marL="457200" indent="-457200">
              <a:lnSpc>
                <a:spcPct val="90000"/>
              </a:lnSpc>
              <a:spcBef>
                <a:spcPct val="0"/>
              </a:spcBef>
              <a:buClrTx/>
              <a:buSzTx/>
              <a:tabLst>
                <a:tab pos="57150" algn="l"/>
                <a:tab pos="285750" algn="l"/>
              </a:tabLst>
            </a:pPr>
            <a:endParaRPr lang="en-US" altLang="en-US" dirty="0">
              <a:latin typeface="+mj-lt"/>
              <a:cs typeface="Courier New" panose="02070309020205020404" pitchFamily="49" charset="0"/>
            </a:endParaRPr>
          </a:p>
          <a:p>
            <a:pPr marL="0" indent="0">
              <a:lnSpc>
                <a:spcPct val="90000"/>
              </a:lnSpc>
              <a:spcBef>
                <a:spcPct val="0"/>
              </a:spcBef>
              <a:buClrTx/>
              <a:buSzTx/>
              <a:buNone/>
              <a:tabLst>
                <a:tab pos="57150" algn="l"/>
                <a:tab pos="285750" algn="l"/>
              </a:tabLst>
            </a:pPr>
            <a:r>
              <a:rPr lang="en-US" altLang="en-US" dirty="0">
                <a:latin typeface="+mj-lt"/>
                <a:cs typeface="Courier New" panose="02070309020205020404" pitchFamily="49" charset="0"/>
              </a:rPr>
              <a:t>Why </a:t>
            </a:r>
            <a:r>
              <a:rPr lang="en-US" altLang="en-US" b="1" dirty="0">
                <a:solidFill>
                  <a:schemeClr val="bg2">
                    <a:lumMod val="90000"/>
                  </a:schemeClr>
                </a:solidFill>
                <a:latin typeface="+mj-lt"/>
                <a:cs typeface="Courier New" panose="02070309020205020404" pitchFamily="49" charset="0"/>
              </a:rPr>
              <a:t> </a:t>
            </a:r>
            <a:r>
              <a:rPr lang="en-US" altLang="en-US" dirty="0">
                <a:latin typeface="+mj-lt"/>
                <a:cs typeface="Courier New" panose="02070309020205020404" pitchFamily="49" charset="0"/>
              </a:rPr>
              <a:t>does the statement </a:t>
            </a:r>
          </a:p>
          <a:p>
            <a:pPr marL="0" indent="0">
              <a:lnSpc>
                <a:spcPct val="90000"/>
              </a:lnSpc>
              <a:spcBef>
                <a:spcPct val="0"/>
              </a:spcBef>
              <a:buClrTx/>
              <a:buSzTx/>
              <a:buNone/>
              <a:tabLst>
                <a:tab pos="57150" algn="l"/>
                <a:tab pos="285750" algn="l"/>
              </a:tabLst>
            </a:pPr>
            <a:r>
              <a:rPr lang="en-US" altLang="en-US" b="1" dirty="0">
                <a:solidFill>
                  <a:schemeClr val="bg2">
                    <a:lumMod val="90000"/>
                  </a:schemeClr>
                </a:solidFill>
                <a:latin typeface="+mj-lt"/>
              </a:rPr>
              <a:t>Object obj = new Student() </a:t>
            </a:r>
            <a:r>
              <a:rPr lang="en-US" altLang="en-US" dirty="0">
                <a:latin typeface="+mj-lt"/>
                <a:cs typeface="Courier New" panose="02070309020205020404" pitchFamily="49" charset="0"/>
              </a:rPr>
              <a:t>work </a:t>
            </a:r>
          </a:p>
          <a:p>
            <a:pPr marL="0" indent="0">
              <a:lnSpc>
                <a:spcPct val="90000"/>
              </a:lnSpc>
              <a:spcBef>
                <a:spcPct val="0"/>
              </a:spcBef>
              <a:buClrTx/>
              <a:buSzTx/>
              <a:buNone/>
              <a:tabLst>
                <a:tab pos="57150" algn="l"/>
                <a:tab pos="285750" algn="l"/>
              </a:tabLst>
            </a:pPr>
            <a:endParaRPr lang="en-US" altLang="en-US" dirty="0">
              <a:latin typeface="+mj-lt"/>
              <a:cs typeface="Courier New" panose="02070309020205020404" pitchFamily="49" charset="0"/>
            </a:endParaRPr>
          </a:p>
          <a:p>
            <a:pPr marL="0" indent="0">
              <a:lnSpc>
                <a:spcPct val="90000"/>
              </a:lnSpc>
              <a:spcBef>
                <a:spcPct val="0"/>
              </a:spcBef>
              <a:buClrTx/>
              <a:buSzTx/>
              <a:buNone/>
              <a:tabLst>
                <a:tab pos="57150" algn="l"/>
                <a:tab pos="285750" algn="l"/>
              </a:tabLst>
            </a:pPr>
            <a:r>
              <a:rPr lang="en-US" altLang="en-US" dirty="0">
                <a:latin typeface="+mj-lt"/>
                <a:cs typeface="Courier New" panose="02070309020205020404" pitchFamily="49" charset="0"/>
              </a:rPr>
              <a:t>and the statement </a:t>
            </a:r>
            <a:r>
              <a:rPr lang="en-US" altLang="en-US" b="1" dirty="0">
                <a:solidFill>
                  <a:schemeClr val="bg2">
                    <a:lumMod val="90000"/>
                  </a:schemeClr>
                </a:solidFill>
                <a:latin typeface="+mj-lt"/>
              </a:rPr>
              <a:t>Student b = obj </a:t>
            </a:r>
            <a:r>
              <a:rPr lang="en-US" altLang="en-US" dirty="0">
                <a:latin typeface="+mj-lt"/>
                <a:cs typeface="Courier New" panose="02070309020205020404" pitchFamily="49" charset="0"/>
              </a:rPr>
              <a:t>doesn’t</a:t>
            </a:r>
            <a:r>
              <a:rPr lang="en-US" altLang="en-US" b="1" dirty="0">
                <a:solidFill>
                  <a:schemeClr val="tx1">
                    <a:lumMod val="50000"/>
                    <a:lumOff val="50000"/>
                  </a:schemeClr>
                </a:solidFill>
                <a:latin typeface="+mj-lt"/>
                <a:cs typeface="Courier New" panose="02070309020205020404" pitchFamily="49" charset="0"/>
              </a:rPr>
              <a:t>?</a:t>
            </a:r>
            <a:r>
              <a:rPr lang="en-US" altLang="en-US" dirty="0">
                <a:solidFill>
                  <a:schemeClr val="tx1">
                    <a:lumMod val="50000"/>
                    <a:lumOff val="50000"/>
                  </a:schemeClr>
                </a:solidFill>
                <a:latin typeface="+mj-lt"/>
                <a:cs typeface="Courier New" panose="02070309020205020404" pitchFamily="49" charset="0"/>
              </a:rPr>
              <a:t> </a:t>
            </a:r>
          </a:p>
          <a:p>
            <a:pPr marL="355600" indent="0">
              <a:lnSpc>
                <a:spcPct val="90000"/>
              </a:lnSpc>
              <a:spcBef>
                <a:spcPct val="0"/>
              </a:spcBef>
              <a:buClrTx/>
              <a:buSzTx/>
              <a:buNone/>
              <a:tabLst>
                <a:tab pos="57150" algn="l"/>
                <a:tab pos="285750" algn="l"/>
              </a:tabLst>
            </a:pPr>
            <a:endParaRPr lang="en-US" altLang="en-US" sz="2800" dirty="0">
              <a:cs typeface="Courier New" panose="02070309020205020404" pitchFamily="49" charset="0"/>
            </a:endParaRPr>
          </a:p>
          <a:p>
            <a:pPr marL="0" indent="0">
              <a:buNone/>
            </a:pPr>
            <a:endParaRPr lang="en-US" dirty="0"/>
          </a:p>
        </p:txBody>
      </p:sp>
      <p:sp>
        <p:nvSpPr>
          <p:cNvPr id="4" name="Footer Placeholder 3">
            <a:extLst>
              <a:ext uri="{FF2B5EF4-FFF2-40B4-BE49-F238E27FC236}">
                <a16:creationId xmlns:a16="http://schemas.microsoft.com/office/drawing/2014/main" id="{29262DC7-ED43-45CF-F323-17F1A3676ABC}"/>
              </a:ext>
            </a:extLst>
          </p:cNvPr>
          <p:cNvSpPr>
            <a:spLocks noGrp="1"/>
          </p:cNvSpPr>
          <p:nvPr>
            <p:ph type="ftr" sz="quarter" idx="11"/>
          </p:nvPr>
        </p:nvSpPr>
        <p:spPr/>
        <p:txBody>
          <a:bodyPr/>
          <a:lstStyle/>
          <a:p>
            <a:r>
              <a:rPr lang="en-US"/>
              <a:t>Edited and Reviewed By: I. Bara' Qadomi &amp; I. Bara' Hamadah (FIT, Applied Science Private University)</a:t>
            </a:r>
          </a:p>
        </p:txBody>
      </p:sp>
      <p:sp>
        <p:nvSpPr>
          <p:cNvPr id="5" name="Rectangle 4">
            <a:extLst>
              <a:ext uri="{FF2B5EF4-FFF2-40B4-BE49-F238E27FC236}">
                <a16:creationId xmlns:a16="http://schemas.microsoft.com/office/drawing/2014/main" id="{E8604CA1-1298-EB33-7586-6CB495911B34}"/>
              </a:ext>
            </a:extLst>
          </p:cNvPr>
          <p:cNvSpPr/>
          <p:nvPr/>
        </p:nvSpPr>
        <p:spPr>
          <a:xfrm>
            <a:off x="3547404" y="2682762"/>
            <a:ext cx="3587262" cy="64711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en-US" b="1" dirty="0">
                <a:latin typeface="Courier New" panose="02070309020205020404" pitchFamily="49" charset="0"/>
              </a:rPr>
              <a:t>Student b = obj;</a:t>
            </a:r>
          </a:p>
        </p:txBody>
      </p:sp>
      <p:cxnSp>
        <p:nvCxnSpPr>
          <p:cNvPr id="7" name="Straight Arrow Connector 6">
            <a:extLst>
              <a:ext uri="{FF2B5EF4-FFF2-40B4-BE49-F238E27FC236}">
                <a16:creationId xmlns:a16="http://schemas.microsoft.com/office/drawing/2014/main" id="{8A09A687-F905-45B2-42A7-4914C4AA47A2}"/>
              </a:ext>
            </a:extLst>
          </p:cNvPr>
          <p:cNvCxnSpPr/>
          <p:nvPr/>
        </p:nvCxnSpPr>
        <p:spPr>
          <a:xfrm>
            <a:off x="7134666" y="3034453"/>
            <a:ext cx="4478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9" name="Picture 8" descr="A red x mark on a white background&#10;&#10;Description automatically generated">
            <a:extLst>
              <a:ext uri="{FF2B5EF4-FFF2-40B4-BE49-F238E27FC236}">
                <a16:creationId xmlns:a16="http://schemas.microsoft.com/office/drawing/2014/main" id="{40E3C64D-B38B-9655-262F-9C3FF4F9DC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62076" y="5082146"/>
            <a:ext cx="801389" cy="351693"/>
          </a:xfrm>
          <a:prstGeom prst="rect">
            <a:avLst/>
          </a:prstGeom>
        </p:spPr>
      </p:pic>
      <p:sp>
        <p:nvSpPr>
          <p:cNvPr id="11" name="TextBox 10">
            <a:extLst>
              <a:ext uri="{FF2B5EF4-FFF2-40B4-BE49-F238E27FC236}">
                <a16:creationId xmlns:a16="http://schemas.microsoft.com/office/drawing/2014/main" id="{843E0B8B-D438-EC74-8F3E-D45F9037BCF9}"/>
              </a:ext>
            </a:extLst>
          </p:cNvPr>
          <p:cNvSpPr txBox="1"/>
          <p:nvPr/>
        </p:nvSpPr>
        <p:spPr>
          <a:xfrm>
            <a:off x="6469038" y="3542413"/>
            <a:ext cx="5677469" cy="1338828"/>
          </a:xfrm>
          <a:prstGeom prst="rect">
            <a:avLst/>
          </a:prstGeom>
          <a:noFill/>
          <a:ln>
            <a:solidFill>
              <a:schemeClr val="tx1"/>
            </a:solidFill>
          </a:ln>
        </p:spPr>
        <p:txBody>
          <a:bodyPr wrap="square">
            <a:spAutoFit/>
          </a:bodyPr>
          <a:lstStyle/>
          <a:p>
            <a:pPr marL="355600" algn="ctr">
              <a:lnSpc>
                <a:spcPct val="90000"/>
              </a:lnSpc>
              <a:spcBef>
                <a:spcPct val="0"/>
              </a:spcBef>
              <a:buClrTx/>
              <a:buSzTx/>
              <a:tabLst>
                <a:tab pos="57150" algn="l"/>
                <a:tab pos="285750" algn="l"/>
              </a:tabLst>
            </a:pPr>
            <a:r>
              <a:rPr lang="en-US" altLang="en-US" dirty="0">
                <a:latin typeface="+mj-lt"/>
                <a:cs typeface="Courier New" panose="02070309020205020404" pitchFamily="49" charset="0"/>
              </a:rPr>
              <a:t>This is because a Student object is always an instance of Object, but an Object is not necessarily an instance of Student. Even though you can see that </a:t>
            </a:r>
            <a:r>
              <a:rPr lang="en-US" altLang="en-US" b="1" i="1" dirty="0">
                <a:latin typeface="+mj-lt"/>
                <a:cs typeface="Courier New" panose="02070309020205020404" pitchFamily="49" charset="0"/>
              </a:rPr>
              <a:t>obj </a:t>
            </a:r>
            <a:r>
              <a:rPr lang="en-US" altLang="en-US" dirty="0">
                <a:latin typeface="+mj-lt"/>
                <a:cs typeface="Courier New" panose="02070309020205020404" pitchFamily="49" charset="0"/>
              </a:rPr>
              <a:t>is really a Student object, the compiler is not so clever to know it.</a:t>
            </a:r>
          </a:p>
        </p:txBody>
      </p:sp>
    </p:spTree>
    <p:extLst>
      <p:ext uri="{BB962C8B-B14F-4D97-AF65-F5344CB8AC3E}">
        <p14:creationId xmlns:p14="http://schemas.microsoft.com/office/powerpoint/2010/main" val="3212415245"/>
      </p:ext>
    </p:ext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6BA60-29F0-6A87-340B-3C915187BDCE}"/>
              </a:ext>
            </a:extLst>
          </p:cNvPr>
          <p:cNvSpPr>
            <a:spLocks noGrp="1"/>
          </p:cNvSpPr>
          <p:nvPr>
            <p:ph type="title"/>
          </p:nvPr>
        </p:nvSpPr>
        <p:spPr/>
        <p:txBody>
          <a:bodyPr/>
          <a:lstStyle/>
          <a:p>
            <a:r>
              <a:rPr lang="en-US" altLang="en-US" dirty="0"/>
              <a:t>Explicit casting</a:t>
            </a:r>
            <a:endParaRPr lang="en-US" dirty="0"/>
          </a:p>
        </p:txBody>
      </p:sp>
      <p:sp>
        <p:nvSpPr>
          <p:cNvPr id="3" name="Content Placeholder 2">
            <a:extLst>
              <a:ext uri="{FF2B5EF4-FFF2-40B4-BE49-F238E27FC236}">
                <a16:creationId xmlns:a16="http://schemas.microsoft.com/office/drawing/2014/main" id="{D0386E85-E459-2AFF-2A10-E5465385BA94}"/>
              </a:ext>
            </a:extLst>
          </p:cNvPr>
          <p:cNvSpPr>
            <a:spLocks noGrp="1"/>
          </p:cNvSpPr>
          <p:nvPr>
            <p:ph idx="1"/>
          </p:nvPr>
        </p:nvSpPr>
        <p:spPr/>
        <p:txBody>
          <a:bodyPr/>
          <a:lstStyle/>
          <a:p>
            <a:pPr marL="457200" indent="-457200">
              <a:lnSpc>
                <a:spcPct val="90000"/>
              </a:lnSpc>
              <a:spcBef>
                <a:spcPct val="0"/>
              </a:spcBef>
              <a:buClrTx/>
              <a:buSzTx/>
              <a:tabLst>
                <a:tab pos="57150" algn="l"/>
                <a:tab pos="285750" algn="l"/>
              </a:tabLst>
            </a:pPr>
            <a:r>
              <a:rPr lang="en-US" altLang="en-US" dirty="0">
                <a:cs typeface="Courier New" panose="02070309020205020404" pitchFamily="49" charset="0"/>
              </a:rPr>
              <a:t>To tell the compiler that </a:t>
            </a:r>
            <a:r>
              <a:rPr lang="en-US" altLang="en-US" i="1" dirty="0">
                <a:solidFill>
                  <a:schemeClr val="bg2">
                    <a:lumMod val="75000"/>
                  </a:schemeClr>
                </a:solidFill>
                <a:cs typeface="Courier New" panose="02070309020205020404" pitchFamily="49" charset="0"/>
              </a:rPr>
              <a:t>obj</a:t>
            </a:r>
            <a:r>
              <a:rPr lang="en-US" altLang="en-US" dirty="0">
                <a:cs typeface="Courier New" panose="02070309020205020404" pitchFamily="49" charset="0"/>
              </a:rPr>
              <a:t> is a Student object, use </a:t>
            </a:r>
            <a:r>
              <a:rPr lang="en-US" altLang="en-US" dirty="0">
                <a:solidFill>
                  <a:schemeClr val="bg2">
                    <a:lumMod val="75000"/>
                  </a:schemeClr>
                </a:solidFill>
                <a:cs typeface="Courier New" panose="02070309020205020404" pitchFamily="49" charset="0"/>
              </a:rPr>
              <a:t>an explicit casting</a:t>
            </a:r>
            <a:r>
              <a:rPr lang="en-US" altLang="en-US" dirty="0">
                <a:cs typeface="Courier New" panose="02070309020205020404" pitchFamily="49" charset="0"/>
              </a:rPr>
              <a:t>. The syntax is similar to the one used for casting among primitive data types. Enclose the target object type in parentheses and place it before the object to be cast, as follows:</a:t>
            </a:r>
          </a:p>
          <a:p>
            <a:pPr marL="0" indent="0">
              <a:lnSpc>
                <a:spcPct val="90000"/>
              </a:lnSpc>
              <a:spcBef>
                <a:spcPct val="0"/>
              </a:spcBef>
              <a:buClrTx/>
              <a:buSzTx/>
              <a:buFontTx/>
              <a:buNone/>
              <a:tabLst>
                <a:tab pos="57150" algn="l"/>
                <a:tab pos="285750" algn="l"/>
              </a:tabLst>
            </a:pPr>
            <a:endParaRPr lang="en-US" altLang="en-US" sz="1000" dirty="0">
              <a:cs typeface="Courier New" panose="02070309020205020404" pitchFamily="49" charset="0"/>
            </a:endParaRPr>
          </a:p>
          <a:p>
            <a:endParaRPr lang="en-US" dirty="0"/>
          </a:p>
        </p:txBody>
      </p:sp>
      <p:sp>
        <p:nvSpPr>
          <p:cNvPr id="4" name="Footer Placeholder 3">
            <a:extLst>
              <a:ext uri="{FF2B5EF4-FFF2-40B4-BE49-F238E27FC236}">
                <a16:creationId xmlns:a16="http://schemas.microsoft.com/office/drawing/2014/main" id="{61A4D0E4-7CFF-756C-1721-22CEE440AE88}"/>
              </a:ext>
            </a:extLst>
          </p:cNvPr>
          <p:cNvSpPr>
            <a:spLocks noGrp="1"/>
          </p:cNvSpPr>
          <p:nvPr>
            <p:ph type="ftr" sz="quarter" idx="11"/>
          </p:nvPr>
        </p:nvSpPr>
        <p:spPr/>
        <p:txBody>
          <a:bodyPr/>
          <a:lstStyle/>
          <a:p>
            <a:r>
              <a:rPr lang="en-US"/>
              <a:t>Edited and Reviewed By: I. Bara' Qadomi &amp; I. Bara' Hamadah (FIT, Applied Science Private University)</a:t>
            </a:r>
          </a:p>
        </p:txBody>
      </p:sp>
      <p:sp>
        <p:nvSpPr>
          <p:cNvPr id="5" name="Rectangle 4">
            <a:extLst>
              <a:ext uri="{FF2B5EF4-FFF2-40B4-BE49-F238E27FC236}">
                <a16:creationId xmlns:a16="http://schemas.microsoft.com/office/drawing/2014/main" id="{F267242D-E059-7A92-B7F3-4EA4120D4614}"/>
              </a:ext>
            </a:extLst>
          </p:cNvPr>
          <p:cNvSpPr/>
          <p:nvPr/>
        </p:nvSpPr>
        <p:spPr>
          <a:xfrm>
            <a:off x="1617784" y="3629464"/>
            <a:ext cx="7526215" cy="125202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628650" lvl="1" indent="-171450">
              <a:lnSpc>
                <a:spcPct val="90000"/>
              </a:lnSpc>
              <a:buFontTx/>
              <a:buNone/>
              <a:tabLst>
                <a:tab pos="57150" algn="l"/>
                <a:tab pos="285750" algn="l"/>
              </a:tabLst>
            </a:pPr>
            <a:r>
              <a:rPr lang="en-US" altLang="en-US" sz="1800" b="1" dirty="0">
                <a:latin typeface="Courier New" panose="02070309020205020404" pitchFamily="49" charset="0"/>
              </a:rPr>
              <a:t>Student b = </a:t>
            </a:r>
            <a:r>
              <a:rPr lang="en-US" altLang="en-US" sz="1800" b="1" dirty="0">
                <a:solidFill>
                  <a:srgbClr val="FF0000"/>
                </a:solidFill>
                <a:latin typeface="Courier New" panose="02070309020205020404" pitchFamily="49" charset="0"/>
              </a:rPr>
              <a:t>(</a:t>
            </a:r>
            <a:r>
              <a:rPr lang="en-US" altLang="en-US" sz="1800" b="1" dirty="0">
                <a:latin typeface="Courier New" panose="02070309020205020404" pitchFamily="49" charset="0"/>
              </a:rPr>
              <a:t>Student</a:t>
            </a:r>
            <a:r>
              <a:rPr lang="en-US" altLang="en-US" sz="1800" b="1" dirty="0">
                <a:solidFill>
                  <a:srgbClr val="FF0000"/>
                </a:solidFill>
                <a:latin typeface="Courier New" panose="02070309020205020404" pitchFamily="49" charset="0"/>
              </a:rPr>
              <a:t>)</a:t>
            </a:r>
            <a:r>
              <a:rPr lang="en-US" altLang="en-US" sz="1800" b="1" dirty="0">
                <a:latin typeface="Courier New" panose="02070309020205020404" pitchFamily="49" charset="0"/>
              </a:rPr>
              <a:t>obj; </a:t>
            </a:r>
            <a:r>
              <a:rPr lang="en-US" altLang="en-US" sz="1800" b="1" dirty="0">
                <a:solidFill>
                  <a:schemeClr val="bg2">
                    <a:lumMod val="90000"/>
                  </a:schemeClr>
                </a:solidFill>
                <a:latin typeface="Courier New" panose="02070309020205020404" pitchFamily="49" charset="0"/>
              </a:rPr>
              <a:t>// Explicit casting</a:t>
            </a:r>
          </a:p>
          <a:p>
            <a:pPr marL="628650" lvl="1" indent="-171450">
              <a:lnSpc>
                <a:spcPct val="90000"/>
              </a:lnSpc>
              <a:buFontTx/>
              <a:buNone/>
              <a:tabLst>
                <a:tab pos="57150" algn="l"/>
                <a:tab pos="285750" algn="l"/>
              </a:tabLst>
            </a:pPr>
            <a:r>
              <a:rPr lang="en-US" altLang="en-US" sz="1800" b="1" dirty="0">
                <a:solidFill>
                  <a:schemeClr val="bg2">
                    <a:lumMod val="90000"/>
                  </a:schemeClr>
                </a:solidFill>
                <a:latin typeface="Courier New" panose="02070309020205020404" pitchFamily="49" charset="0"/>
              </a:rPr>
              <a:t>                          // Down casting  </a:t>
            </a:r>
          </a:p>
        </p:txBody>
      </p:sp>
    </p:spTree>
    <p:extLst>
      <p:ext uri="{BB962C8B-B14F-4D97-AF65-F5344CB8AC3E}">
        <p14:creationId xmlns:p14="http://schemas.microsoft.com/office/powerpoint/2010/main" val="1109784746"/>
      </p:ext>
    </p:extLst>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6BA60-29F0-6A87-340B-3C915187BDCE}"/>
              </a:ext>
            </a:extLst>
          </p:cNvPr>
          <p:cNvSpPr>
            <a:spLocks noGrp="1"/>
          </p:cNvSpPr>
          <p:nvPr>
            <p:ph type="title"/>
          </p:nvPr>
        </p:nvSpPr>
        <p:spPr/>
        <p:txBody>
          <a:bodyPr/>
          <a:lstStyle/>
          <a:p>
            <a:r>
              <a:rPr lang="en-US" altLang="en-US" dirty="0"/>
              <a:t>Explicit casting</a:t>
            </a:r>
            <a:endParaRPr lang="en-US" dirty="0"/>
          </a:p>
        </p:txBody>
      </p:sp>
      <p:sp>
        <p:nvSpPr>
          <p:cNvPr id="3" name="Content Placeholder 2">
            <a:extLst>
              <a:ext uri="{FF2B5EF4-FFF2-40B4-BE49-F238E27FC236}">
                <a16:creationId xmlns:a16="http://schemas.microsoft.com/office/drawing/2014/main" id="{D0386E85-E459-2AFF-2A10-E5465385BA94}"/>
              </a:ext>
            </a:extLst>
          </p:cNvPr>
          <p:cNvSpPr>
            <a:spLocks noGrp="1"/>
          </p:cNvSpPr>
          <p:nvPr>
            <p:ph idx="1"/>
          </p:nvPr>
        </p:nvSpPr>
        <p:spPr/>
        <p:txBody>
          <a:bodyPr>
            <a:noAutofit/>
          </a:bodyPr>
          <a:lstStyle/>
          <a:p>
            <a:pPr marL="457200" indent="-457200"/>
            <a:r>
              <a:rPr lang="en-GB" altLang="ar-SA" dirty="0"/>
              <a:t>If we know the type, we can then “cast” the object</a:t>
            </a:r>
          </a:p>
          <a:p>
            <a:pPr>
              <a:buFontTx/>
              <a:buNone/>
            </a:pPr>
            <a:endParaRPr lang="en-GB" altLang="ar-SA" dirty="0">
              <a:latin typeface="Courier New" panose="02070309020205020404" pitchFamily="49" charset="0"/>
            </a:endParaRPr>
          </a:p>
          <a:p>
            <a:pPr>
              <a:buFontTx/>
              <a:buNone/>
            </a:pPr>
            <a:endParaRPr lang="en-GB" altLang="ar-SA" dirty="0">
              <a:latin typeface="Courier New" panose="02070309020205020404" pitchFamily="49" charset="0"/>
            </a:endParaRPr>
          </a:p>
          <a:p>
            <a:pPr>
              <a:buFontTx/>
              <a:buNone/>
            </a:pPr>
            <a:endParaRPr lang="en-GB" altLang="ar-SA" dirty="0">
              <a:latin typeface="Courier New" panose="02070309020205020404" pitchFamily="49" charset="0"/>
            </a:endParaRPr>
          </a:p>
          <a:p>
            <a:pPr>
              <a:buFontTx/>
              <a:buNone/>
            </a:pPr>
            <a:endParaRPr lang="en-GB" altLang="ar-SA" dirty="0">
              <a:latin typeface="Courier New" panose="02070309020205020404" pitchFamily="49" charset="0"/>
            </a:endParaRPr>
          </a:p>
          <a:p>
            <a:r>
              <a:rPr lang="en-GB" altLang="ar-SA" dirty="0"/>
              <a:t>If the object isn’t of that type, then an exception will be thrown</a:t>
            </a:r>
          </a:p>
          <a:p>
            <a:pPr lvl="1"/>
            <a:r>
              <a:rPr lang="en-GB" altLang="ar-SA" sz="2400" dirty="0"/>
              <a:t>Good idea to always check before casting, unless you’re absolutely sure!</a:t>
            </a:r>
            <a:endParaRPr lang="en-US" dirty="0"/>
          </a:p>
        </p:txBody>
      </p:sp>
      <p:sp>
        <p:nvSpPr>
          <p:cNvPr id="4" name="Footer Placeholder 3">
            <a:extLst>
              <a:ext uri="{FF2B5EF4-FFF2-40B4-BE49-F238E27FC236}">
                <a16:creationId xmlns:a16="http://schemas.microsoft.com/office/drawing/2014/main" id="{61A4D0E4-7CFF-756C-1721-22CEE440AE88}"/>
              </a:ext>
            </a:extLst>
          </p:cNvPr>
          <p:cNvSpPr>
            <a:spLocks noGrp="1"/>
          </p:cNvSpPr>
          <p:nvPr>
            <p:ph type="ftr" sz="quarter" idx="11"/>
          </p:nvPr>
        </p:nvSpPr>
        <p:spPr/>
        <p:txBody>
          <a:bodyPr/>
          <a:lstStyle/>
          <a:p>
            <a:r>
              <a:rPr lang="en-US"/>
              <a:t>Edited and Reviewed By: I. Bara' Qadomi &amp; I. Bara' Hamadah (FIT, Applied Science Private University)</a:t>
            </a:r>
          </a:p>
        </p:txBody>
      </p:sp>
      <p:sp>
        <p:nvSpPr>
          <p:cNvPr id="5" name="Rectangle 4">
            <a:extLst>
              <a:ext uri="{FF2B5EF4-FFF2-40B4-BE49-F238E27FC236}">
                <a16:creationId xmlns:a16="http://schemas.microsoft.com/office/drawing/2014/main" id="{F267242D-E059-7A92-B7F3-4EA4120D4614}"/>
              </a:ext>
            </a:extLst>
          </p:cNvPr>
          <p:cNvSpPr/>
          <p:nvPr/>
        </p:nvSpPr>
        <p:spPr>
          <a:xfrm>
            <a:off x="1519310" y="2605390"/>
            <a:ext cx="7526215" cy="176966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buFontTx/>
              <a:buNone/>
            </a:pPr>
            <a:r>
              <a:rPr lang="en-GB" altLang="ar-SA" sz="2000" b="1" dirty="0">
                <a:solidFill>
                  <a:schemeClr val="tx1"/>
                </a:solidFill>
                <a:latin typeface="Courier New" panose="02070309020205020404" pitchFamily="49" charset="0"/>
              </a:rPr>
              <a:t>Car </a:t>
            </a:r>
            <a:r>
              <a:rPr lang="en-GB" altLang="ar-SA" sz="2000" b="1" dirty="0" err="1">
                <a:solidFill>
                  <a:schemeClr val="tx1"/>
                </a:solidFill>
                <a:latin typeface="Courier New" panose="02070309020205020404" pitchFamily="49" charset="0"/>
              </a:rPr>
              <a:t>myCar</a:t>
            </a:r>
            <a:r>
              <a:rPr lang="en-GB" altLang="ar-SA" sz="2000" b="1" dirty="0">
                <a:solidFill>
                  <a:schemeClr val="tx1"/>
                </a:solidFill>
                <a:latin typeface="Courier New" panose="02070309020205020404" pitchFamily="49" charset="0"/>
              </a:rPr>
              <a:t> = new </a:t>
            </a:r>
            <a:r>
              <a:rPr lang="en-GB" altLang="ar-SA" sz="2000" b="1" dirty="0" err="1">
                <a:solidFill>
                  <a:schemeClr val="tx1"/>
                </a:solidFill>
                <a:latin typeface="Courier New" panose="02070309020205020404" pitchFamily="49" charset="0"/>
              </a:rPr>
              <a:t>ElectricCar</a:t>
            </a:r>
            <a:r>
              <a:rPr lang="en-GB" altLang="ar-SA" sz="2000" b="1" dirty="0">
                <a:solidFill>
                  <a:schemeClr val="tx1"/>
                </a:solidFill>
                <a:latin typeface="Courier New" panose="02070309020205020404" pitchFamily="49" charset="0"/>
              </a:rPr>
              <a:t>();</a:t>
            </a:r>
          </a:p>
          <a:p>
            <a:pPr>
              <a:buFontTx/>
              <a:buNone/>
            </a:pPr>
            <a:endParaRPr lang="en-GB" altLang="ar-SA" sz="2000" b="1" dirty="0">
              <a:solidFill>
                <a:schemeClr val="tx1"/>
              </a:solidFill>
              <a:latin typeface="Courier New" panose="02070309020205020404" pitchFamily="49" charset="0"/>
            </a:endParaRPr>
          </a:p>
          <a:p>
            <a:pPr>
              <a:buFontTx/>
              <a:buNone/>
            </a:pPr>
            <a:r>
              <a:rPr lang="en-GB" altLang="ar-SA" sz="2000" b="1" dirty="0">
                <a:solidFill>
                  <a:schemeClr val="tx1"/>
                </a:solidFill>
                <a:latin typeface="Courier New" panose="02070309020205020404" pitchFamily="49" charset="0"/>
              </a:rPr>
              <a:t>	if (</a:t>
            </a:r>
            <a:r>
              <a:rPr lang="en-GB" altLang="ar-SA" sz="2000" b="1" dirty="0" err="1">
                <a:solidFill>
                  <a:schemeClr val="tx1"/>
                </a:solidFill>
                <a:latin typeface="Courier New" panose="02070309020205020404" pitchFamily="49" charset="0"/>
              </a:rPr>
              <a:t>mayCar</a:t>
            </a:r>
            <a:r>
              <a:rPr lang="en-GB" altLang="ar-SA" sz="2000" b="1" dirty="0">
                <a:solidFill>
                  <a:schemeClr val="tx1"/>
                </a:solidFill>
                <a:latin typeface="Courier New" panose="02070309020205020404" pitchFamily="49" charset="0"/>
              </a:rPr>
              <a:t> </a:t>
            </a:r>
            <a:r>
              <a:rPr lang="en-GB" altLang="ar-SA" sz="2000" b="1" dirty="0" err="1">
                <a:solidFill>
                  <a:schemeClr val="tx1"/>
                </a:solidFill>
                <a:latin typeface="Courier New" panose="02070309020205020404" pitchFamily="49" charset="0"/>
              </a:rPr>
              <a:t>instanceof</a:t>
            </a:r>
            <a:r>
              <a:rPr lang="en-GB" altLang="ar-SA" sz="2000" b="1" dirty="0">
                <a:solidFill>
                  <a:schemeClr val="tx1"/>
                </a:solidFill>
                <a:latin typeface="Courier New" panose="02070309020205020404" pitchFamily="49" charset="0"/>
              </a:rPr>
              <a:t> </a:t>
            </a:r>
            <a:r>
              <a:rPr lang="en-GB" altLang="ar-SA" sz="2000" b="1" dirty="0" err="1">
                <a:solidFill>
                  <a:schemeClr val="tx1"/>
                </a:solidFill>
                <a:latin typeface="Courier New" panose="02070309020205020404" pitchFamily="49" charset="0"/>
              </a:rPr>
              <a:t>ElectricCar</a:t>
            </a:r>
            <a:r>
              <a:rPr lang="en-GB" altLang="ar-SA" sz="2000" b="1" dirty="0">
                <a:solidFill>
                  <a:schemeClr val="tx1"/>
                </a:solidFill>
                <a:latin typeface="Courier New" panose="02070309020205020404" pitchFamily="49" charset="0"/>
              </a:rPr>
              <a:t>) {</a:t>
            </a:r>
          </a:p>
          <a:p>
            <a:pPr>
              <a:buFontTx/>
              <a:buNone/>
            </a:pPr>
            <a:r>
              <a:rPr lang="en-GB" altLang="ar-SA" sz="2000" b="1" dirty="0">
                <a:solidFill>
                  <a:schemeClr val="tx1"/>
                </a:solidFill>
                <a:latin typeface="Courier New" panose="02070309020205020404" pitchFamily="49" charset="0"/>
              </a:rPr>
              <a:t> 		</a:t>
            </a:r>
            <a:r>
              <a:rPr lang="en-GB" altLang="ar-SA" sz="2000" b="1" dirty="0" err="1">
                <a:solidFill>
                  <a:schemeClr val="tx1"/>
                </a:solidFill>
                <a:latin typeface="Courier New" panose="02070309020205020404" pitchFamily="49" charset="0"/>
              </a:rPr>
              <a:t>ElectricCar</a:t>
            </a:r>
            <a:r>
              <a:rPr lang="en-GB" altLang="ar-SA" sz="2000" b="1" dirty="0">
                <a:solidFill>
                  <a:schemeClr val="tx1"/>
                </a:solidFill>
                <a:latin typeface="Courier New" panose="02070309020205020404" pitchFamily="49" charset="0"/>
              </a:rPr>
              <a:t> </a:t>
            </a:r>
            <a:r>
              <a:rPr lang="en-GB" altLang="ar-SA" sz="2000" b="1" dirty="0" err="1">
                <a:solidFill>
                  <a:schemeClr val="tx1"/>
                </a:solidFill>
                <a:latin typeface="Courier New" panose="02070309020205020404" pitchFamily="49" charset="0"/>
              </a:rPr>
              <a:t>xCar</a:t>
            </a:r>
            <a:r>
              <a:rPr lang="en-GB" altLang="ar-SA" sz="2000" b="1" dirty="0">
                <a:solidFill>
                  <a:schemeClr val="tx1"/>
                </a:solidFill>
                <a:latin typeface="Courier New" panose="02070309020205020404" pitchFamily="49" charset="0"/>
              </a:rPr>
              <a:t> = (</a:t>
            </a:r>
            <a:r>
              <a:rPr lang="en-GB" altLang="ar-SA" sz="2000" b="1" dirty="0" err="1">
                <a:solidFill>
                  <a:schemeClr val="tx1"/>
                </a:solidFill>
                <a:latin typeface="Courier New" panose="02070309020205020404" pitchFamily="49" charset="0"/>
              </a:rPr>
              <a:t>ElectricCar</a:t>
            </a:r>
            <a:r>
              <a:rPr lang="en-GB" altLang="ar-SA" sz="2000" b="1" dirty="0">
                <a:solidFill>
                  <a:schemeClr val="tx1"/>
                </a:solidFill>
                <a:latin typeface="Courier New" panose="02070309020205020404" pitchFamily="49" charset="0"/>
              </a:rPr>
              <a:t>)</a:t>
            </a:r>
            <a:r>
              <a:rPr lang="en-GB" altLang="ar-SA" sz="2000" b="1" dirty="0" err="1">
                <a:solidFill>
                  <a:schemeClr val="tx1"/>
                </a:solidFill>
                <a:latin typeface="Courier New" panose="02070309020205020404" pitchFamily="49" charset="0"/>
              </a:rPr>
              <a:t>myCar</a:t>
            </a:r>
            <a:r>
              <a:rPr lang="en-GB" altLang="ar-SA" sz="2000" b="1" dirty="0">
                <a:solidFill>
                  <a:schemeClr val="tx1"/>
                </a:solidFill>
                <a:latin typeface="Courier New" panose="02070309020205020404" pitchFamily="49" charset="0"/>
              </a:rPr>
              <a:t>;</a:t>
            </a:r>
          </a:p>
          <a:p>
            <a:pPr>
              <a:buFontTx/>
              <a:buNone/>
            </a:pPr>
            <a:r>
              <a:rPr lang="en-GB" altLang="ar-SA" sz="2000" b="1" dirty="0">
                <a:solidFill>
                  <a:schemeClr val="tx1"/>
                </a:solidFill>
                <a:latin typeface="Courier New" panose="02070309020205020404" pitchFamily="49" charset="0"/>
              </a:rPr>
              <a:t>		}</a:t>
            </a:r>
            <a:endParaRPr lang="en-US" sz="2000" b="1" dirty="0">
              <a:solidFill>
                <a:schemeClr val="tx1"/>
              </a:solidFill>
            </a:endParaRPr>
          </a:p>
        </p:txBody>
      </p:sp>
    </p:spTree>
    <p:extLst>
      <p:ext uri="{BB962C8B-B14F-4D97-AF65-F5344CB8AC3E}">
        <p14:creationId xmlns:p14="http://schemas.microsoft.com/office/powerpoint/2010/main" val="506888232"/>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61AA1-9316-8DC5-6895-176201164B8F}"/>
              </a:ext>
            </a:extLst>
          </p:cNvPr>
          <p:cNvSpPr>
            <a:spLocks noGrp="1"/>
          </p:cNvSpPr>
          <p:nvPr>
            <p:ph type="title"/>
          </p:nvPr>
        </p:nvSpPr>
        <p:spPr/>
        <p:txBody>
          <a:bodyPr/>
          <a:lstStyle/>
          <a:p>
            <a:r>
              <a:rPr lang="en-US" altLang="en-US" dirty="0"/>
              <a:t>Example: Demonstrating Polymorphism and Casting</a:t>
            </a:r>
            <a:endParaRPr lang="en-US" dirty="0"/>
          </a:p>
        </p:txBody>
      </p:sp>
      <p:sp>
        <p:nvSpPr>
          <p:cNvPr id="3" name="Content Placeholder 2">
            <a:extLst>
              <a:ext uri="{FF2B5EF4-FFF2-40B4-BE49-F238E27FC236}">
                <a16:creationId xmlns:a16="http://schemas.microsoft.com/office/drawing/2014/main" id="{4082E284-DF6F-6DF3-FE88-2D99A7BA7801}"/>
              </a:ext>
            </a:extLst>
          </p:cNvPr>
          <p:cNvSpPr>
            <a:spLocks noGrp="1"/>
          </p:cNvSpPr>
          <p:nvPr>
            <p:ph idx="1"/>
          </p:nvPr>
        </p:nvSpPr>
        <p:spPr>
          <a:xfrm>
            <a:off x="348791" y="1845734"/>
            <a:ext cx="5205847" cy="4023360"/>
          </a:xfrm>
        </p:spPr>
        <p:txBody>
          <a:bodyPr/>
          <a:lstStyle/>
          <a:p>
            <a:r>
              <a:rPr lang="en-US" altLang="en-US" sz="2400" dirty="0"/>
              <a:t>This example creates two geometric objects: a circle, and a rectangle, invokes the </a:t>
            </a:r>
            <a:r>
              <a:rPr lang="en-US" altLang="en-US" sz="2400" dirty="0" err="1"/>
              <a:t>displayGeometricObject</a:t>
            </a:r>
            <a:r>
              <a:rPr lang="en-US" altLang="en-US" sz="2400" dirty="0"/>
              <a:t> method to display the objects. The </a:t>
            </a:r>
            <a:r>
              <a:rPr lang="en-US" altLang="en-US" sz="2400" dirty="0" err="1"/>
              <a:t>displayGeometricObject</a:t>
            </a:r>
            <a:r>
              <a:rPr lang="en-US" altLang="en-US" sz="2400" dirty="0"/>
              <a:t> displays the area and diameter if the object is a circle, and displays area if the object is a rectangle. </a:t>
            </a:r>
            <a:endParaRPr lang="en-US" dirty="0"/>
          </a:p>
        </p:txBody>
      </p:sp>
      <p:sp>
        <p:nvSpPr>
          <p:cNvPr id="4" name="Footer Placeholder 3">
            <a:extLst>
              <a:ext uri="{FF2B5EF4-FFF2-40B4-BE49-F238E27FC236}">
                <a16:creationId xmlns:a16="http://schemas.microsoft.com/office/drawing/2014/main" id="{3716468A-EE06-AD6B-967C-D3F2AE33F707}"/>
              </a:ext>
            </a:extLst>
          </p:cNvPr>
          <p:cNvSpPr>
            <a:spLocks noGrp="1"/>
          </p:cNvSpPr>
          <p:nvPr>
            <p:ph type="ftr" sz="quarter" idx="11"/>
          </p:nvPr>
        </p:nvSpPr>
        <p:spPr/>
        <p:txBody>
          <a:bodyPr/>
          <a:lstStyle/>
          <a:p>
            <a:r>
              <a:rPr lang="en-US"/>
              <a:t>Edited and Reviewed By: I. Bara' Qadomi &amp; I. Bara' Hamadah (FIT, Applied Science Private University)</a:t>
            </a:r>
          </a:p>
        </p:txBody>
      </p:sp>
      <p:pic>
        <p:nvPicPr>
          <p:cNvPr id="5" name="صورة 1">
            <a:extLst>
              <a:ext uri="{FF2B5EF4-FFF2-40B4-BE49-F238E27FC236}">
                <a16:creationId xmlns:a16="http://schemas.microsoft.com/office/drawing/2014/main" id="{3BEA1B9E-0524-90F0-57CD-5C8BFB1A8E4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604680" y="1769660"/>
            <a:ext cx="6587319" cy="44400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26591997"/>
      </p:ext>
    </p:extLst>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61AA1-9316-8DC5-6895-176201164B8F}"/>
              </a:ext>
            </a:extLst>
          </p:cNvPr>
          <p:cNvSpPr>
            <a:spLocks noGrp="1"/>
          </p:cNvSpPr>
          <p:nvPr>
            <p:ph type="title"/>
          </p:nvPr>
        </p:nvSpPr>
        <p:spPr/>
        <p:txBody>
          <a:bodyPr/>
          <a:lstStyle/>
          <a:p>
            <a:r>
              <a:rPr lang="en-US" altLang="en-US" dirty="0"/>
              <a:t>Example: Demonstrating Polymorphism and Casting(</a:t>
            </a:r>
            <a:r>
              <a:rPr lang="en-US" altLang="en-US" dirty="0" err="1"/>
              <a:t>cont</a:t>
            </a:r>
            <a:r>
              <a:rPr lang="en-US" altLang="en-US" dirty="0"/>
              <a:t>)</a:t>
            </a:r>
            <a:endParaRPr lang="en-US" dirty="0"/>
          </a:p>
        </p:txBody>
      </p:sp>
      <p:sp>
        <p:nvSpPr>
          <p:cNvPr id="4" name="Footer Placeholder 3">
            <a:extLst>
              <a:ext uri="{FF2B5EF4-FFF2-40B4-BE49-F238E27FC236}">
                <a16:creationId xmlns:a16="http://schemas.microsoft.com/office/drawing/2014/main" id="{3716468A-EE06-AD6B-967C-D3F2AE33F707}"/>
              </a:ext>
            </a:extLst>
          </p:cNvPr>
          <p:cNvSpPr>
            <a:spLocks noGrp="1"/>
          </p:cNvSpPr>
          <p:nvPr>
            <p:ph type="ftr" sz="quarter" idx="11"/>
          </p:nvPr>
        </p:nvSpPr>
        <p:spPr/>
        <p:txBody>
          <a:bodyPr/>
          <a:lstStyle/>
          <a:p>
            <a:r>
              <a:rPr lang="en-US"/>
              <a:t>Edited and Reviewed By: I. Bara' Qadomi &amp; I. Bara' Hamadah (FIT, Applied Science Private University)</a:t>
            </a:r>
          </a:p>
        </p:txBody>
      </p:sp>
      <p:pic>
        <p:nvPicPr>
          <p:cNvPr id="6" name="صورة 2">
            <a:extLst>
              <a:ext uri="{FF2B5EF4-FFF2-40B4-BE49-F238E27FC236}">
                <a16:creationId xmlns:a16="http://schemas.microsoft.com/office/drawing/2014/main" id="{A4A13BB2-392E-0251-4860-A83E1061CE5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252418" y="1737360"/>
            <a:ext cx="7674591" cy="472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52985038"/>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صورة 4">
            <a:extLst>
              <a:ext uri="{FF2B5EF4-FFF2-40B4-BE49-F238E27FC236}">
                <a16:creationId xmlns:a16="http://schemas.microsoft.com/office/drawing/2014/main" id="{3C17C858-FEEB-7B78-B173-ECB1C5D49E1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395415" y="1863930"/>
            <a:ext cx="6719248" cy="4454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00772FFE-0C20-4379-9F3A-74ADA3C4EDC5}"/>
              </a:ext>
            </a:extLst>
          </p:cNvPr>
          <p:cNvSpPr>
            <a:spLocks noGrp="1"/>
          </p:cNvSpPr>
          <p:nvPr>
            <p:ph type="title"/>
          </p:nvPr>
        </p:nvSpPr>
        <p:spPr/>
        <p:txBody>
          <a:bodyPr/>
          <a:lstStyle/>
          <a:p>
            <a:r>
              <a:rPr lang="en-US" altLang="en-US" dirty="0"/>
              <a:t>Example: Demonstrating Polymorphism and Casting(</a:t>
            </a:r>
            <a:r>
              <a:rPr lang="en-US" altLang="en-US" dirty="0" err="1"/>
              <a:t>cont</a:t>
            </a:r>
            <a:r>
              <a:rPr lang="en-US" altLang="en-US" dirty="0"/>
              <a:t>)</a:t>
            </a:r>
            <a:endParaRPr lang="en-US" dirty="0"/>
          </a:p>
        </p:txBody>
      </p:sp>
      <p:sp>
        <p:nvSpPr>
          <p:cNvPr id="4" name="Footer Placeholder 3">
            <a:extLst>
              <a:ext uri="{FF2B5EF4-FFF2-40B4-BE49-F238E27FC236}">
                <a16:creationId xmlns:a16="http://schemas.microsoft.com/office/drawing/2014/main" id="{22E643AE-11E9-6947-7B75-7C055D3F3DB7}"/>
              </a:ext>
            </a:extLst>
          </p:cNvPr>
          <p:cNvSpPr>
            <a:spLocks noGrp="1"/>
          </p:cNvSpPr>
          <p:nvPr>
            <p:ph type="ftr" sz="quarter" idx="11"/>
          </p:nvPr>
        </p:nvSpPr>
        <p:spPr/>
        <p:txBody>
          <a:bodyPr/>
          <a:lstStyle/>
          <a:p>
            <a:r>
              <a:rPr lang="en-US"/>
              <a:t>Edited and Reviewed By: I. Bara' Qadomi &amp; I. Bara' Hamadah (FIT, Applied Science Private University)</a:t>
            </a:r>
          </a:p>
        </p:txBody>
      </p:sp>
      <p:pic>
        <p:nvPicPr>
          <p:cNvPr id="5" name="صورة 3">
            <a:extLst>
              <a:ext uri="{FF2B5EF4-FFF2-40B4-BE49-F238E27FC236}">
                <a16:creationId xmlns:a16="http://schemas.microsoft.com/office/drawing/2014/main" id="{A6CE39AA-1BC0-4A9E-62F4-32985CB6DF4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 y="1737360"/>
            <a:ext cx="5686567" cy="45807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75259265"/>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صورة 2">
            <a:extLst>
              <a:ext uri="{FF2B5EF4-FFF2-40B4-BE49-F238E27FC236}">
                <a16:creationId xmlns:a16="http://schemas.microsoft.com/office/drawing/2014/main" id="{46ABDBA9-15D0-420F-9D3A-10CA4ABDB31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863988" y="1737360"/>
            <a:ext cx="5145206" cy="4622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00772FFE-0C20-4379-9F3A-74ADA3C4EDC5}"/>
              </a:ext>
            </a:extLst>
          </p:cNvPr>
          <p:cNvSpPr>
            <a:spLocks noGrp="1"/>
          </p:cNvSpPr>
          <p:nvPr>
            <p:ph type="title"/>
          </p:nvPr>
        </p:nvSpPr>
        <p:spPr/>
        <p:txBody>
          <a:bodyPr/>
          <a:lstStyle/>
          <a:p>
            <a:r>
              <a:rPr lang="en-US" altLang="en-US" dirty="0"/>
              <a:t>Example: Demonstrating Polymorphism and Casting(</a:t>
            </a:r>
            <a:r>
              <a:rPr lang="en-US" altLang="en-US" dirty="0" err="1"/>
              <a:t>cont</a:t>
            </a:r>
            <a:r>
              <a:rPr lang="en-US" altLang="en-US" dirty="0"/>
              <a:t>)</a:t>
            </a:r>
            <a:endParaRPr lang="en-US" dirty="0"/>
          </a:p>
        </p:txBody>
      </p:sp>
      <p:sp>
        <p:nvSpPr>
          <p:cNvPr id="4" name="Footer Placeholder 3">
            <a:extLst>
              <a:ext uri="{FF2B5EF4-FFF2-40B4-BE49-F238E27FC236}">
                <a16:creationId xmlns:a16="http://schemas.microsoft.com/office/drawing/2014/main" id="{22E643AE-11E9-6947-7B75-7C055D3F3DB7}"/>
              </a:ext>
            </a:extLst>
          </p:cNvPr>
          <p:cNvSpPr>
            <a:spLocks noGrp="1"/>
          </p:cNvSpPr>
          <p:nvPr>
            <p:ph type="ftr" sz="quarter" idx="11"/>
          </p:nvPr>
        </p:nvSpPr>
        <p:spPr/>
        <p:txBody>
          <a:bodyPr/>
          <a:lstStyle/>
          <a:p>
            <a:r>
              <a:rPr lang="en-US"/>
              <a:t>Edited and Reviewed By: I. Bara' Qadomi &amp; I. Bara' Hamadah (FIT, Applied Science Private University)</a:t>
            </a:r>
          </a:p>
        </p:txBody>
      </p:sp>
      <p:pic>
        <p:nvPicPr>
          <p:cNvPr id="7" name="صورة 1">
            <a:extLst>
              <a:ext uri="{FF2B5EF4-FFF2-40B4-BE49-F238E27FC236}">
                <a16:creationId xmlns:a16="http://schemas.microsoft.com/office/drawing/2014/main" id="{F0DB5678-26B1-2761-BC84-8375A270EFF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7467" y="1738521"/>
            <a:ext cx="5600130" cy="4622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18136150"/>
      </p:ext>
    </p:extLst>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72FFE-0C20-4379-9F3A-74ADA3C4EDC5}"/>
              </a:ext>
            </a:extLst>
          </p:cNvPr>
          <p:cNvSpPr>
            <a:spLocks noGrp="1"/>
          </p:cNvSpPr>
          <p:nvPr>
            <p:ph type="title"/>
          </p:nvPr>
        </p:nvSpPr>
        <p:spPr/>
        <p:txBody>
          <a:bodyPr/>
          <a:lstStyle/>
          <a:p>
            <a:r>
              <a:rPr lang="en-US" altLang="en-US" dirty="0"/>
              <a:t>Example: Demonstrating Polymorphism and Casting(</a:t>
            </a:r>
            <a:r>
              <a:rPr lang="en-US" altLang="en-US" dirty="0" err="1"/>
              <a:t>cont</a:t>
            </a:r>
            <a:r>
              <a:rPr lang="en-US" altLang="en-US" dirty="0"/>
              <a:t>)</a:t>
            </a:r>
            <a:endParaRPr lang="en-US" dirty="0"/>
          </a:p>
        </p:txBody>
      </p:sp>
      <p:sp>
        <p:nvSpPr>
          <p:cNvPr id="4" name="Footer Placeholder 3">
            <a:extLst>
              <a:ext uri="{FF2B5EF4-FFF2-40B4-BE49-F238E27FC236}">
                <a16:creationId xmlns:a16="http://schemas.microsoft.com/office/drawing/2014/main" id="{22E643AE-11E9-6947-7B75-7C055D3F3DB7}"/>
              </a:ext>
            </a:extLst>
          </p:cNvPr>
          <p:cNvSpPr>
            <a:spLocks noGrp="1"/>
          </p:cNvSpPr>
          <p:nvPr>
            <p:ph type="ftr" sz="quarter" idx="11"/>
          </p:nvPr>
        </p:nvSpPr>
        <p:spPr/>
        <p:txBody>
          <a:bodyPr/>
          <a:lstStyle/>
          <a:p>
            <a:r>
              <a:rPr lang="en-US"/>
              <a:t>Edited and Reviewed By: I. Bara' Qadomi &amp; I. Bara' Hamadah (FIT, Applied Science Private University)</a:t>
            </a:r>
          </a:p>
        </p:txBody>
      </p:sp>
      <p:pic>
        <p:nvPicPr>
          <p:cNvPr id="5" name="Picture 5">
            <a:extLst>
              <a:ext uri="{FF2B5EF4-FFF2-40B4-BE49-F238E27FC236}">
                <a16:creationId xmlns:a16="http://schemas.microsoft.com/office/drawing/2014/main" id="{4DF9CC62-BE08-3B7C-BA55-63C80E32CB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1362" y="1845734"/>
            <a:ext cx="9515068" cy="3422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79374621"/>
      </p:ext>
    </p:extLst>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72FFE-0C20-4379-9F3A-74ADA3C4EDC5}"/>
              </a:ext>
            </a:extLst>
          </p:cNvPr>
          <p:cNvSpPr>
            <a:spLocks noGrp="1"/>
          </p:cNvSpPr>
          <p:nvPr>
            <p:ph type="title"/>
          </p:nvPr>
        </p:nvSpPr>
        <p:spPr/>
        <p:txBody>
          <a:bodyPr/>
          <a:lstStyle/>
          <a:p>
            <a:r>
              <a:rPr lang="en-US" altLang="en-US" dirty="0"/>
              <a:t>Example: Demonstrating Polymorphism and Casting(</a:t>
            </a:r>
            <a:r>
              <a:rPr lang="en-US" altLang="en-US" dirty="0" err="1"/>
              <a:t>cont</a:t>
            </a:r>
            <a:r>
              <a:rPr lang="en-US" altLang="en-US" dirty="0"/>
              <a:t>)</a:t>
            </a:r>
            <a:endParaRPr lang="en-US" dirty="0"/>
          </a:p>
        </p:txBody>
      </p:sp>
      <p:sp>
        <p:nvSpPr>
          <p:cNvPr id="4" name="Footer Placeholder 3">
            <a:extLst>
              <a:ext uri="{FF2B5EF4-FFF2-40B4-BE49-F238E27FC236}">
                <a16:creationId xmlns:a16="http://schemas.microsoft.com/office/drawing/2014/main" id="{22E643AE-11E9-6947-7B75-7C055D3F3DB7}"/>
              </a:ext>
            </a:extLst>
          </p:cNvPr>
          <p:cNvSpPr>
            <a:spLocks noGrp="1"/>
          </p:cNvSpPr>
          <p:nvPr>
            <p:ph type="ftr" sz="quarter" idx="11"/>
          </p:nvPr>
        </p:nvSpPr>
        <p:spPr/>
        <p:txBody>
          <a:bodyPr/>
          <a:lstStyle/>
          <a:p>
            <a:r>
              <a:rPr lang="en-US"/>
              <a:t>Edited and Reviewed By: I. Bara' Qadomi &amp; I. Bara' Hamadah (FIT, Applied Science Private University)</a:t>
            </a:r>
          </a:p>
        </p:txBody>
      </p:sp>
      <p:pic>
        <p:nvPicPr>
          <p:cNvPr id="6" name="Picture 2">
            <a:extLst>
              <a:ext uri="{FF2B5EF4-FFF2-40B4-BE49-F238E27FC236}">
                <a16:creationId xmlns:a16="http://schemas.microsoft.com/office/drawing/2014/main" id="{C7B9DE28-1C28-846D-A512-C8324D8165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1362" y="1874817"/>
            <a:ext cx="10024584" cy="3994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63405915"/>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E2574-7A17-BFBF-8BE7-EB086E3FFF1C}"/>
              </a:ext>
            </a:extLst>
          </p:cNvPr>
          <p:cNvSpPr>
            <a:spLocks noGrp="1"/>
          </p:cNvSpPr>
          <p:nvPr>
            <p:ph type="title"/>
          </p:nvPr>
        </p:nvSpPr>
        <p:spPr/>
        <p:txBody>
          <a:bodyPr/>
          <a:lstStyle/>
          <a:p>
            <a:r>
              <a:rPr lang="en-US" altLang="en-US" dirty="0"/>
              <a:t>The </a:t>
            </a:r>
            <a:r>
              <a:rPr lang="en-US" altLang="en-US" sz="4800" dirty="0">
                <a:latin typeface="Courier New" panose="02070309020205020404" pitchFamily="49" charset="0"/>
              </a:rPr>
              <a:t>equals </a:t>
            </a:r>
            <a:r>
              <a:rPr lang="en-US" altLang="en-US" dirty="0"/>
              <a:t>Method</a:t>
            </a:r>
            <a:endParaRPr lang="en-US" dirty="0"/>
          </a:p>
        </p:txBody>
      </p:sp>
      <p:sp>
        <p:nvSpPr>
          <p:cNvPr id="4" name="Footer Placeholder 3">
            <a:extLst>
              <a:ext uri="{FF2B5EF4-FFF2-40B4-BE49-F238E27FC236}">
                <a16:creationId xmlns:a16="http://schemas.microsoft.com/office/drawing/2014/main" id="{5C368E9B-981E-BF8F-4D93-958FE14BC5D2}"/>
              </a:ext>
            </a:extLst>
          </p:cNvPr>
          <p:cNvSpPr>
            <a:spLocks noGrp="1"/>
          </p:cNvSpPr>
          <p:nvPr>
            <p:ph type="ftr" sz="quarter" idx="11"/>
          </p:nvPr>
        </p:nvSpPr>
        <p:spPr/>
        <p:txBody>
          <a:bodyPr/>
          <a:lstStyle/>
          <a:p>
            <a:r>
              <a:rPr lang="en-US"/>
              <a:t>Edited and Reviewed By: I. Bara' Qadomi &amp; I. Bara' Hamadah (FIT, Applied Science Private University)</a:t>
            </a:r>
          </a:p>
        </p:txBody>
      </p:sp>
      <p:sp>
        <p:nvSpPr>
          <p:cNvPr id="9" name="Rectangle 3">
            <a:extLst>
              <a:ext uri="{FF2B5EF4-FFF2-40B4-BE49-F238E27FC236}">
                <a16:creationId xmlns:a16="http://schemas.microsoft.com/office/drawing/2014/main" id="{453F8283-DDE4-A35D-E4AD-767FF95F6F3A}"/>
              </a:ext>
            </a:extLst>
          </p:cNvPr>
          <p:cNvSpPr txBox="1">
            <a:spLocks noChangeArrowheads="1"/>
          </p:cNvSpPr>
          <p:nvPr/>
        </p:nvSpPr>
        <p:spPr>
          <a:xfrm>
            <a:off x="618392" y="1737360"/>
            <a:ext cx="11212246" cy="1260598"/>
          </a:xfrm>
          <a:prstGeom prst="rect">
            <a:avLst/>
          </a:prstGeom>
        </p:spPr>
        <p:txBody>
          <a:bodyPr vert="horz" lIns="0" tIns="45720" rIns="0" bIns="45720" rtlCol="0">
            <a:normAutofit/>
          </a:bodyPr>
          <a:lstStyle>
            <a:lvl1pPr marL="180000" indent="-360000" algn="l" defTabSz="914400" rtl="0" eaLnBrk="1" latinLnBrk="0" hangingPunct="1">
              <a:lnSpc>
                <a:spcPct val="100000"/>
              </a:lnSpc>
              <a:spcBef>
                <a:spcPts val="1200"/>
              </a:spcBef>
              <a:spcAft>
                <a:spcPts val="200"/>
              </a:spcAft>
              <a:buClr>
                <a:schemeClr val="accent1"/>
              </a:buClr>
              <a:buSzPct val="100000"/>
              <a:buFont typeface="Wingdings" panose="05000000000000000000" pitchFamily="2" charset="2"/>
              <a:buChar char="§"/>
              <a:defRPr sz="2400" kern="1200">
                <a:solidFill>
                  <a:schemeClr val="tx1">
                    <a:lumMod val="75000"/>
                    <a:lumOff val="25000"/>
                  </a:schemeClr>
                </a:solidFill>
                <a:latin typeface="+mn-lt"/>
                <a:ea typeface="+mn-ea"/>
                <a:cs typeface="+mn-cs"/>
              </a:defRPr>
            </a:lvl1pPr>
            <a:lvl2pPr marL="720000" indent="-360000" algn="l" defTabSz="914400" rtl="0" eaLnBrk="1" latinLnBrk="0" hangingPunct="1">
              <a:lnSpc>
                <a:spcPct val="100000"/>
              </a:lnSpc>
              <a:spcBef>
                <a:spcPts val="200"/>
              </a:spcBef>
              <a:spcAft>
                <a:spcPts val="400"/>
              </a:spcAft>
              <a:buClr>
                <a:schemeClr val="accent1"/>
              </a:buClr>
              <a:buFont typeface="Arial" panose="020B0604020202020204" pitchFamily="34" charset="0"/>
              <a:buChar char="•"/>
              <a:defRPr sz="2200" kern="1200">
                <a:solidFill>
                  <a:schemeClr val="tx1">
                    <a:lumMod val="75000"/>
                    <a:lumOff val="25000"/>
                  </a:schemeClr>
                </a:solidFill>
                <a:latin typeface="+mn-lt"/>
                <a:ea typeface="+mn-ea"/>
                <a:cs typeface="+mn-cs"/>
              </a:defRPr>
            </a:lvl2pPr>
            <a:lvl3pPr marL="1080000" indent="-360000" algn="l" defTabSz="914400" rtl="0" eaLnBrk="1" latinLnBrk="0" hangingPunct="1">
              <a:lnSpc>
                <a:spcPct val="100000"/>
              </a:lnSpc>
              <a:spcBef>
                <a:spcPts val="200"/>
              </a:spcBef>
              <a:spcAft>
                <a:spcPts val="400"/>
              </a:spcAft>
              <a:buClr>
                <a:schemeClr val="accent1"/>
              </a:buClr>
              <a:buFont typeface="Calibri" pitchFamily="34" charset="0"/>
              <a:buChar char="◦"/>
              <a:defRPr sz="20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342900" indent="-342900">
              <a:spcBef>
                <a:spcPct val="75000"/>
              </a:spcBef>
            </a:pPr>
            <a:r>
              <a:rPr lang="en-US" altLang="en-US" dirty="0"/>
              <a:t>The </a:t>
            </a:r>
            <a:r>
              <a:rPr lang="en-US" altLang="en-US" dirty="0">
                <a:latin typeface="Courier New" panose="02070309020205020404" pitchFamily="49" charset="0"/>
              </a:rPr>
              <a:t>equals()</a:t>
            </a:r>
            <a:r>
              <a:rPr lang="en-US" altLang="en-US" dirty="0"/>
              <a:t> method compares the contents of two objects. </a:t>
            </a:r>
            <a:r>
              <a:rPr lang="en-US" altLang="en-US" dirty="0">
                <a:cs typeface="Times New Roman" panose="02020603050405020304" pitchFamily="18" charset="0"/>
              </a:rPr>
              <a:t>The default implementation of the equals method in the Object class is as follows:</a:t>
            </a:r>
          </a:p>
        </p:txBody>
      </p:sp>
      <p:sp>
        <p:nvSpPr>
          <p:cNvPr id="13" name="Rectangle 12">
            <a:extLst>
              <a:ext uri="{FF2B5EF4-FFF2-40B4-BE49-F238E27FC236}">
                <a16:creationId xmlns:a16="http://schemas.microsoft.com/office/drawing/2014/main" id="{E45B2D5F-16ED-E5A6-A80E-40E07B1480A0}"/>
              </a:ext>
            </a:extLst>
          </p:cNvPr>
          <p:cNvSpPr/>
          <p:nvPr/>
        </p:nvSpPr>
        <p:spPr>
          <a:xfrm>
            <a:off x="2071468" y="3242867"/>
            <a:ext cx="7413673" cy="152400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spcBef>
                <a:spcPct val="75000"/>
              </a:spcBef>
              <a:buFont typeface="Monotype Sorts"/>
              <a:buNone/>
            </a:pPr>
            <a:r>
              <a:rPr lang="en-US" altLang="en-US" sz="2000" b="1" dirty="0">
                <a:latin typeface="Courier New" panose="02070309020205020404" pitchFamily="49" charset="0"/>
                <a:cs typeface="Times New Roman" panose="02020603050405020304" pitchFamily="18" charset="0"/>
              </a:rPr>
              <a:t>public </a:t>
            </a:r>
            <a:r>
              <a:rPr lang="en-US" altLang="en-US" sz="2000" b="1" dirty="0" err="1">
                <a:latin typeface="Courier New" panose="02070309020205020404" pitchFamily="49" charset="0"/>
                <a:cs typeface="Times New Roman" panose="02020603050405020304" pitchFamily="18" charset="0"/>
              </a:rPr>
              <a:t>boolean</a:t>
            </a:r>
            <a:r>
              <a:rPr lang="en-US" altLang="en-US" sz="2000" b="1" dirty="0">
                <a:latin typeface="Courier New" panose="02070309020205020404" pitchFamily="49" charset="0"/>
                <a:cs typeface="Times New Roman" panose="02020603050405020304" pitchFamily="18" charset="0"/>
              </a:rPr>
              <a:t> equals(Object obj) {</a:t>
            </a:r>
          </a:p>
          <a:p>
            <a:pPr>
              <a:lnSpc>
                <a:spcPct val="0"/>
              </a:lnSpc>
              <a:spcBef>
                <a:spcPct val="75000"/>
              </a:spcBef>
              <a:buFont typeface="Monotype Sorts"/>
              <a:buNone/>
            </a:pPr>
            <a:r>
              <a:rPr lang="en-US" altLang="en-US" sz="2000" b="1" dirty="0">
                <a:latin typeface="Courier New" panose="02070309020205020404" pitchFamily="49" charset="0"/>
                <a:cs typeface="Times New Roman" panose="02020603050405020304" pitchFamily="18" charset="0"/>
              </a:rPr>
              <a:t>  return this == obj;</a:t>
            </a:r>
          </a:p>
          <a:p>
            <a:pPr>
              <a:lnSpc>
                <a:spcPct val="0"/>
              </a:lnSpc>
              <a:spcBef>
                <a:spcPct val="75000"/>
              </a:spcBef>
              <a:buFont typeface="Monotype Sorts"/>
              <a:buNone/>
            </a:pPr>
            <a:r>
              <a:rPr lang="en-US" altLang="en-US" sz="2000" b="1" dirty="0">
                <a:latin typeface="Courier New" panose="02070309020205020404" pitchFamily="49" charset="0"/>
                <a:cs typeface="Times New Roman" panose="02020603050405020304" pitchFamily="18" charset="0"/>
              </a:rPr>
              <a:t>}</a:t>
            </a:r>
          </a:p>
        </p:txBody>
      </p:sp>
    </p:spTree>
    <p:extLst>
      <p:ext uri="{BB962C8B-B14F-4D97-AF65-F5344CB8AC3E}">
        <p14:creationId xmlns:p14="http://schemas.microsoft.com/office/powerpoint/2010/main" val="3738179916"/>
      </p:ext>
    </p:extLst>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E2574-7A17-BFBF-8BE7-EB086E3FFF1C}"/>
              </a:ext>
            </a:extLst>
          </p:cNvPr>
          <p:cNvSpPr>
            <a:spLocks noGrp="1"/>
          </p:cNvSpPr>
          <p:nvPr>
            <p:ph type="title"/>
          </p:nvPr>
        </p:nvSpPr>
        <p:spPr/>
        <p:txBody>
          <a:bodyPr/>
          <a:lstStyle/>
          <a:p>
            <a:r>
              <a:rPr lang="en-US" altLang="en-US" dirty="0"/>
              <a:t>The </a:t>
            </a:r>
            <a:r>
              <a:rPr lang="en-US" altLang="en-US" dirty="0">
                <a:latin typeface="Courier New" panose="02070309020205020404" pitchFamily="49" charset="0"/>
              </a:rPr>
              <a:t>equals </a:t>
            </a:r>
            <a:r>
              <a:rPr lang="en-US" altLang="en-US" dirty="0"/>
              <a:t>Method</a:t>
            </a:r>
            <a:endParaRPr lang="en-US" dirty="0"/>
          </a:p>
        </p:txBody>
      </p:sp>
      <p:sp>
        <p:nvSpPr>
          <p:cNvPr id="4" name="Footer Placeholder 3">
            <a:extLst>
              <a:ext uri="{FF2B5EF4-FFF2-40B4-BE49-F238E27FC236}">
                <a16:creationId xmlns:a16="http://schemas.microsoft.com/office/drawing/2014/main" id="{5C368E9B-981E-BF8F-4D93-958FE14BC5D2}"/>
              </a:ext>
            </a:extLst>
          </p:cNvPr>
          <p:cNvSpPr>
            <a:spLocks noGrp="1"/>
          </p:cNvSpPr>
          <p:nvPr>
            <p:ph type="ftr" sz="quarter" idx="11"/>
          </p:nvPr>
        </p:nvSpPr>
        <p:spPr/>
        <p:txBody>
          <a:bodyPr/>
          <a:lstStyle/>
          <a:p>
            <a:r>
              <a:rPr lang="en-US"/>
              <a:t>Edited and Reviewed By: I. Bara' Qadomi &amp; I. Bara' Hamadah (FIT, Applied Science Private University)</a:t>
            </a:r>
          </a:p>
        </p:txBody>
      </p:sp>
      <p:sp>
        <p:nvSpPr>
          <p:cNvPr id="9" name="Rectangle 3">
            <a:extLst>
              <a:ext uri="{FF2B5EF4-FFF2-40B4-BE49-F238E27FC236}">
                <a16:creationId xmlns:a16="http://schemas.microsoft.com/office/drawing/2014/main" id="{453F8283-DDE4-A35D-E4AD-767FF95F6F3A}"/>
              </a:ext>
            </a:extLst>
          </p:cNvPr>
          <p:cNvSpPr txBox="1">
            <a:spLocks noChangeArrowheads="1"/>
          </p:cNvSpPr>
          <p:nvPr/>
        </p:nvSpPr>
        <p:spPr>
          <a:xfrm>
            <a:off x="618392" y="1737360"/>
            <a:ext cx="11212246" cy="1524000"/>
          </a:xfrm>
          <a:prstGeom prst="rect">
            <a:avLst/>
          </a:prstGeom>
        </p:spPr>
        <p:txBody>
          <a:bodyPr vert="horz" lIns="0" tIns="45720" rIns="0" bIns="45720" rtlCol="0">
            <a:normAutofit/>
          </a:bodyPr>
          <a:lstStyle>
            <a:lvl1pPr marL="180000" indent="-360000" algn="l" defTabSz="914400" rtl="0" eaLnBrk="1" latinLnBrk="0" hangingPunct="1">
              <a:lnSpc>
                <a:spcPct val="100000"/>
              </a:lnSpc>
              <a:spcBef>
                <a:spcPts val="1200"/>
              </a:spcBef>
              <a:spcAft>
                <a:spcPts val="200"/>
              </a:spcAft>
              <a:buClr>
                <a:schemeClr val="accent1"/>
              </a:buClr>
              <a:buSzPct val="100000"/>
              <a:buFont typeface="Wingdings" panose="05000000000000000000" pitchFamily="2" charset="2"/>
              <a:buChar char="§"/>
              <a:defRPr sz="2400" kern="1200">
                <a:solidFill>
                  <a:schemeClr val="tx1">
                    <a:lumMod val="75000"/>
                    <a:lumOff val="25000"/>
                  </a:schemeClr>
                </a:solidFill>
                <a:latin typeface="+mn-lt"/>
                <a:ea typeface="+mn-ea"/>
                <a:cs typeface="+mn-cs"/>
              </a:defRPr>
            </a:lvl1pPr>
            <a:lvl2pPr marL="720000" indent="-360000" algn="l" defTabSz="914400" rtl="0" eaLnBrk="1" latinLnBrk="0" hangingPunct="1">
              <a:lnSpc>
                <a:spcPct val="100000"/>
              </a:lnSpc>
              <a:spcBef>
                <a:spcPts val="200"/>
              </a:spcBef>
              <a:spcAft>
                <a:spcPts val="400"/>
              </a:spcAft>
              <a:buClr>
                <a:schemeClr val="accent1"/>
              </a:buClr>
              <a:buFont typeface="Arial" panose="020B0604020202020204" pitchFamily="34" charset="0"/>
              <a:buChar char="•"/>
              <a:defRPr sz="2200" kern="1200">
                <a:solidFill>
                  <a:schemeClr val="tx1">
                    <a:lumMod val="75000"/>
                    <a:lumOff val="25000"/>
                  </a:schemeClr>
                </a:solidFill>
                <a:latin typeface="+mn-lt"/>
                <a:ea typeface="+mn-ea"/>
                <a:cs typeface="+mn-cs"/>
              </a:defRPr>
            </a:lvl2pPr>
            <a:lvl3pPr marL="1080000" indent="-360000" algn="l" defTabSz="914400" rtl="0" eaLnBrk="1" latinLnBrk="0" hangingPunct="1">
              <a:lnSpc>
                <a:spcPct val="100000"/>
              </a:lnSpc>
              <a:spcBef>
                <a:spcPts val="200"/>
              </a:spcBef>
              <a:spcAft>
                <a:spcPts val="400"/>
              </a:spcAft>
              <a:buClr>
                <a:schemeClr val="accent1"/>
              </a:buClr>
              <a:buFont typeface="Calibri" pitchFamily="34" charset="0"/>
              <a:buChar char="◦"/>
              <a:defRPr sz="20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spcBef>
                <a:spcPct val="0"/>
              </a:spcBef>
            </a:pPr>
            <a:r>
              <a:rPr lang="en-US" altLang="en-US" sz="2400" dirty="0">
                <a:solidFill>
                  <a:schemeClr val="tx2"/>
                </a:solidFill>
                <a:latin typeface="+mj-lt"/>
                <a:cs typeface="Courier New" panose="02070309020205020404" pitchFamily="49" charset="0"/>
              </a:rPr>
              <a:t>For example, the equals method is overridden in the Circle class.</a:t>
            </a:r>
          </a:p>
        </p:txBody>
      </p:sp>
      <p:sp>
        <p:nvSpPr>
          <p:cNvPr id="12" name="Rectangle 7">
            <a:extLst>
              <a:ext uri="{FF2B5EF4-FFF2-40B4-BE49-F238E27FC236}">
                <a16:creationId xmlns:a16="http://schemas.microsoft.com/office/drawing/2014/main" id="{4121F982-21B0-E7D3-28B6-3EB4E364EB02}"/>
              </a:ext>
            </a:extLst>
          </p:cNvPr>
          <p:cNvSpPr>
            <a:spLocks noChangeArrowheads="1"/>
          </p:cNvSpPr>
          <p:nvPr/>
        </p:nvSpPr>
        <p:spPr bwMode="auto">
          <a:xfrm>
            <a:off x="6224515" y="4270235"/>
            <a:ext cx="5381555"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Font typeface="Monotype Sorts"/>
              <a:buNone/>
            </a:pPr>
            <a:endParaRPr lang="en-US" altLang="en-US" sz="1500" b="1" dirty="0">
              <a:solidFill>
                <a:schemeClr val="tx2"/>
              </a:solidFill>
              <a:latin typeface="Courier New" panose="02070309020205020404" pitchFamily="49" charset="0"/>
              <a:cs typeface="Courier New" panose="02070309020205020404" pitchFamily="49" charset="0"/>
            </a:endParaRPr>
          </a:p>
        </p:txBody>
      </p:sp>
      <p:sp>
        <p:nvSpPr>
          <p:cNvPr id="3" name="Rectangle 2">
            <a:extLst>
              <a:ext uri="{FF2B5EF4-FFF2-40B4-BE49-F238E27FC236}">
                <a16:creationId xmlns:a16="http://schemas.microsoft.com/office/drawing/2014/main" id="{9D833D25-147D-CF48-8A57-79432AE95F37}"/>
              </a:ext>
            </a:extLst>
          </p:cNvPr>
          <p:cNvSpPr/>
          <p:nvPr/>
        </p:nvSpPr>
        <p:spPr>
          <a:xfrm>
            <a:off x="2100852" y="2782046"/>
            <a:ext cx="7413673" cy="240727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spcBef>
                <a:spcPct val="0"/>
              </a:spcBef>
              <a:buFont typeface="Monotype Sorts"/>
              <a:buNone/>
            </a:pPr>
            <a:r>
              <a:rPr lang="en-US" altLang="en-US" sz="2000" b="1" dirty="0">
                <a:solidFill>
                  <a:schemeClr val="tx2"/>
                </a:solidFill>
                <a:latin typeface="Courier New" panose="02070309020205020404" pitchFamily="49" charset="0"/>
                <a:cs typeface="Courier New" panose="02070309020205020404" pitchFamily="49" charset="0"/>
              </a:rPr>
              <a:t>public </a:t>
            </a:r>
            <a:r>
              <a:rPr lang="en-US" altLang="en-US" sz="2000" b="1" dirty="0" err="1">
                <a:solidFill>
                  <a:schemeClr val="tx2"/>
                </a:solidFill>
                <a:latin typeface="Courier New" panose="02070309020205020404" pitchFamily="49" charset="0"/>
                <a:cs typeface="Courier New" panose="02070309020205020404" pitchFamily="49" charset="0"/>
              </a:rPr>
              <a:t>boolean</a:t>
            </a:r>
            <a:r>
              <a:rPr lang="en-US" altLang="en-US" sz="2000" b="1" dirty="0">
                <a:solidFill>
                  <a:schemeClr val="tx2"/>
                </a:solidFill>
                <a:latin typeface="Courier New" panose="02070309020205020404" pitchFamily="49" charset="0"/>
                <a:cs typeface="Courier New" panose="02070309020205020404" pitchFamily="49" charset="0"/>
              </a:rPr>
              <a:t> equals(Object o) {</a:t>
            </a:r>
            <a:endParaRPr lang="en-US" altLang="en-US" sz="2000" b="1" dirty="0">
              <a:solidFill>
                <a:schemeClr val="tx2"/>
              </a:solidFill>
              <a:latin typeface="Courier New" panose="02070309020205020404" pitchFamily="49" charset="0"/>
              <a:cs typeface="Times New Roman" panose="02020603050405020304" pitchFamily="18" charset="0"/>
            </a:endParaRPr>
          </a:p>
          <a:p>
            <a:pPr>
              <a:spcBef>
                <a:spcPct val="0"/>
              </a:spcBef>
              <a:buFont typeface="Monotype Sorts"/>
              <a:buNone/>
            </a:pPr>
            <a:r>
              <a:rPr lang="en-US" altLang="en-US" sz="2000" b="1" dirty="0">
                <a:solidFill>
                  <a:schemeClr val="tx2"/>
                </a:solidFill>
                <a:latin typeface="Courier New" panose="02070309020205020404" pitchFamily="49" charset="0"/>
                <a:cs typeface="Courier New" panose="02070309020205020404" pitchFamily="49" charset="0"/>
              </a:rPr>
              <a:t>  if (o </a:t>
            </a:r>
            <a:r>
              <a:rPr lang="en-US" altLang="en-US" sz="2000" b="1" dirty="0" err="1">
                <a:solidFill>
                  <a:schemeClr val="tx2"/>
                </a:solidFill>
                <a:latin typeface="Courier New" panose="02070309020205020404" pitchFamily="49" charset="0"/>
                <a:cs typeface="Courier New" panose="02070309020205020404" pitchFamily="49" charset="0"/>
              </a:rPr>
              <a:t>instanceof</a:t>
            </a:r>
            <a:r>
              <a:rPr lang="en-US" altLang="en-US" sz="2000" b="1" dirty="0">
                <a:solidFill>
                  <a:schemeClr val="tx2"/>
                </a:solidFill>
                <a:latin typeface="Courier New" panose="02070309020205020404" pitchFamily="49" charset="0"/>
                <a:cs typeface="Courier New" panose="02070309020205020404" pitchFamily="49" charset="0"/>
              </a:rPr>
              <a:t> Circle) {</a:t>
            </a:r>
            <a:endParaRPr lang="en-US" altLang="en-US" sz="2000" b="1" dirty="0">
              <a:solidFill>
                <a:schemeClr val="tx2"/>
              </a:solidFill>
              <a:latin typeface="Courier New" panose="02070309020205020404" pitchFamily="49" charset="0"/>
              <a:cs typeface="Times New Roman" panose="02020603050405020304" pitchFamily="18" charset="0"/>
            </a:endParaRPr>
          </a:p>
          <a:p>
            <a:pPr>
              <a:spcBef>
                <a:spcPct val="0"/>
              </a:spcBef>
              <a:buFont typeface="Monotype Sorts"/>
              <a:buNone/>
            </a:pPr>
            <a:r>
              <a:rPr lang="en-US" altLang="en-US" sz="2000" b="1" dirty="0">
                <a:solidFill>
                  <a:schemeClr val="tx2"/>
                </a:solidFill>
                <a:latin typeface="Courier New" panose="02070309020205020404" pitchFamily="49" charset="0"/>
                <a:cs typeface="Courier New" panose="02070309020205020404" pitchFamily="49" charset="0"/>
              </a:rPr>
              <a:t>    return radius == </a:t>
            </a:r>
            <a:r>
              <a:rPr lang="en-US" altLang="en-US" sz="2000" b="1" dirty="0">
                <a:solidFill>
                  <a:srgbClr val="FF0000"/>
                </a:solidFill>
                <a:latin typeface="Courier New" panose="02070309020205020404" pitchFamily="49" charset="0"/>
                <a:cs typeface="Courier New" panose="02070309020205020404" pitchFamily="49" charset="0"/>
              </a:rPr>
              <a:t>((</a:t>
            </a:r>
            <a:r>
              <a:rPr lang="en-US" altLang="en-US" sz="2000" b="1" dirty="0">
                <a:solidFill>
                  <a:schemeClr val="tx2"/>
                </a:solidFill>
                <a:latin typeface="Courier New" panose="02070309020205020404" pitchFamily="49" charset="0"/>
                <a:cs typeface="Courier New" panose="02070309020205020404" pitchFamily="49" charset="0"/>
              </a:rPr>
              <a:t>Circle</a:t>
            </a:r>
            <a:r>
              <a:rPr lang="en-US" altLang="en-US" sz="2000" b="1" dirty="0">
                <a:solidFill>
                  <a:srgbClr val="FF0000"/>
                </a:solidFill>
                <a:latin typeface="Courier New" panose="02070309020205020404" pitchFamily="49" charset="0"/>
                <a:cs typeface="Courier New" panose="02070309020205020404" pitchFamily="49" charset="0"/>
              </a:rPr>
              <a:t>)</a:t>
            </a:r>
            <a:r>
              <a:rPr lang="en-US" altLang="en-US" sz="2000" b="1" dirty="0">
                <a:solidFill>
                  <a:schemeClr val="tx2"/>
                </a:solidFill>
                <a:latin typeface="Courier New" panose="02070309020205020404" pitchFamily="49" charset="0"/>
                <a:cs typeface="Courier New" panose="02070309020205020404" pitchFamily="49" charset="0"/>
              </a:rPr>
              <a:t>o</a:t>
            </a:r>
            <a:r>
              <a:rPr lang="en-US" altLang="en-US" sz="2000" b="1" dirty="0">
                <a:solidFill>
                  <a:srgbClr val="FF0000"/>
                </a:solidFill>
                <a:latin typeface="Courier New" panose="02070309020205020404" pitchFamily="49" charset="0"/>
                <a:cs typeface="Courier New" panose="02070309020205020404" pitchFamily="49" charset="0"/>
              </a:rPr>
              <a:t>)</a:t>
            </a:r>
            <a:r>
              <a:rPr lang="en-US" altLang="en-US" sz="2000" b="1" dirty="0">
                <a:solidFill>
                  <a:schemeClr val="tx2"/>
                </a:solidFill>
                <a:latin typeface="Courier New" panose="02070309020205020404" pitchFamily="49" charset="0"/>
                <a:cs typeface="Courier New" panose="02070309020205020404" pitchFamily="49" charset="0"/>
              </a:rPr>
              <a:t>.radius;</a:t>
            </a:r>
            <a:endParaRPr lang="en-US" altLang="en-US" sz="2000" b="1" dirty="0">
              <a:solidFill>
                <a:schemeClr val="tx2"/>
              </a:solidFill>
              <a:latin typeface="Courier New" panose="02070309020205020404" pitchFamily="49" charset="0"/>
              <a:cs typeface="Times New Roman" panose="02020603050405020304" pitchFamily="18" charset="0"/>
            </a:endParaRPr>
          </a:p>
          <a:p>
            <a:pPr>
              <a:spcBef>
                <a:spcPct val="0"/>
              </a:spcBef>
              <a:buFont typeface="Monotype Sorts"/>
              <a:buNone/>
            </a:pPr>
            <a:r>
              <a:rPr lang="en-US" altLang="en-US" sz="2000" b="1" dirty="0">
                <a:solidFill>
                  <a:schemeClr val="tx2"/>
                </a:solidFill>
                <a:latin typeface="Courier New" panose="02070309020205020404" pitchFamily="49" charset="0"/>
                <a:cs typeface="Courier New" panose="02070309020205020404" pitchFamily="49" charset="0"/>
              </a:rPr>
              <a:t>  }</a:t>
            </a:r>
            <a:endParaRPr lang="en-US" altLang="en-US" sz="2000" b="1" dirty="0">
              <a:solidFill>
                <a:schemeClr val="tx2"/>
              </a:solidFill>
              <a:latin typeface="Courier New" panose="02070309020205020404" pitchFamily="49" charset="0"/>
              <a:cs typeface="Times New Roman" panose="02020603050405020304" pitchFamily="18" charset="0"/>
            </a:endParaRPr>
          </a:p>
          <a:p>
            <a:pPr>
              <a:spcBef>
                <a:spcPct val="0"/>
              </a:spcBef>
              <a:buFont typeface="Monotype Sorts"/>
              <a:buNone/>
            </a:pPr>
            <a:r>
              <a:rPr lang="en-US" altLang="en-US" sz="2000" b="1" dirty="0">
                <a:solidFill>
                  <a:schemeClr val="tx2"/>
                </a:solidFill>
                <a:latin typeface="Courier New" panose="02070309020205020404" pitchFamily="49" charset="0"/>
                <a:cs typeface="Courier New" panose="02070309020205020404" pitchFamily="49" charset="0"/>
              </a:rPr>
              <a:t>  else</a:t>
            </a:r>
            <a:endParaRPr lang="en-US" altLang="en-US" sz="2000" b="1" dirty="0">
              <a:solidFill>
                <a:schemeClr val="tx2"/>
              </a:solidFill>
              <a:latin typeface="Courier New" panose="02070309020205020404" pitchFamily="49" charset="0"/>
              <a:cs typeface="Times New Roman" panose="02020603050405020304" pitchFamily="18" charset="0"/>
            </a:endParaRPr>
          </a:p>
          <a:p>
            <a:pPr>
              <a:spcBef>
                <a:spcPct val="0"/>
              </a:spcBef>
              <a:buFont typeface="Monotype Sorts"/>
              <a:buNone/>
            </a:pPr>
            <a:r>
              <a:rPr lang="en-US" altLang="en-US" sz="2000" b="1" dirty="0">
                <a:solidFill>
                  <a:schemeClr val="tx2"/>
                </a:solidFill>
                <a:latin typeface="Courier New" panose="02070309020205020404" pitchFamily="49" charset="0"/>
                <a:cs typeface="Courier New" panose="02070309020205020404" pitchFamily="49" charset="0"/>
              </a:rPr>
              <a:t>    return false;</a:t>
            </a:r>
            <a:endParaRPr lang="en-US" altLang="en-US" sz="2000" b="1" dirty="0">
              <a:solidFill>
                <a:schemeClr val="tx2"/>
              </a:solidFill>
              <a:latin typeface="Courier New" panose="02070309020205020404" pitchFamily="49" charset="0"/>
              <a:cs typeface="Times New Roman" panose="02020603050405020304" pitchFamily="18" charset="0"/>
            </a:endParaRPr>
          </a:p>
          <a:p>
            <a:pPr>
              <a:spcBef>
                <a:spcPct val="0"/>
              </a:spcBef>
              <a:buFont typeface="Monotype Sorts"/>
              <a:buNone/>
            </a:pPr>
            <a:r>
              <a:rPr lang="en-US" altLang="en-US" sz="2000" b="1" dirty="0">
                <a:solidFill>
                  <a:schemeClr val="tx2"/>
                </a:solidFill>
                <a:latin typeface="Courier New" panose="02070309020205020404" pitchFamily="49" charset="0"/>
                <a:cs typeface="Times New Roman" panose="02020603050405020304" pitchFamily="18" charset="0"/>
              </a:rPr>
              <a:t>}</a:t>
            </a:r>
            <a:r>
              <a:rPr lang="en-US" altLang="en-US" sz="2000" b="1" dirty="0">
                <a:solidFill>
                  <a:schemeClr val="tx2"/>
                </a:solidFill>
                <a:latin typeface="Courier New" panose="02070309020205020404" pitchFamily="49" charset="0"/>
                <a:cs typeface="Courier New" panose="02070309020205020404" pitchFamily="49" charset="0"/>
              </a:rPr>
              <a:t> </a:t>
            </a:r>
          </a:p>
          <a:p>
            <a:pPr algn="ctr"/>
            <a:endParaRPr lang="en-US" sz="2000" dirty="0"/>
          </a:p>
        </p:txBody>
      </p:sp>
    </p:spTree>
    <p:extLst>
      <p:ext uri="{BB962C8B-B14F-4D97-AF65-F5344CB8AC3E}">
        <p14:creationId xmlns:p14="http://schemas.microsoft.com/office/powerpoint/2010/main" val="3063830727"/>
      </p:ext>
    </p:extLst>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A9191-7D59-4816-FDF0-DCDBD40A2D47}"/>
              </a:ext>
            </a:extLst>
          </p:cNvPr>
          <p:cNvSpPr>
            <a:spLocks noGrp="1"/>
          </p:cNvSpPr>
          <p:nvPr>
            <p:ph type="title"/>
          </p:nvPr>
        </p:nvSpPr>
        <p:spPr/>
        <p:txBody>
          <a:bodyPr/>
          <a:lstStyle/>
          <a:p>
            <a:r>
              <a:rPr lang="en-US" altLang="en-US" dirty="0"/>
              <a:t>NOTE</a:t>
            </a:r>
            <a:endParaRPr lang="en-US" dirty="0"/>
          </a:p>
        </p:txBody>
      </p:sp>
      <p:sp>
        <p:nvSpPr>
          <p:cNvPr id="3" name="Content Placeholder 2">
            <a:extLst>
              <a:ext uri="{FF2B5EF4-FFF2-40B4-BE49-F238E27FC236}">
                <a16:creationId xmlns:a16="http://schemas.microsoft.com/office/drawing/2014/main" id="{438D3BFF-85EC-F7AA-10EE-590157ABC7AA}"/>
              </a:ext>
            </a:extLst>
          </p:cNvPr>
          <p:cNvSpPr>
            <a:spLocks noGrp="1"/>
          </p:cNvSpPr>
          <p:nvPr>
            <p:ph idx="1"/>
          </p:nvPr>
        </p:nvSpPr>
        <p:spPr/>
        <p:txBody>
          <a:bodyPr/>
          <a:lstStyle/>
          <a:p>
            <a:pPr marL="342900" indent="-342900"/>
            <a:r>
              <a:rPr lang="en-US" altLang="en-US" sz="2400" dirty="0">
                <a:cs typeface="Times New Roman" panose="02020603050405020304" pitchFamily="18" charset="0"/>
              </a:rPr>
              <a:t>The </a:t>
            </a:r>
            <a:r>
              <a:rPr lang="en-US" altLang="en-US" sz="2400" b="1" dirty="0">
                <a:cs typeface="Times New Roman" panose="02020603050405020304" pitchFamily="18" charset="0"/>
              </a:rPr>
              <a:t>==</a:t>
            </a:r>
            <a:r>
              <a:rPr lang="en-US" altLang="en-US" sz="2400" dirty="0">
                <a:cs typeface="Times New Roman" panose="02020603050405020304" pitchFamily="18" charset="0"/>
              </a:rPr>
              <a:t> comparison operator is used for comparing two primitive data type values or for determining whether two objects have the same references. The </a:t>
            </a:r>
            <a:r>
              <a:rPr lang="en-US" altLang="en-US" sz="2400" b="1" dirty="0">
                <a:cs typeface="Times New Roman" panose="02020603050405020304" pitchFamily="18" charset="0"/>
              </a:rPr>
              <a:t>equals</a:t>
            </a:r>
            <a:r>
              <a:rPr lang="en-US" altLang="en-US" sz="2400" dirty="0">
                <a:cs typeface="Times New Roman" panose="02020603050405020304" pitchFamily="18" charset="0"/>
              </a:rPr>
              <a:t> method is intended to test whether two objects have the same contents, provided that the method is modified in the defining class of the objects. </a:t>
            </a:r>
            <a:r>
              <a:rPr lang="en-US" altLang="en-US" sz="2400" b="1" dirty="0">
                <a:cs typeface="Times New Roman" panose="02020603050405020304" pitchFamily="18" charset="0"/>
              </a:rPr>
              <a:t>The == operator is stronger than the equals method, in that the == operator checks whether the two reference variables refer to the same object.</a:t>
            </a:r>
          </a:p>
          <a:p>
            <a:pPr marL="0" indent="0">
              <a:buNone/>
            </a:pPr>
            <a:endParaRPr lang="en-US" dirty="0"/>
          </a:p>
        </p:txBody>
      </p:sp>
      <p:sp>
        <p:nvSpPr>
          <p:cNvPr id="4" name="Footer Placeholder 3">
            <a:extLst>
              <a:ext uri="{FF2B5EF4-FFF2-40B4-BE49-F238E27FC236}">
                <a16:creationId xmlns:a16="http://schemas.microsoft.com/office/drawing/2014/main" id="{1AD0D4E0-5512-F8D3-A21D-1BF39F764124}"/>
              </a:ext>
            </a:extLst>
          </p:cNvPr>
          <p:cNvSpPr>
            <a:spLocks noGrp="1"/>
          </p:cNvSpPr>
          <p:nvPr>
            <p:ph type="ftr" sz="quarter" idx="11"/>
          </p:nvPr>
        </p:nvSpPr>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1881193804"/>
      </p:ext>
    </p:extLst>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DBDD8-A762-702D-5890-2C458A8A6922}"/>
              </a:ext>
            </a:extLst>
          </p:cNvPr>
          <p:cNvSpPr>
            <a:spLocks noGrp="1"/>
          </p:cNvSpPr>
          <p:nvPr>
            <p:ph type="title"/>
          </p:nvPr>
        </p:nvSpPr>
        <p:spPr/>
        <p:txBody>
          <a:bodyPr/>
          <a:lstStyle/>
          <a:p>
            <a:r>
              <a:rPr lang="en-US" dirty="0"/>
              <a:t>Example</a:t>
            </a:r>
          </a:p>
        </p:txBody>
      </p:sp>
      <p:pic>
        <p:nvPicPr>
          <p:cNvPr id="6" name="Content Placeholder 5" descr="A diagram of a company&#10;&#10;Description automatically generated">
            <a:extLst>
              <a:ext uri="{FF2B5EF4-FFF2-40B4-BE49-F238E27FC236}">
                <a16:creationId xmlns:a16="http://schemas.microsoft.com/office/drawing/2014/main" id="{F624279D-4F76-51C5-B241-E6253005BC0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817661" y="1059976"/>
            <a:ext cx="7374340" cy="5318078"/>
          </a:xfrm>
        </p:spPr>
      </p:pic>
      <p:sp>
        <p:nvSpPr>
          <p:cNvPr id="4" name="Footer Placeholder 3">
            <a:extLst>
              <a:ext uri="{FF2B5EF4-FFF2-40B4-BE49-F238E27FC236}">
                <a16:creationId xmlns:a16="http://schemas.microsoft.com/office/drawing/2014/main" id="{14B92EB3-E389-8866-6098-93FC09F62F36}"/>
              </a:ext>
            </a:extLst>
          </p:cNvPr>
          <p:cNvSpPr>
            <a:spLocks noGrp="1"/>
          </p:cNvSpPr>
          <p:nvPr>
            <p:ph type="ftr" sz="quarter" idx="11"/>
          </p:nvPr>
        </p:nvSpPr>
        <p:spPr/>
        <p:txBody>
          <a:bodyPr/>
          <a:lstStyle/>
          <a:p>
            <a:r>
              <a:rPr lang="en-US"/>
              <a:t>Edited and Reviewed By: I. Bara' Qadomi &amp; I. Bara' Hamadah (FIT, Applied Science Private University)</a:t>
            </a:r>
          </a:p>
        </p:txBody>
      </p:sp>
      <p:sp>
        <p:nvSpPr>
          <p:cNvPr id="8" name="TextBox 7">
            <a:extLst>
              <a:ext uri="{FF2B5EF4-FFF2-40B4-BE49-F238E27FC236}">
                <a16:creationId xmlns:a16="http://schemas.microsoft.com/office/drawing/2014/main" id="{6826F0E2-B78B-44F0-5D9C-37E7D997274F}"/>
              </a:ext>
            </a:extLst>
          </p:cNvPr>
          <p:cNvSpPr txBox="1"/>
          <p:nvPr/>
        </p:nvSpPr>
        <p:spPr>
          <a:xfrm>
            <a:off x="171370" y="1978504"/>
            <a:ext cx="4582600" cy="3728649"/>
          </a:xfrm>
          <a:prstGeom prst="rect">
            <a:avLst/>
          </a:prstGeom>
          <a:noFill/>
        </p:spPr>
        <p:txBody>
          <a:bodyPr wrap="square">
            <a:spAutoFit/>
          </a:bodyPr>
          <a:lstStyle/>
          <a:p>
            <a:pPr algn="just" rtl="0">
              <a:lnSpc>
                <a:spcPct val="150000"/>
              </a:lnSpc>
            </a:pPr>
            <a:r>
              <a:rPr lang="en-US" sz="2000" b="1" dirty="0">
                <a:solidFill>
                  <a:schemeClr val="bg2">
                    <a:lumMod val="75000"/>
                  </a:schemeClr>
                </a:solidFill>
                <a:latin typeface="+mj-lt"/>
                <a:cs typeface="Times New Roman" pitchFamily="18" charset="0"/>
              </a:rPr>
              <a:t>Example</a:t>
            </a:r>
            <a:r>
              <a:rPr lang="en-US" sz="2000" dirty="0">
                <a:solidFill>
                  <a:schemeClr val="bg2">
                    <a:lumMod val="75000"/>
                  </a:schemeClr>
                </a:solidFill>
                <a:latin typeface="+mj-lt"/>
                <a:cs typeface="Times New Roman" pitchFamily="18" charset="0"/>
              </a:rPr>
              <a:t>: </a:t>
            </a:r>
            <a:r>
              <a:rPr lang="en-US" sz="2000" dirty="0">
                <a:latin typeface="+mj-lt"/>
                <a:cs typeface="Times New Roman" pitchFamily="18" charset="0"/>
              </a:rPr>
              <a:t>Going back to the company that has two types of employees, the first type gets a monthly salary (</a:t>
            </a:r>
            <a:r>
              <a:rPr lang="en-US" sz="2000" b="1" dirty="0" err="1">
                <a:solidFill>
                  <a:schemeClr val="bg2">
                    <a:lumMod val="75000"/>
                  </a:schemeClr>
                </a:solidFill>
                <a:latin typeface="+mj-lt"/>
                <a:cs typeface="Times New Roman" pitchFamily="18" charset="0"/>
              </a:rPr>
              <a:t>SEmp</a:t>
            </a:r>
            <a:r>
              <a:rPr lang="en-US" sz="2000" dirty="0">
                <a:latin typeface="+mj-lt"/>
                <a:cs typeface="Times New Roman" pitchFamily="18" charset="0"/>
              </a:rPr>
              <a:t>), and the other gets an hourly-based salary (</a:t>
            </a:r>
            <a:r>
              <a:rPr lang="en-US" sz="2000" b="1" dirty="0" err="1">
                <a:solidFill>
                  <a:schemeClr val="bg2">
                    <a:lumMod val="75000"/>
                  </a:schemeClr>
                </a:solidFill>
                <a:latin typeface="+mj-lt"/>
                <a:cs typeface="Times New Roman" pitchFamily="18" charset="0"/>
              </a:rPr>
              <a:t>HEmp</a:t>
            </a:r>
            <a:r>
              <a:rPr lang="en-US" sz="2000" dirty="0">
                <a:latin typeface="+mj-lt"/>
                <a:cs typeface="Times New Roman" pitchFamily="18" charset="0"/>
              </a:rPr>
              <a:t>). This company also employs (</a:t>
            </a:r>
            <a:r>
              <a:rPr lang="en-US" sz="2000" b="1" dirty="0">
                <a:solidFill>
                  <a:schemeClr val="bg2">
                    <a:lumMod val="75000"/>
                  </a:schemeClr>
                </a:solidFill>
                <a:latin typeface="+mj-lt"/>
                <a:cs typeface="Times New Roman" pitchFamily="18" charset="0"/>
              </a:rPr>
              <a:t>Trainee</a:t>
            </a:r>
            <a:r>
              <a:rPr lang="en-US" sz="2000" dirty="0">
                <a:latin typeface="+mj-lt"/>
                <a:cs typeface="Times New Roman" pitchFamily="18" charset="0"/>
              </a:rPr>
              <a:t>) who work for experience only and receive no pay from the employer.</a:t>
            </a:r>
          </a:p>
        </p:txBody>
      </p:sp>
    </p:spTree>
    <p:extLst>
      <p:ext uri="{BB962C8B-B14F-4D97-AF65-F5344CB8AC3E}">
        <p14:creationId xmlns:p14="http://schemas.microsoft.com/office/powerpoint/2010/main" val="3581138286"/>
      </p:ext>
    </p:extLst>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F00B1-2207-B5CD-3F15-B2F0653B73FC}"/>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C10F2F0B-419B-6C1C-30C6-A976763B8549}"/>
              </a:ext>
            </a:extLst>
          </p:cNvPr>
          <p:cNvSpPr>
            <a:spLocks noGrp="1"/>
          </p:cNvSpPr>
          <p:nvPr>
            <p:ph idx="1"/>
          </p:nvPr>
        </p:nvSpPr>
        <p:spPr/>
        <p:txBody>
          <a:bodyPr/>
          <a:lstStyle/>
          <a:p>
            <a:r>
              <a:rPr lang="en-US" sz="2400" b="1" dirty="0">
                <a:latin typeface="+mj-lt"/>
                <a:cs typeface="Times New Roman" pitchFamily="18" charset="0"/>
              </a:rPr>
              <a:t>In the main class</a:t>
            </a:r>
            <a:r>
              <a:rPr lang="en-US" sz="2400" dirty="0">
                <a:latin typeface="+mj-lt"/>
                <a:cs typeface="Times New Roman" pitchFamily="18" charset="0"/>
              </a:rPr>
              <a:t>, define an array that can hold any type of employee and go through them to call each method in every class (i.e. </a:t>
            </a:r>
            <a:r>
              <a:rPr lang="en-US" sz="2400" dirty="0" err="1">
                <a:latin typeface="+mj-lt"/>
                <a:cs typeface="Times New Roman" pitchFamily="18" charset="0"/>
              </a:rPr>
              <a:t>calYearServices</a:t>
            </a:r>
            <a:r>
              <a:rPr lang="en-US" sz="2400" dirty="0">
                <a:latin typeface="+mj-lt"/>
                <a:cs typeface="Times New Roman" pitchFamily="18" charset="0"/>
              </a:rPr>
              <a:t> (int </a:t>
            </a:r>
            <a:r>
              <a:rPr lang="en-US" sz="2400" dirty="0" err="1">
                <a:latin typeface="+mj-lt"/>
                <a:cs typeface="Times New Roman" pitchFamily="18" charset="0"/>
              </a:rPr>
              <a:t>currentYear</a:t>
            </a:r>
            <a:r>
              <a:rPr lang="en-US" sz="2400" dirty="0">
                <a:latin typeface="+mj-lt"/>
                <a:cs typeface="Times New Roman" pitchFamily="18" charset="0"/>
              </a:rPr>
              <a:t>), </a:t>
            </a:r>
            <a:r>
              <a:rPr lang="en-US" sz="2400" dirty="0" err="1">
                <a:latin typeface="+mj-lt"/>
                <a:cs typeface="Times New Roman" pitchFamily="18" charset="0"/>
              </a:rPr>
              <a:t>toString</a:t>
            </a:r>
            <a:r>
              <a:rPr lang="en-US" sz="2400" dirty="0">
                <a:latin typeface="+mj-lt"/>
                <a:cs typeface="Times New Roman" pitchFamily="18" charset="0"/>
              </a:rPr>
              <a:t>(), and </a:t>
            </a:r>
            <a:r>
              <a:rPr lang="en-US" sz="2400" dirty="0" err="1">
                <a:latin typeface="+mj-lt"/>
                <a:cs typeface="Times New Roman" pitchFamily="18" charset="0"/>
              </a:rPr>
              <a:t>Wsal</a:t>
            </a:r>
            <a:r>
              <a:rPr lang="en-US" sz="2400" dirty="0">
                <a:latin typeface="+mj-lt"/>
                <a:cs typeface="Times New Roman" pitchFamily="18" charset="0"/>
              </a:rPr>
              <a:t>())</a:t>
            </a:r>
          </a:p>
          <a:p>
            <a:endParaRPr lang="en-US" dirty="0"/>
          </a:p>
        </p:txBody>
      </p:sp>
      <p:sp>
        <p:nvSpPr>
          <p:cNvPr id="4" name="Footer Placeholder 3">
            <a:extLst>
              <a:ext uri="{FF2B5EF4-FFF2-40B4-BE49-F238E27FC236}">
                <a16:creationId xmlns:a16="http://schemas.microsoft.com/office/drawing/2014/main" id="{95C6BA07-B0AF-7DD0-92DE-7C7605B5F71E}"/>
              </a:ext>
            </a:extLst>
          </p:cNvPr>
          <p:cNvSpPr>
            <a:spLocks noGrp="1"/>
          </p:cNvSpPr>
          <p:nvPr>
            <p:ph type="ftr" sz="quarter" idx="11"/>
          </p:nvPr>
        </p:nvSpPr>
        <p:spPr/>
        <p:txBody>
          <a:bodyPr/>
          <a:lstStyle/>
          <a:p>
            <a:r>
              <a:rPr lang="en-US"/>
              <a:t>Edited and Reviewed By: I. Bara' Qadomi &amp; I. Bara' Hamadah (FIT, Applied Science Private University)</a:t>
            </a:r>
          </a:p>
        </p:txBody>
      </p:sp>
      <p:sp>
        <p:nvSpPr>
          <p:cNvPr id="16" name="Rectangle 15">
            <a:extLst>
              <a:ext uri="{FF2B5EF4-FFF2-40B4-BE49-F238E27FC236}">
                <a16:creationId xmlns:a16="http://schemas.microsoft.com/office/drawing/2014/main" id="{C8AB668A-B36B-BC99-F8E1-C057E0C88721}"/>
              </a:ext>
            </a:extLst>
          </p:cNvPr>
          <p:cNvSpPr/>
          <p:nvPr/>
        </p:nvSpPr>
        <p:spPr>
          <a:xfrm>
            <a:off x="628842" y="3181926"/>
            <a:ext cx="8072494" cy="958660"/>
          </a:xfrm>
          <a:prstGeom prst="rect">
            <a:avLst/>
          </a:prstGeom>
          <a:ln w="3175">
            <a:noFill/>
            <a:prstDash val="dash"/>
          </a:ln>
        </p:spPr>
        <p:txBody>
          <a:bodyPr wrap="square">
            <a:spAutoFit/>
          </a:bodyPr>
          <a:lstStyle/>
          <a:p>
            <a:pPr algn="just" rtl="0">
              <a:lnSpc>
                <a:spcPct val="150000"/>
              </a:lnSpc>
            </a:pPr>
            <a:r>
              <a:rPr lang="en-US" sz="2000" b="1" dirty="0">
                <a:solidFill>
                  <a:srgbClr val="0000FF"/>
                </a:solidFill>
                <a:latin typeface="+mj-lt"/>
                <a:cs typeface="Times New Roman" pitchFamily="18" charset="0"/>
              </a:rPr>
              <a:t>Now</a:t>
            </a:r>
            <a:r>
              <a:rPr lang="en-US" sz="2000" dirty="0">
                <a:latin typeface="+mj-lt"/>
                <a:cs typeface="Times New Roman" pitchFamily="18" charset="0"/>
              </a:rPr>
              <a:t>, Can we define one array that can hold objects from </a:t>
            </a:r>
            <a:r>
              <a:rPr lang="en-US" sz="2000" i="1" dirty="0" err="1">
                <a:solidFill>
                  <a:schemeClr val="bg2">
                    <a:lumMod val="75000"/>
                  </a:schemeClr>
                </a:solidFill>
                <a:latin typeface="+mj-lt"/>
                <a:cs typeface="Times New Roman" pitchFamily="18" charset="0"/>
              </a:rPr>
              <a:t>SEmp</a:t>
            </a:r>
            <a:r>
              <a:rPr lang="en-US" sz="2000" dirty="0">
                <a:latin typeface="+mj-lt"/>
                <a:cs typeface="Times New Roman" pitchFamily="18" charset="0"/>
              </a:rPr>
              <a:t> and </a:t>
            </a:r>
            <a:r>
              <a:rPr lang="en-US" sz="2000" i="1" dirty="0" err="1">
                <a:solidFill>
                  <a:schemeClr val="bg2">
                    <a:lumMod val="75000"/>
                  </a:schemeClr>
                </a:solidFill>
                <a:latin typeface="+mj-lt"/>
                <a:cs typeface="Times New Roman" pitchFamily="18" charset="0"/>
              </a:rPr>
              <a:t>HEmp</a:t>
            </a:r>
            <a:r>
              <a:rPr lang="en-US" sz="2000" dirty="0">
                <a:latin typeface="+mj-lt"/>
                <a:cs typeface="Times New Roman" pitchFamily="18" charset="0"/>
              </a:rPr>
              <a:t> at the same time? Yes. Define an array of </a:t>
            </a:r>
            <a:r>
              <a:rPr lang="en-US" sz="2000" dirty="0" err="1">
                <a:solidFill>
                  <a:schemeClr val="bg2">
                    <a:lumMod val="75000"/>
                  </a:schemeClr>
                </a:solidFill>
                <a:latin typeface="+mj-lt"/>
                <a:cs typeface="Times New Roman" pitchFamily="18" charset="0"/>
              </a:rPr>
              <a:t>Emp</a:t>
            </a:r>
            <a:r>
              <a:rPr lang="en-US" sz="2000" dirty="0">
                <a:latin typeface="+mj-lt"/>
                <a:cs typeface="Times New Roman" pitchFamily="18" charset="0"/>
              </a:rPr>
              <a:t>:</a:t>
            </a:r>
          </a:p>
        </p:txBody>
      </p:sp>
      <p:pic>
        <p:nvPicPr>
          <p:cNvPr id="17" name="Picture 3">
            <a:extLst>
              <a:ext uri="{FF2B5EF4-FFF2-40B4-BE49-F238E27FC236}">
                <a16:creationId xmlns:a16="http://schemas.microsoft.com/office/drawing/2014/main" id="{6CFE6078-7112-AB1A-F8F7-3EE2AEEE9E5C}"/>
              </a:ext>
            </a:extLst>
          </p:cNvPr>
          <p:cNvPicPr>
            <a:picLocks noChangeAspect="1" noChangeArrowheads="1"/>
          </p:cNvPicPr>
          <p:nvPr/>
        </p:nvPicPr>
        <p:blipFill>
          <a:blip r:embed="rId2"/>
          <a:srcRect/>
          <a:stretch>
            <a:fillRect/>
          </a:stretch>
        </p:blipFill>
        <p:spPr bwMode="auto">
          <a:xfrm>
            <a:off x="1251044" y="4140586"/>
            <a:ext cx="7197940" cy="2201074"/>
          </a:xfrm>
          <a:prstGeom prst="rect">
            <a:avLst/>
          </a:prstGeom>
          <a:ln w="19050" cap="sq">
            <a:solidFill>
              <a:schemeClr val="tx1"/>
            </a:solidFill>
            <a:prstDash val="dash"/>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99303585"/>
      </p:ext>
    </p:extLst>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83199-98F1-99C1-1AC7-E165C0EFBD07}"/>
              </a:ext>
            </a:extLst>
          </p:cNvPr>
          <p:cNvSpPr>
            <a:spLocks noGrp="1"/>
          </p:cNvSpPr>
          <p:nvPr>
            <p:ph type="title"/>
          </p:nvPr>
        </p:nvSpPr>
        <p:spPr/>
        <p:txBody>
          <a:bodyPr/>
          <a:lstStyle/>
          <a:p>
            <a:r>
              <a:rPr lang="en-US" dirty="0"/>
              <a:t>Example(</a:t>
            </a:r>
            <a:r>
              <a:rPr lang="en-US" dirty="0" err="1"/>
              <a:t>cont</a:t>
            </a:r>
            <a:r>
              <a:rPr lang="en-US" dirty="0"/>
              <a:t>)</a:t>
            </a:r>
          </a:p>
        </p:txBody>
      </p:sp>
      <p:sp>
        <p:nvSpPr>
          <p:cNvPr id="3" name="Content Placeholder 2">
            <a:extLst>
              <a:ext uri="{FF2B5EF4-FFF2-40B4-BE49-F238E27FC236}">
                <a16:creationId xmlns:a16="http://schemas.microsoft.com/office/drawing/2014/main" id="{06F8B7FA-DE60-6F6C-07A4-A292B6E1C664}"/>
              </a:ext>
            </a:extLst>
          </p:cNvPr>
          <p:cNvSpPr>
            <a:spLocks noGrp="1"/>
          </p:cNvSpPr>
          <p:nvPr>
            <p:ph idx="1"/>
          </p:nvPr>
        </p:nvSpPr>
        <p:spPr/>
        <p:txBody>
          <a:bodyPr/>
          <a:lstStyle/>
          <a:p>
            <a:r>
              <a:rPr lang="en-US" sz="2000" b="1" dirty="0">
                <a:latin typeface="+mj-lt"/>
                <a:cs typeface="Times New Roman" pitchFamily="18" charset="0"/>
              </a:rPr>
              <a:t>You have undoubtedly noticed </a:t>
            </a:r>
            <a:r>
              <a:rPr lang="en-US" sz="2000" dirty="0">
                <a:latin typeface="+mj-lt"/>
                <a:cs typeface="Times New Roman" pitchFamily="18" charset="0"/>
              </a:rPr>
              <a:t>that some methods, like </a:t>
            </a:r>
            <a:r>
              <a:rPr lang="en-US" sz="2000" dirty="0" err="1">
                <a:solidFill>
                  <a:srgbClr val="0000FF"/>
                </a:solidFill>
                <a:latin typeface="+mj-lt"/>
                <a:cs typeface="Times New Roman" pitchFamily="18" charset="0"/>
              </a:rPr>
              <a:t>calYearServices</a:t>
            </a:r>
            <a:r>
              <a:rPr lang="en-US" sz="2000" dirty="0">
                <a:solidFill>
                  <a:srgbClr val="0000FF"/>
                </a:solidFill>
                <a:latin typeface="+mj-lt"/>
                <a:cs typeface="Times New Roman" pitchFamily="18" charset="0"/>
              </a:rPr>
              <a:t> (int </a:t>
            </a:r>
            <a:r>
              <a:rPr lang="en-US" sz="2000" dirty="0" err="1">
                <a:solidFill>
                  <a:srgbClr val="0000FF"/>
                </a:solidFill>
                <a:latin typeface="+mj-lt"/>
                <a:cs typeface="Times New Roman" pitchFamily="18" charset="0"/>
              </a:rPr>
              <a:t>currentYear</a:t>
            </a:r>
            <a:r>
              <a:rPr lang="en-US" sz="2000" dirty="0">
                <a:solidFill>
                  <a:srgbClr val="0000FF"/>
                </a:solidFill>
                <a:latin typeface="+mj-lt"/>
                <a:cs typeface="Times New Roman" pitchFamily="18" charset="0"/>
              </a:rPr>
              <a:t>) and </a:t>
            </a:r>
            <a:r>
              <a:rPr lang="en-US" sz="2000" dirty="0" err="1">
                <a:solidFill>
                  <a:srgbClr val="0000FF"/>
                </a:solidFill>
                <a:latin typeface="+mj-lt"/>
                <a:cs typeface="Times New Roman" pitchFamily="18" charset="0"/>
              </a:rPr>
              <a:t>toString</a:t>
            </a:r>
            <a:r>
              <a:rPr lang="en-US" sz="2000" dirty="0">
                <a:solidFill>
                  <a:srgbClr val="0000FF"/>
                </a:solidFill>
                <a:latin typeface="+mj-lt"/>
                <a:cs typeface="Times New Roman" pitchFamily="18" charset="0"/>
              </a:rPr>
              <a:t>())</a:t>
            </a:r>
            <a:r>
              <a:rPr lang="en-US" sz="2000" dirty="0">
                <a:latin typeface="+mj-lt"/>
                <a:cs typeface="Times New Roman" pitchFamily="18" charset="0"/>
              </a:rPr>
              <a:t>, exist in both the superclass and the subclasses, while others, like </a:t>
            </a:r>
            <a:r>
              <a:rPr lang="en-US" sz="2000" dirty="0" err="1">
                <a:solidFill>
                  <a:srgbClr val="0000FF"/>
                </a:solidFill>
                <a:latin typeface="+mj-lt"/>
                <a:cs typeface="Times New Roman" pitchFamily="18" charset="0"/>
              </a:rPr>
              <a:t>Wsal</a:t>
            </a:r>
            <a:r>
              <a:rPr lang="en-US" sz="2000" dirty="0">
                <a:solidFill>
                  <a:srgbClr val="0000FF"/>
                </a:solidFill>
                <a:latin typeface="+mj-lt"/>
                <a:cs typeface="Times New Roman" pitchFamily="18" charset="0"/>
              </a:rPr>
              <a:t>(), </a:t>
            </a:r>
            <a:r>
              <a:rPr lang="en-US" sz="2000" dirty="0">
                <a:latin typeface="+mj-lt"/>
                <a:cs typeface="Times New Roman" pitchFamily="18" charset="0"/>
              </a:rPr>
              <a:t>only exist in the subclasses. </a:t>
            </a:r>
            <a:r>
              <a:rPr lang="en-US" sz="2000" b="1" dirty="0">
                <a:latin typeface="+mj-lt"/>
                <a:cs typeface="Times New Roman" pitchFamily="18" charset="0"/>
              </a:rPr>
              <a:t>Let's</a:t>
            </a:r>
            <a:r>
              <a:rPr lang="en-US" sz="2000" dirty="0">
                <a:latin typeface="+mj-lt"/>
                <a:cs typeface="Times New Roman" pitchFamily="18" charset="0"/>
              </a:rPr>
              <a:t> demonstrate how these two situations should be handled when the loop statement is used</a:t>
            </a:r>
            <a:r>
              <a:rPr lang="en-US" sz="2200" dirty="0">
                <a:latin typeface="+mj-lt"/>
                <a:cs typeface="Times New Roman" pitchFamily="18" charset="0"/>
              </a:rPr>
              <a:t>.</a:t>
            </a:r>
          </a:p>
          <a:p>
            <a:endParaRPr lang="en-US" dirty="0"/>
          </a:p>
        </p:txBody>
      </p:sp>
      <p:sp>
        <p:nvSpPr>
          <p:cNvPr id="4" name="Footer Placeholder 3">
            <a:extLst>
              <a:ext uri="{FF2B5EF4-FFF2-40B4-BE49-F238E27FC236}">
                <a16:creationId xmlns:a16="http://schemas.microsoft.com/office/drawing/2014/main" id="{D25FF4FE-3EBF-EAD5-1E60-898887AC3023}"/>
              </a:ext>
            </a:extLst>
          </p:cNvPr>
          <p:cNvSpPr>
            <a:spLocks noGrp="1"/>
          </p:cNvSpPr>
          <p:nvPr>
            <p:ph type="ftr" sz="quarter" idx="11"/>
          </p:nvPr>
        </p:nvSpPr>
        <p:spPr/>
        <p:txBody>
          <a:bodyPr/>
          <a:lstStyle/>
          <a:p>
            <a:r>
              <a:rPr lang="en-US"/>
              <a:t>Edited and Reviewed By: I. Bara' Qadomi &amp; I. Bara' Hamadah (FIT, Applied Science Private University)</a:t>
            </a:r>
          </a:p>
        </p:txBody>
      </p:sp>
      <p:pic>
        <p:nvPicPr>
          <p:cNvPr id="5" name="Picture 4">
            <a:extLst>
              <a:ext uri="{FF2B5EF4-FFF2-40B4-BE49-F238E27FC236}">
                <a16:creationId xmlns:a16="http://schemas.microsoft.com/office/drawing/2014/main" id="{87F20485-EA5E-D12D-FF64-BE996753C9C3}"/>
              </a:ext>
            </a:extLst>
          </p:cNvPr>
          <p:cNvPicPr>
            <a:picLocks noChangeAspect="1" noChangeArrowheads="1"/>
          </p:cNvPicPr>
          <p:nvPr/>
        </p:nvPicPr>
        <p:blipFill>
          <a:blip r:embed="rId2"/>
          <a:srcRect/>
          <a:stretch>
            <a:fillRect/>
          </a:stretch>
        </p:blipFill>
        <p:spPr bwMode="auto">
          <a:xfrm>
            <a:off x="517400" y="3857414"/>
            <a:ext cx="7358114" cy="2466049"/>
          </a:xfrm>
          <a:prstGeom prst="rect">
            <a:avLst/>
          </a:prstGeom>
          <a:ln w="19050" cap="sq">
            <a:solidFill>
              <a:schemeClr val="tx1"/>
            </a:solidFill>
            <a:prstDash val="dash"/>
            <a:miter lim="800000"/>
          </a:ln>
          <a:effectLst>
            <a:outerShdw blurRad="50800" dist="38100" dir="2700000" algn="tl" rotWithShape="0">
              <a:srgbClr val="000000">
                <a:alpha val="43000"/>
              </a:srgbClr>
            </a:outerShdw>
          </a:effectLst>
        </p:spPr>
      </p:pic>
      <p:sp>
        <p:nvSpPr>
          <p:cNvPr id="6" name="Rectangle 5">
            <a:extLst>
              <a:ext uri="{FF2B5EF4-FFF2-40B4-BE49-F238E27FC236}">
                <a16:creationId xmlns:a16="http://schemas.microsoft.com/office/drawing/2014/main" id="{937887AC-654B-B26E-E1E5-DDEB8D9A3FC6}"/>
              </a:ext>
            </a:extLst>
          </p:cNvPr>
          <p:cNvSpPr/>
          <p:nvPr/>
        </p:nvSpPr>
        <p:spPr>
          <a:xfrm>
            <a:off x="515984" y="3149528"/>
            <a:ext cx="7358115" cy="707886"/>
          </a:xfrm>
          <a:prstGeom prst="rect">
            <a:avLst/>
          </a:prstGeom>
          <a:solidFill>
            <a:schemeClr val="bg1">
              <a:lumMod val="95000"/>
            </a:schemeClr>
          </a:solidFill>
          <a:ln w="3175">
            <a:solidFill>
              <a:schemeClr val="bg1">
                <a:lumMod val="50000"/>
              </a:schemeClr>
            </a:solidFill>
            <a:prstDash val="dash"/>
          </a:ln>
        </p:spPr>
        <p:txBody>
          <a:bodyPr wrap="square">
            <a:spAutoFit/>
          </a:bodyPr>
          <a:lstStyle/>
          <a:p>
            <a:pPr algn="l" rtl="0"/>
            <a:r>
              <a:rPr lang="en-US" sz="2000" b="1" dirty="0">
                <a:latin typeface="+mj-lt"/>
                <a:cs typeface="Times New Roman" pitchFamily="18" charset="0"/>
              </a:rPr>
              <a:t>First situation (</a:t>
            </a:r>
            <a:r>
              <a:rPr lang="en-US" sz="2000" b="1" dirty="0">
                <a:solidFill>
                  <a:srgbClr val="993300"/>
                </a:solidFill>
                <a:latin typeface="+mj-lt"/>
                <a:cs typeface="Times New Roman" pitchFamily="18" charset="0"/>
              </a:rPr>
              <a:t>Method exist in both the </a:t>
            </a:r>
            <a:r>
              <a:rPr lang="en-US" sz="2000" b="1" dirty="0" err="1">
                <a:solidFill>
                  <a:srgbClr val="993300"/>
                </a:solidFill>
                <a:latin typeface="+mj-lt"/>
                <a:cs typeface="Times New Roman" pitchFamily="18" charset="0"/>
              </a:rPr>
              <a:t>superclass</a:t>
            </a:r>
            <a:r>
              <a:rPr lang="en-US" sz="2000" b="1" dirty="0">
                <a:solidFill>
                  <a:srgbClr val="993300"/>
                </a:solidFill>
                <a:latin typeface="+mj-lt"/>
                <a:cs typeface="Times New Roman" pitchFamily="18" charset="0"/>
              </a:rPr>
              <a:t> and the subclasses</a:t>
            </a:r>
            <a:r>
              <a:rPr lang="en-US" sz="2000" b="1" dirty="0">
                <a:latin typeface="+mj-lt"/>
                <a:cs typeface="Times New Roman" pitchFamily="18" charset="0"/>
              </a:rPr>
              <a:t>)</a:t>
            </a:r>
            <a:r>
              <a:rPr lang="en-US" sz="2000" dirty="0">
                <a:latin typeface="+mj-lt"/>
                <a:cs typeface="Times New Roman" pitchFamily="18" charset="0"/>
              </a:rPr>
              <a:t>:</a:t>
            </a:r>
            <a:endParaRPr lang="en-US" sz="2000" b="1" dirty="0">
              <a:solidFill>
                <a:srgbClr val="C00000"/>
              </a:solidFill>
              <a:latin typeface="+mj-lt"/>
              <a:cs typeface="Times New Roman" pitchFamily="18" charset="0"/>
            </a:endParaRPr>
          </a:p>
        </p:txBody>
      </p:sp>
      <p:sp>
        <p:nvSpPr>
          <p:cNvPr id="8" name="TextBox 7">
            <a:extLst>
              <a:ext uri="{FF2B5EF4-FFF2-40B4-BE49-F238E27FC236}">
                <a16:creationId xmlns:a16="http://schemas.microsoft.com/office/drawing/2014/main" id="{E61B42EB-B9A0-2E02-05EE-487C97026A1E}"/>
              </a:ext>
            </a:extLst>
          </p:cNvPr>
          <p:cNvSpPr txBox="1"/>
          <p:nvPr/>
        </p:nvSpPr>
        <p:spPr>
          <a:xfrm>
            <a:off x="8044123" y="3265073"/>
            <a:ext cx="3956538" cy="2805320"/>
          </a:xfrm>
          <a:prstGeom prst="rect">
            <a:avLst/>
          </a:prstGeom>
          <a:noFill/>
        </p:spPr>
        <p:txBody>
          <a:bodyPr wrap="square">
            <a:spAutoFit/>
          </a:bodyPr>
          <a:lstStyle/>
          <a:p>
            <a:pPr algn="just" rtl="0">
              <a:lnSpc>
                <a:spcPct val="150000"/>
              </a:lnSpc>
            </a:pPr>
            <a:r>
              <a:rPr lang="en-US" sz="2000" b="1" dirty="0">
                <a:latin typeface="+mj-lt"/>
                <a:cs typeface="Times New Roman" pitchFamily="18" charset="0"/>
              </a:rPr>
              <a:t>Note</a:t>
            </a:r>
            <a:r>
              <a:rPr lang="en-US" sz="2000" b="1" dirty="0">
                <a:latin typeface="+mj-lt"/>
              </a:rPr>
              <a:t> </a:t>
            </a:r>
            <a:r>
              <a:rPr lang="en-US" sz="2000" b="1" dirty="0">
                <a:latin typeface="+mj-lt"/>
                <a:cs typeface="Times New Roman" pitchFamily="18" charset="0"/>
              </a:rPr>
              <a:t>that</a:t>
            </a:r>
            <a:r>
              <a:rPr lang="en-US" sz="2000" dirty="0">
                <a:latin typeface="+mj-lt"/>
              </a:rPr>
              <a:t> </a:t>
            </a:r>
            <a:r>
              <a:rPr lang="en-US" sz="2000" dirty="0">
                <a:latin typeface="+mj-lt"/>
                <a:cs typeface="Times New Roman" pitchFamily="18" charset="0"/>
              </a:rPr>
              <a:t>The statement that is shown in line </a:t>
            </a:r>
            <a:r>
              <a:rPr lang="en-US" sz="2000" b="1" dirty="0">
                <a:latin typeface="+mj-lt"/>
                <a:cs typeface="Times New Roman" pitchFamily="18" charset="0"/>
              </a:rPr>
              <a:t>9 will not </a:t>
            </a:r>
            <a:r>
              <a:rPr lang="en-US" sz="2000" dirty="0">
                <a:latin typeface="+mj-lt"/>
                <a:cs typeface="Times New Roman" pitchFamily="18" charset="0"/>
              </a:rPr>
              <a:t>generate a compilation time error. That is because </a:t>
            </a:r>
            <a:r>
              <a:rPr lang="en-US" sz="2000" b="1" dirty="0">
                <a:solidFill>
                  <a:srgbClr val="0000FF"/>
                </a:solidFill>
                <a:latin typeface="+mj-lt"/>
                <a:cs typeface="Times New Roman" pitchFamily="18" charset="0"/>
              </a:rPr>
              <a:t>obj</a:t>
            </a:r>
            <a:r>
              <a:rPr lang="en-US" sz="2000" dirty="0">
                <a:latin typeface="+mj-lt"/>
                <a:cs typeface="Times New Roman" pitchFamily="18" charset="0"/>
              </a:rPr>
              <a:t> is of the Emp type, and Emp defines the </a:t>
            </a:r>
            <a:r>
              <a:rPr lang="en-US" sz="2000" dirty="0" err="1">
                <a:latin typeface="+mj-lt"/>
                <a:cs typeface="Times New Roman" pitchFamily="18" charset="0"/>
              </a:rPr>
              <a:t>toString</a:t>
            </a:r>
            <a:r>
              <a:rPr lang="en-US" sz="2000" dirty="0">
                <a:latin typeface="+mj-lt"/>
                <a:cs typeface="Times New Roman" pitchFamily="18" charset="0"/>
              </a:rPr>
              <a:t> method.</a:t>
            </a:r>
          </a:p>
        </p:txBody>
      </p:sp>
    </p:spTree>
    <p:extLst>
      <p:ext uri="{BB962C8B-B14F-4D97-AF65-F5344CB8AC3E}">
        <p14:creationId xmlns:p14="http://schemas.microsoft.com/office/powerpoint/2010/main" val="4225611619"/>
      </p:ext>
    </p:extLst>
  </p:cSld>
  <p:clrMapOvr>
    <a:masterClrMapping/>
  </p:clrMapOvr>
  <p:transition spd="slow">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2A53F-6B75-538C-3D14-EDB857AE8F27}"/>
              </a:ext>
            </a:extLst>
          </p:cNvPr>
          <p:cNvSpPr>
            <a:spLocks noGrp="1"/>
          </p:cNvSpPr>
          <p:nvPr>
            <p:ph type="title"/>
          </p:nvPr>
        </p:nvSpPr>
        <p:spPr/>
        <p:txBody>
          <a:bodyPr/>
          <a:lstStyle/>
          <a:p>
            <a:r>
              <a:rPr lang="en-US" dirty="0"/>
              <a:t>Example(</a:t>
            </a:r>
            <a:r>
              <a:rPr lang="en-US" dirty="0" err="1"/>
              <a:t>cont</a:t>
            </a:r>
            <a:r>
              <a:rPr lang="en-US" dirty="0"/>
              <a:t>)</a:t>
            </a:r>
          </a:p>
        </p:txBody>
      </p:sp>
      <p:sp>
        <p:nvSpPr>
          <p:cNvPr id="4" name="Footer Placeholder 3">
            <a:extLst>
              <a:ext uri="{FF2B5EF4-FFF2-40B4-BE49-F238E27FC236}">
                <a16:creationId xmlns:a16="http://schemas.microsoft.com/office/drawing/2014/main" id="{71141C76-3D93-F7AE-C133-E4F935A77BCB}"/>
              </a:ext>
            </a:extLst>
          </p:cNvPr>
          <p:cNvSpPr>
            <a:spLocks noGrp="1"/>
          </p:cNvSpPr>
          <p:nvPr>
            <p:ph type="ftr" sz="quarter" idx="11"/>
          </p:nvPr>
        </p:nvSpPr>
        <p:spPr/>
        <p:txBody>
          <a:bodyPr/>
          <a:lstStyle/>
          <a:p>
            <a:r>
              <a:rPr lang="en-US"/>
              <a:t>Edited and Reviewed By: I. Bara' Qadomi &amp; I. Bara' Hamadah (FIT, Applied Science Private University)</a:t>
            </a:r>
          </a:p>
        </p:txBody>
      </p:sp>
      <p:sp>
        <p:nvSpPr>
          <p:cNvPr id="5" name="Rectangle 4">
            <a:extLst>
              <a:ext uri="{FF2B5EF4-FFF2-40B4-BE49-F238E27FC236}">
                <a16:creationId xmlns:a16="http://schemas.microsoft.com/office/drawing/2014/main" id="{E3C8602A-4122-1DF6-DC2C-31ABB66F605B}"/>
              </a:ext>
            </a:extLst>
          </p:cNvPr>
          <p:cNvSpPr/>
          <p:nvPr/>
        </p:nvSpPr>
        <p:spPr>
          <a:xfrm>
            <a:off x="348791" y="1837717"/>
            <a:ext cx="8954432" cy="707886"/>
          </a:xfrm>
          <a:prstGeom prst="rect">
            <a:avLst/>
          </a:prstGeom>
          <a:ln w="3175">
            <a:solidFill>
              <a:schemeClr val="tx1"/>
            </a:solidFill>
            <a:prstDash val="dash"/>
          </a:ln>
        </p:spPr>
        <p:txBody>
          <a:bodyPr wrap="square">
            <a:spAutoFit/>
          </a:bodyPr>
          <a:lstStyle/>
          <a:p>
            <a:pPr algn="just" rtl="0"/>
            <a:r>
              <a:rPr lang="en-US" sz="2000" b="1" dirty="0">
                <a:latin typeface="+mj-lt"/>
                <a:cs typeface="Times New Roman" pitchFamily="18" charset="0"/>
              </a:rPr>
              <a:t>Now let’s call </a:t>
            </a:r>
            <a:r>
              <a:rPr lang="en-US" sz="2000" b="1" dirty="0" err="1">
                <a:solidFill>
                  <a:srgbClr val="0000FF"/>
                </a:solidFill>
                <a:latin typeface="Courier New" panose="02070309020205020404" pitchFamily="49" charset="0"/>
                <a:cs typeface="Courier New" panose="02070309020205020404" pitchFamily="49" charset="0"/>
              </a:rPr>
              <a:t>calYearServices</a:t>
            </a:r>
            <a:r>
              <a:rPr lang="en-US" sz="2000" b="1" dirty="0">
                <a:solidFill>
                  <a:srgbClr val="0000FF"/>
                </a:solidFill>
                <a:latin typeface="Courier New" panose="02070309020205020404" pitchFamily="49" charset="0"/>
                <a:cs typeface="Courier New" panose="02070309020205020404" pitchFamily="49" charset="0"/>
              </a:rPr>
              <a:t>(</a:t>
            </a:r>
            <a:r>
              <a:rPr lang="en-US" sz="2000" b="1" dirty="0" err="1">
                <a:solidFill>
                  <a:srgbClr val="0000FF"/>
                </a:solidFill>
                <a:latin typeface="Courier New" panose="02070309020205020404" pitchFamily="49" charset="0"/>
                <a:cs typeface="Courier New" panose="02070309020205020404" pitchFamily="49" charset="0"/>
              </a:rPr>
              <a:t>int</a:t>
            </a:r>
            <a:r>
              <a:rPr lang="en-US" sz="2000" b="1" dirty="0">
                <a:solidFill>
                  <a:srgbClr val="0000FF"/>
                </a:solidFill>
                <a:latin typeface="Courier New" panose="02070309020205020404" pitchFamily="49" charset="0"/>
                <a:cs typeface="Courier New" panose="02070309020205020404" pitchFamily="49" charset="0"/>
              </a:rPr>
              <a:t> </a:t>
            </a:r>
            <a:r>
              <a:rPr lang="en-US" sz="2000" b="1" dirty="0" err="1">
                <a:solidFill>
                  <a:srgbClr val="0000FF"/>
                </a:solidFill>
                <a:latin typeface="Courier New" panose="02070309020205020404" pitchFamily="49" charset="0"/>
                <a:cs typeface="Courier New" panose="02070309020205020404" pitchFamily="49" charset="0"/>
              </a:rPr>
              <a:t>currentyear</a:t>
            </a:r>
            <a:r>
              <a:rPr lang="en-US" sz="2000" b="1" dirty="0">
                <a:solidFill>
                  <a:srgbClr val="0000FF"/>
                </a:solidFill>
                <a:latin typeface="Courier New" panose="02070309020205020404" pitchFamily="49" charset="0"/>
                <a:cs typeface="Courier New" panose="02070309020205020404" pitchFamily="49" charset="0"/>
              </a:rPr>
              <a:t>)</a:t>
            </a:r>
            <a:r>
              <a:rPr lang="en-US" sz="2000" b="1" dirty="0">
                <a:latin typeface="+mj-lt"/>
                <a:cs typeface="Times New Roman" pitchFamily="18" charset="0"/>
              </a:rPr>
              <a:t> for each method in every class.</a:t>
            </a:r>
          </a:p>
        </p:txBody>
      </p:sp>
      <p:pic>
        <p:nvPicPr>
          <p:cNvPr id="6" name="Picture 2">
            <a:extLst>
              <a:ext uri="{FF2B5EF4-FFF2-40B4-BE49-F238E27FC236}">
                <a16:creationId xmlns:a16="http://schemas.microsoft.com/office/drawing/2014/main" id="{58BA4828-752E-178B-74B2-B0A631B923CF}"/>
              </a:ext>
            </a:extLst>
          </p:cNvPr>
          <p:cNvPicPr>
            <a:picLocks noChangeAspect="1" noChangeArrowheads="1"/>
          </p:cNvPicPr>
          <p:nvPr/>
        </p:nvPicPr>
        <p:blipFill>
          <a:blip r:embed="rId2"/>
          <a:srcRect/>
          <a:stretch>
            <a:fillRect/>
          </a:stretch>
        </p:blipFill>
        <p:spPr bwMode="auto">
          <a:xfrm>
            <a:off x="348790" y="2741249"/>
            <a:ext cx="8954433" cy="3582214"/>
          </a:xfrm>
          <a:prstGeom prst="rect">
            <a:avLst/>
          </a:prstGeom>
          <a:ln w="19050" cap="sq">
            <a:solidFill>
              <a:schemeClr val="tx1"/>
            </a:solidFill>
            <a:prstDash val="dash"/>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936561336"/>
      </p:ext>
    </p:extLst>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7F615-360C-BFE5-262F-D81FA864B1CF}"/>
              </a:ext>
            </a:extLst>
          </p:cNvPr>
          <p:cNvSpPr>
            <a:spLocks noGrp="1"/>
          </p:cNvSpPr>
          <p:nvPr>
            <p:ph type="title"/>
          </p:nvPr>
        </p:nvSpPr>
        <p:spPr/>
        <p:txBody>
          <a:bodyPr/>
          <a:lstStyle/>
          <a:p>
            <a:r>
              <a:rPr lang="en-US" dirty="0"/>
              <a:t>Example(</a:t>
            </a:r>
            <a:r>
              <a:rPr lang="en-US" dirty="0" err="1"/>
              <a:t>cont</a:t>
            </a:r>
            <a:r>
              <a:rPr lang="en-US" dirty="0"/>
              <a:t>)</a:t>
            </a:r>
          </a:p>
        </p:txBody>
      </p:sp>
      <p:sp>
        <p:nvSpPr>
          <p:cNvPr id="4" name="Footer Placeholder 3">
            <a:extLst>
              <a:ext uri="{FF2B5EF4-FFF2-40B4-BE49-F238E27FC236}">
                <a16:creationId xmlns:a16="http://schemas.microsoft.com/office/drawing/2014/main" id="{7D6BF673-972A-103D-CC22-088BDA36C9E5}"/>
              </a:ext>
            </a:extLst>
          </p:cNvPr>
          <p:cNvSpPr>
            <a:spLocks noGrp="1"/>
          </p:cNvSpPr>
          <p:nvPr>
            <p:ph type="ftr" sz="quarter" idx="11"/>
          </p:nvPr>
        </p:nvSpPr>
        <p:spPr/>
        <p:txBody>
          <a:bodyPr/>
          <a:lstStyle/>
          <a:p>
            <a:r>
              <a:rPr lang="en-US"/>
              <a:t>Edited and Reviewed By: I. Bara' Qadomi &amp; I. Bara' Hamadah (FIT, Applied Science Private University)</a:t>
            </a:r>
          </a:p>
        </p:txBody>
      </p:sp>
      <p:sp>
        <p:nvSpPr>
          <p:cNvPr id="5" name="Rectangle 4">
            <a:extLst>
              <a:ext uri="{FF2B5EF4-FFF2-40B4-BE49-F238E27FC236}">
                <a16:creationId xmlns:a16="http://schemas.microsoft.com/office/drawing/2014/main" id="{4A1BBEAA-A303-573F-CB9D-904C00F11535}"/>
              </a:ext>
            </a:extLst>
          </p:cNvPr>
          <p:cNvSpPr/>
          <p:nvPr/>
        </p:nvSpPr>
        <p:spPr>
          <a:xfrm>
            <a:off x="1" y="1563642"/>
            <a:ext cx="6341658" cy="707886"/>
          </a:xfrm>
          <a:prstGeom prst="rect">
            <a:avLst/>
          </a:prstGeom>
          <a:solidFill>
            <a:schemeClr val="bg1">
              <a:lumMod val="95000"/>
            </a:schemeClr>
          </a:solidFill>
          <a:ln w="3175">
            <a:solidFill>
              <a:schemeClr val="bg1">
                <a:lumMod val="50000"/>
              </a:schemeClr>
            </a:solidFill>
            <a:prstDash val="dash"/>
          </a:ln>
        </p:spPr>
        <p:txBody>
          <a:bodyPr wrap="square">
            <a:spAutoFit/>
          </a:bodyPr>
          <a:lstStyle/>
          <a:p>
            <a:pPr algn="l" rtl="0"/>
            <a:r>
              <a:rPr lang="en-US" sz="2000" b="1" dirty="0">
                <a:latin typeface="+mj-lt"/>
                <a:cs typeface="Times New Roman" pitchFamily="18" charset="0"/>
              </a:rPr>
              <a:t>Second situation (</a:t>
            </a:r>
            <a:r>
              <a:rPr lang="en-US" sz="2000" b="1" dirty="0">
                <a:solidFill>
                  <a:srgbClr val="993300"/>
                </a:solidFill>
                <a:latin typeface="+mj-lt"/>
                <a:cs typeface="Times New Roman" pitchFamily="18" charset="0"/>
              </a:rPr>
              <a:t>Method only exist in the subclasses</a:t>
            </a:r>
            <a:r>
              <a:rPr lang="en-US" sz="2000" b="1" dirty="0">
                <a:latin typeface="+mj-lt"/>
                <a:cs typeface="Times New Roman" pitchFamily="18" charset="0"/>
              </a:rPr>
              <a:t>)</a:t>
            </a:r>
            <a:r>
              <a:rPr lang="en-US" sz="2000" dirty="0">
                <a:latin typeface="+mj-lt"/>
                <a:cs typeface="Times New Roman" pitchFamily="18" charset="0"/>
              </a:rPr>
              <a:t>:</a:t>
            </a:r>
            <a:endParaRPr lang="en-US" sz="2000" b="1" dirty="0">
              <a:solidFill>
                <a:srgbClr val="C00000"/>
              </a:solidFill>
              <a:latin typeface="+mj-lt"/>
              <a:cs typeface="Times New Roman" pitchFamily="18" charset="0"/>
            </a:endParaRPr>
          </a:p>
        </p:txBody>
      </p:sp>
      <p:pic>
        <p:nvPicPr>
          <p:cNvPr id="6" name="Picture 3">
            <a:extLst>
              <a:ext uri="{FF2B5EF4-FFF2-40B4-BE49-F238E27FC236}">
                <a16:creationId xmlns:a16="http://schemas.microsoft.com/office/drawing/2014/main" id="{23D22A52-EE54-285C-A9C4-DA6C20C7EFAB}"/>
              </a:ext>
            </a:extLst>
          </p:cNvPr>
          <p:cNvPicPr>
            <a:picLocks noChangeAspect="1" noChangeArrowheads="1"/>
          </p:cNvPicPr>
          <p:nvPr/>
        </p:nvPicPr>
        <p:blipFill>
          <a:blip r:embed="rId2"/>
          <a:srcRect/>
          <a:stretch>
            <a:fillRect/>
          </a:stretch>
        </p:blipFill>
        <p:spPr bwMode="auto">
          <a:xfrm>
            <a:off x="0" y="2271528"/>
            <a:ext cx="6341659" cy="4058681"/>
          </a:xfrm>
          <a:prstGeom prst="rect">
            <a:avLst/>
          </a:prstGeom>
          <a:ln w="19050" cap="sq">
            <a:solidFill>
              <a:schemeClr val="tx1"/>
            </a:solidFill>
            <a:prstDash val="dash"/>
            <a:miter lim="800000"/>
          </a:ln>
          <a:effectLst>
            <a:outerShdw blurRad="50800" dist="38100" dir="2700000" algn="tl" rotWithShape="0">
              <a:srgbClr val="000000">
                <a:alpha val="43000"/>
              </a:srgbClr>
            </a:outerShdw>
          </a:effectLst>
        </p:spPr>
      </p:pic>
      <p:sp>
        <p:nvSpPr>
          <p:cNvPr id="8" name="TextBox 7">
            <a:extLst>
              <a:ext uri="{FF2B5EF4-FFF2-40B4-BE49-F238E27FC236}">
                <a16:creationId xmlns:a16="http://schemas.microsoft.com/office/drawing/2014/main" id="{79FA181C-B508-462A-C03C-A811AC3BBFF7}"/>
              </a:ext>
            </a:extLst>
          </p:cNvPr>
          <p:cNvSpPr txBox="1"/>
          <p:nvPr/>
        </p:nvSpPr>
        <p:spPr>
          <a:xfrm>
            <a:off x="6295090" y="1678230"/>
            <a:ext cx="5896909" cy="4651979"/>
          </a:xfrm>
          <a:prstGeom prst="rect">
            <a:avLst/>
          </a:prstGeom>
          <a:noFill/>
        </p:spPr>
        <p:txBody>
          <a:bodyPr wrap="square">
            <a:spAutoFit/>
          </a:bodyPr>
          <a:lstStyle/>
          <a:p>
            <a:pPr algn="just" rtl="0">
              <a:lnSpc>
                <a:spcPct val="150000"/>
              </a:lnSpc>
            </a:pPr>
            <a:r>
              <a:rPr lang="en-US" sz="2000" b="1" dirty="0">
                <a:latin typeface="+mj-lt"/>
                <a:cs typeface="Times New Roman" pitchFamily="18" charset="0"/>
              </a:rPr>
              <a:t>Note</a:t>
            </a:r>
            <a:r>
              <a:rPr lang="en-US" sz="2000" b="1" dirty="0">
                <a:latin typeface="+mj-lt"/>
              </a:rPr>
              <a:t> </a:t>
            </a:r>
            <a:r>
              <a:rPr lang="en-US" sz="2000" b="1" dirty="0">
                <a:latin typeface="+mj-lt"/>
                <a:cs typeface="Times New Roman" pitchFamily="18" charset="0"/>
              </a:rPr>
              <a:t>that</a:t>
            </a:r>
            <a:r>
              <a:rPr lang="en-US" sz="2000" dirty="0">
                <a:latin typeface="+mj-lt"/>
              </a:rPr>
              <a:t> </a:t>
            </a:r>
            <a:r>
              <a:rPr lang="en-US" sz="2000" dirty="0">
                <a:latin typeface="+mj-lt"/>
                <a:cs typeface="Times New Roman" pitchFamily="18" charset="0"/>
              </a:rPr>
              <a:t>The statement that is shown in line </a:t>
            </a:r>
            <a:r>
              <a:rPr lang="en-US" sz="2000" b="1" dirty="0">
                <a:latin typeface="+mj-lt"/>
                <a:cs typeface="Times New Roman" pitchFamily="18" charset="0"/>
              </a:rPr>
              <a:t>9 will </a:t>
            </a:r>
            <a:r>
              <a:rPr lang="en-US" sz="2000" dirty="0">
                <a:latin typeface="+mj-lt"/>
              </a:rPr>
              <a:t>(); will </a:t>
            </a:r>
            <a:r>
              <a:rPr lang="en-US" sz="2000" dirty="0">
                <a:latin typeface="+mj-lt"/>
                <a:cs typeface="Times New Roman" pitchFamily="18" charset="0"/>
              </a:rPr>
              <a:t>generate compilation error, since </a:t>
            </a:r>
            <a:r>
              <a:rPr lang="en-US" sz="2000" b="1" dirty="0">
                <a:solidFill>
                  <a:srgbClr val="0000FF"/>
                </a:solidFill>
                <a:latin typeface="+mj-lt"/>
                <a:cs typeface="Times New Roman" pitchFamily="18" charset="0"/>
              </a:rPr>
              <a:t>obj</a:t>
            </a:r>
            <a:r>
              <a:rPr lang="en-US" sz="2000" dirty="0">
                <a:latin typeface="+mj-lt"/>
                <a:cs typeface="Times New Roman" pitchFamily="18" charset="0"/>
              </a:rPr>
              <a:t> is of type Emp, and Emp didn’t define this method.</a:t>
            </a:r>
          </a:p>
          <a:p>
            <a:pPr algn="just" rtl="0">
              <a:lnSpc>
                <a:spcPct val="150000"/>
              </a:lnSpc>
            </a:pPr>
            <a:r>
              <a:rPr lang="en-US" sz="2000" dirty="0">
                <a:latin typeface="+mj-lt"/>
                <a:cs typeface="Times New Roman" pitchFamily="18" charset="0"/>
              </a:rPr>
              <a:t>We can’t compute the total salaries directly, as we did with abstract classes; this is because </a:t>
            </a:r>
            <a:r>
              <a:rPr lang="en-US" sz="2000" dirty="0" err="1">
                <a:latin typeface="+mj-lt"/>
                <a:cs typeface="Times New Roman" pitchFamily="18" charset="0"/>
              </a:rPr>
              <a:t>WSal</a:t>
            </a:r>
            <a:r>
              <a:rPr lang="en-US" sz="2000" dirty="0">
                <a:latin typeface="+mj-lt"/>
                <a:cs typeface="Times New Roman" pitchFamily="18" charset="0"/>
              </a:rPr>
              <a:t>() is not defined in the superclass (the array type). </a:t>
            </a:r>
          </a:p>
          <a:p>
            <a:pPr algn="just" rtl="0">
              <a:lnSpc>
                <a:spcPct val="150000"/>
              </a:lnSpc>
            </a:pPr>
            <a:r>
              <a:rPr lang="en-US" sz="2000" b="1" dirty="0">
                <a:latin typeface="+mj-lt"/>
                <a:cs typeface="Times New Roman" pitchFamily="18" charset="0"/>
              </a:rPr>
              <a:t>Okay</a:t>
            </a:r>
            <a:r>
              <a:rPr lang="en-US" sz="2000" dirty="0">
                <a:latin typeface="+mj-lt"/>
                <a:cs typeface="Times New Roman" pitchFamily="18" charset="0"/>
              </a:rPr>
              <a:t>, we should use </a:t>
            </a:r>
            <a:r>
              <a:rPr lang="en-US" sz="2000" b="1" dirty="0">
                <a:solidFill>
                  <a:srgbClr val="C00000"/>
                </a:solidFill>
                <a:latin typeface="+mj-lt"/>
                <a:cs typeface="Times New Roman" pitchFamily="18" charset="0"/>
              </a:rPr>
              <a:t>casting</a:t>
            </a:r>
            <a:r>
              <a:rPr lang="en-US" sz="2000" dirty="0">
                <a:latin typeface="+mj-lt"/>
                <a:cs typeface="Times New Roman" pitchFamily="18" charset="0"/>
              </a:rPr>
              <a:t> in order to </a:t>
            </a:r>
            <a:r>
              <a:rPr lang="en-US" sz="2000" b="1" u="sng" dirty="0">
                <a:latin typeface="+mj-lt"/>
                <a:cs typeface="Times New Roman" pitchFamily="18" charset="0"/>
              </a:rPr>
              <a:t>bypass the error</a:t>
            </a:r>
            <a:r>
              <a:rPr lang="en-US" sz="2000" dirty="0">
                <a:latin typeface="+mj-lt"/>
                <a:cs typeface="Times New Roman" pitchFamily="18" charset="0"/>
              </a:rPr>
              <a:t>, but should we cast obj[</a:t>
            </a:r>
            <a:r>
              <a:rPr lang="en-US" sz="2000" dirty="0" err="1">
                <a:latin typeface="+mj-lt"/>
                <a:cs typeface="Times New Roman" pitchFamily="18" charset="0"/>
              </a:rPr>
              <a:t>i</a:t>
            </a:r>
            <a:r>
              <a:rPr lang="en-US" sz="2000" dirty="0">
                <a:latin typeface="+mj-lt"/>
                <a:cs typeface="Times New Roman" pitchFamily="18" charset="0"/>
              </a:rPr>
              <a:t>] to </a:t>
            </a:r>
            <a:r>
              <a:rPr lang="en-US" sz="2000" dirty="0" err="1">
                <a:latin typeface="+mj-lt"/>
                <a:cs typeface="Times New Roman" pitchFamily="18" charset="0"/>
              </a:rPr>
              <a:t>SEmp</a:t>
            </a:r>
            <a:r>
              <a:rPr lang="en-US" sz="2000" dirty="0">
                <a:latin typeface="+mj-lt"/>
                <a:cs typeface="Times New Roman" pitchFamily="18" charset="0"/>
              </a:rPr>
              <a:t> or </a:t>
            </a:r>
            <a:r>
              <a:rPr lang="en-US" sz="2000" dirty="0" err="1">
                <a:latin typeface="+mj-lt"/>
                <a:cs typeface="Times New Roman" pitchFamily="18" charset="0"/>
              </a:rPr>
              <a:t>Hemp?</a:t>
            </a:r>
            <a:r>
              <a:rPr lang="en-US" sz="2000" dirty="0" err="1">
                <a:solidFill>
                  <a:srgbClr val="C00000"/>
                </a:solidFill>
                <a:latin typeface="+mj-lt"/>
                <a:cs typeface="Times New Roman" pitchFamily="18" charset="0"/>
              </a:rPr>
              <a:t>See</a:t>
            </a:r>
            <a:r>
              <a:rPr lang="en-US" sz="2000" dirty="0">
                <a:solidFill>
                  <a:srgbClr val="C00000"/>
                </a:solidFill>
                <a:latin typeface="+mj-lt"/>
                <a:cs typeface="Times New Roman" pitchFamily="18" charset="0"/>
              </a:rPr>
              <a:t> the next slide to determine to whom we should cast obj [</a:t>
            </a:r>
            <a:r>
              <a:rPr lang="en-US" sz="2000" dirty="0" err="1">
                <a:solidFill>
                  <a:srgbClr val="C00000"/>
                </a:solidFill>
                <a:latin typeface="+mj-lt"/>
                <a:cs typeface="Times New Roman" pitchFamily="18" charset="0"/>
              </a:rPr>
              <a:t>i</a:t>
            </a:r>
            <a:r>
              <a:rPr lang="en-US" sz="2000" dirty="0">
                <a:solidFill>
                  <a:srgbClr val="C00000"/>
                </a:solidFill>
                <a:latin typeface="+mj-lt"/>
                <a:cs typeface="Times New Roman" pitchFamily="18" charset="0"/>
              </a:rPr>
              <a:t>]</a:t>
            </a:r>
            <a:r>
              <a:rPr lang="en-US" sz="2000" dirty="0">
                <a:latin typeface="+mj-lt"/>
                <a:cs typeface="Times New Roman" pitchFamily="18" charset="0"/>
              </a:rPr>
              <a:t>)</a:t>
            </a:r>
          </a:p>
        </p:txBody>
      </p:sp>
    </p:spTree>
    <p:extLst>
      <p:ext uri="{BB962C8B-B14F-4D97-AF65-F5344CB8AC3E}">
        <p14:creationId xmlns:p14="http://schemas.microsoft.com/office/powerpoint/2010/main" val="181740068"/>
      </p:ext>
    </p:extLst>
  </p:cSld>
  <p:clrMapOvr>
    <a:masterClrMapping/>
  </p:clrMapOvr>
  <p:transition spd="slow">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E466D-A39E-47C2-348E-FC1C0F5C642D}"/>
              </a:ext>
            </a:extLst>
          </p:cNvPr>
          <p:cNvSpPr>
            <a:spLocks noGrp="1"/>
          </p:cNvSpPr>
          <p:nvPr>
            <p:ph type="title"/>
          </p:nvPr>
        </p:nvSpPr>
        <p:spPr/>
        <p:txBody>
          <a:bodyPr/>
          <a:lstStyle/>
          <a:p>
            <a:r>
              <a:rPr lang="en-US" dirty="0"/>
              <a:t>Example(</a:t>
            </a:r>
            <a:r>
              <a:rPr lang="en-US" dirty="0" err="1"/>
              <a:t>cont</a:t>
            </a:r>
            <a:r>
              <a:rPr lang="en-US" dirty="0"/>
              <a:t>)</a:t>
            </a:r>
          </a:p>
        </p:txBody>
      </p:sp>
      <p:sp>
        <p:nvSpPr>
          <p:cNvPr id="4" name="Footer Placeholder 3">
            <a:extLst>
              <a:ext uri="{FF2B5EF4-FFF2-40B4-BE49-F238E27FC236}">
                <a16:creationId xmlns:a16="http://schemas.microsoft.com/office/drawing/2014/main" id="{D6988CD2-F2A8-F067-5C4D-60E4097CDBFD}"/>
              </a:ext>
            </a:extLst>
          </p:cNvPr>
          <p:cNvSpPr>
            <a:spLocks noGrp="1"/>
          </p:cNvSpPr>
          <p:nvPr>
            <p:ph type="ftr" sz="quarter" idx="11"/>
          </p:nvPr>
        </p:nvSpPr>
        <p:spPr/>
        <p:txBody>
          <a:bodyPr/>
          <a:lstStyle/>
          <a:p>
            <a:r>
              <a:rPr lang="en-US"/>
              <a:t>Edited and Reviewed By: I. Bara' Qadomi &amp; I. Bara' Hamadah (FIT, Applied Science Private University)</a:t>
            </a:r>
          </a:p>
        </p:txBody>
      </p:sp>
      <p:pic>
        <p:nvPicPr>
          <p:cNvPr id="5" name="Picture 2">
            <a:extLst>
              <a:ext uri="{FF2B5EF4-FFF2-40B4-BE49-F238E27FC236}">
                <a16:creationId xmlns:a16="http://schemas.microsoft.com/office/drawing/2014/main" id="{106E357E-04BC-9778-C875-44E969C255CC}"/>
              </a:ext>
            </a:extLst>
          </p:cNvPr>
          <p:cNvPicPr>
            <a:picLocks noChangeAspect="1" noChangeArrowheads="1"/>
          </p:cNvPicPr>
          <p:nvPr/>
        </p:nvPicPr>
        <p:blipFill>
          <a:blip r:embed="rId2"/>
          <a:srcRect/>
          <a:stretch>
            <a:fillRect/>
          </a:stretch>
        </p:blipFill>
        <p:spPr bwMode="auto">
          <a:xfrm>
            <a:off x="0" y="1893083"/>
            <a:ext cx="8349847" cy="4016398"/>
          </a:xfrm>
          <a:prstGeom prst="rect">
            <a:avLst/>
          </a:prstGeom>
          <a:ln w="19050" cap="sq">
            <a:solidFill>
              <a:schemeClr val="tx1"/>
            </a:solidFill>
            <a:prstDash val="dash"/>
            <a:miter lim="800000"/>
          </a:ln>
          <a:effectLst>
            <a:outerShdw blurRad="50800" dist="38100" dir="2700000" algn="tl" rotWithShape="0">
              <a:srgbClr val="000000">
                <a:alpha val="43000"/>
              </a:srgbClr>
            </a:outerShdw>
          </a:effectLst>
        </p:spPr>
      </p:pic>
      <p:sp>
        <p:nvSpPr>
          <p:cNvPr id="7" name="TextBox 6">
            <a:extLst>
              <a:ext uri="{FF2B5EF4-FFF2-40B4-BE49-F238E27FC236}">
                <a16:creationId xmlns:a16="http://schemas.microsoft.com/office/drawing/2014/main" id="{7B307B06-1C69-ED20-3B4F-C4CF34CC2E9C}"/>
              </a:ext>
            </a:extLst>
          </p:cNvPr>
          <p:cNvSpPr txBox="1"/>
          <p:nvPr/>
        </p:nvSpPr>
        <p:spPr>
          <a:xfrm>
            <a:off x="8396421" y="2141468"/>
            <a:ext cx="3720551" cy="2949525"/>
          </a:xfrm>
          <a:prstGeom prst="rect">
            <a:avLst/>
          </a:prstGeom>
          <a:noFill/>
        </p:spPr>
        <p:txBody>
          <a:bodyPr wrap="square">
            <a:spAutoFit/>
          </a:bodyPr>
          <a:lstStyle/>
          <a:p>
            <a:pPr algn="just" rtl="0">
              <a:lnSpc>
                <a:spcPct val="150000"/>
              </a:lnSpc>
            </a:pPr>
            <a:r>
              <a:rPr lang="en-US" sz="1800" b="1" dirty="0">
                <a:latin typeface="+mj-lt"/>
                <a:cs typeface="Times New Roman" pitchFamily="18" charset="0"/>
              </a:rPr>
              <a:t>In this example</a:t>
            </a:r>
            <a:r>
              <a:rPr lang="en-US" sz="1800" dirty="0">
                <a:latin typeface="+mj-lt"/>
                <a:cs typeface="Times New Roman" pitchFamily="18" charset="0"/>
              </a:rPr>
              <a:t>, we just check if obj[</a:t>
            </a:r>
            <a:r>
              <a:rPr lang="en-US" sz="1800" dirty="0" err="1">
                <a:latin typeface="+mj-lt"/>
                <a:cs typeface="Times New Roman" pitchFamily="18" charset="0"/>
              </a:rPr>
              <a:t>i</a:t>
            </a:r>
            <a:r>
              <a:rPr lang="en-US" sz="1800" dirty="0">
                <a:latin typeface="+mj-lt"/>
                <a:cs typeface="Times New Roman" pitchFamily="18" charset="0"/>
              </a:rPr>
              <a:t>] is an instance of a </a:t>
            </a:r>
            <a:r>
              <a:rPr lang="en-US" sz="1800" b="1" dirty="0" err="1">
                <a:solidFill>
                  <a:srgbClr val="0000FF"/>
                </a:solidFill>
                <a:latin typeface="+mj-lt"/>
                <a:cs typeface="Times New Roman" pitchFamily="18" charset="0"/>
              </a:rPr>
              <a:t>SEmp</a:t>
            </a:r>
            <a:r>
              <a:rPr lang="en-US" sz="1800" dirty="0">
                <a:latin typeface="+mj-lt"/>
                <a:cs typeface="Times New Roman" pitchFamily="18" charset="0"/>
              </a:rPr>
              <a:t> or </a:t>
            </a:r>
            <a:r>
              <a:rPr lang="en-US" sz="1800" b="1" dirty="0" err="1">
                <a:solidFill>
                  <a:srgbClr val="0000FF"/>
                </a:solidFill>
                <a:latin typeface="+mj-lt"/>
                <a:cs typeface="Times New Roman" pitchFamily="18" charset="0"/>
              </a:rPr>
              <a:t>HEmp</a:t>
            </a:r>
            <a:r>
              <a:rPr lang="en-US" sz="1800" dirty="0">
                <a:latin typeface="+mj-lt"/>
                <a:cs typeface="Times New Roman" pitchFamily="18" charset="0"/>
              </a:rPr>
              <a:t>. </a:t>
            </a:r>
            <a:r>
              <a:rPr lang="en-US" sz="1800" dirty="0">
                <a:solidFill>
                  <a:srgbClr val="C00000"/>
                </a:solidFill>
                <a:latin typeface="+mj-lt"/>
                <a:cs typeface="Times New Roman" pitchFamily="18" charset="0"/>
              </a:rPr>
              <a:t>Why</a:t>
            </a:r>
            <a:r>
              <a:rPr lang="en-US" sz="1800" dirty="0">
                <a:latin typeface="+mj-lt"/>
                <a:cs typeface="Times New Roman" pitchFamily="18" charset="0"/>
              </a:rPr>
              <a:t>?</a:t>
            </a:r>
          </a:p>
          <a:p>
            <a:pPr algn="just" rtl="0">
              <a:lnSpc>
                <a:spcPct val="150000"/>
              </a:lnSpc>
            </a:pPr>
            <a:r>
              <a:rPr lang="en-US" sz="1800" b="1" dirty="0">
                <a:latin typeface="+mj-lt"/>
                <a:cs typeface="Times New Roman" pitchFamily="18" charset="0"/>
              </a:rPr>
              <a:t>Answer</a:t>
            </a:r>
            <a:r>
              <a:rPr lang="en-US" sz="1800" dirty="0">
                <a:latin typeface="+mj-lt"/>
                <a:cs typeface="Times New Roman" pitchFamily="18" charset="0"/>
              </a:rPr>
              <a:t>: Obj [</a:t>
            </a:r>
            <a:r>
              <a:rPr lang="en-US" sz="1800" dirty="0" err="1">
                <a:latin typeface="+mj-lt"/>
                <a:cs typeface="Times New Roman" pitchFamily="18" charset="0"/>
              </a:rPr>
              <a:t>i</a:t>
            </a:r>
            <a:r>
              <a:rPr lang="en-US" sz="1800" dirty="0">
                <a:latin typeface="+mj-lt"/>
                <a:cs typeface="Times New Roman" pitchFamily="18" charset="0"/>
              </a:rPr>
              <a:t>] might also be </a:t>
            </a:r>
            <a:r>
              <a:rPr lang="en-US" sz="1800" b="1" dirty="0">
                <a:solidFill>
                  <a:srgbClr val="0000FF"/>
                </a:solidFill>
                <a:latin typeface="+mj-lt"/>
                <a:cs typeface="Times New Roman" pitchFamily="18" charset="0"/>
              </a:rPr>
              <a:t>Emp</a:t>
            </a:r>
            <a:r>
              <a:rPr lang="en-US" sz="1800" dirty="0">
                <a:latin typeface="+mj-lt"/>
                <a:cs typeface="Times New Roman" pitchFamily="18" charset="0"/>
              </a:rPr>
              <a:t> or </a:t>
            </a:r>
            <a:r>
              <a:rPr lang="en-US" sz="1800" b="1" dirty="0">
                <a:solidFill>
                  <a:srgbClr val="0000FF"/>
                </a:solidFill>
                <a:latin typeface="+mj-lt"/>
                <a:cs typeface="Times New Roman" pitchFamily="18" charset="0"/>
              </a:rPr>
              <a:t>Trainee, </a:t>
            </a:r>
            <a:r>
              <a:rPr lang="en-US" sz="1800" b="1" dirty="0">
                <a:latin typeface="+mj-lt"/>
                <a:cs typeface="Times New Roman" pitchFamily="18" charset="0"/>
              </a:rPr>
              <a:t>i</a:t>
            </a:r>
            <a:r>
              <a:rPr lang="en-US" sz="1800" dirty="0">
                <a:latin typeface="+mj-lt"/>
                <a:cs typeface="Times New Roman" pitchFamily="18" charset="0"/>
              </a:rPr>
              <a:t>sn't it? and you probably know that neither of them defines this method (</a:t>
            </a:r>
            <a:r>
              <a:rPr lang="en-US" sz="1800" dirty="0" err="1">
                <a:latin typeface="+mj-lt"/>
                <a:cs typeface="Times New Roman" pitchFamily="18" charset="0"/>
              </a:rPr>
              <a:t>Wsal</a:t>
            </a:r>
            <a:r>
              <a:rPr lang="en-US" sz="1800" dirty="0">
                <a:latin typeface="+mj-lt"/>
                <a:cs typeface="Times New Roman" pitchFamily="18" charset="0"/>
              </a:rPr>
              <a:t>).</a:t>
            </a:r>
          </a:p>
        </p:txBody>
      </p:sp>
      <p:sp>
        <p:nvSpPr>
          <p:cNvPr id="8" name="Rectangle 7">
            <a:extLst>
              <a:ext uri="{FF2B5EF4-FFF2-40B4-BE49-F238E27FC236}">
                <a16:creationId xmlns:a16="http://schemas.microsoft.com/office/drawing/2014/main" id="{7625741C-5F7F-3EB0-3B35-F8D543E408AC}"/>
              </a:ext>
            </a:extLst>
          </p:cNvPr>
          <p:cNvSpPr/>
          <p:nvPr/>
        </p:nvSpPr>
        <p:spPr>
          <a:xfrm>
            <a:off x="1281232" y="4061881"/>
            <a:ext cx="2214578" cy="285752"/>
          </a:xfrm>
          <a:prstGeom prst="rect">
            <a:avLst/>
          </a:prstGeom>
          <a:solidFill>
            <a:schemeClr val="accent1">
              <a:alpha val="0"/>
            </a:schemeClr>
          </a:solidFill>
          <a:ln w="28575">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BDA654F-A36C-1C46-7DA6-6021DC1A4DD7}"/>
              </a:ext>
            </a:extLst>
          </p:cNvPr>
          <p:cNvSpPr/>
          <p:nvPr/>
        </p:nvSpPr>
        <p:spPr>
          <a:xfrm>
            <a:off x="1787857" y="4842805"/>
            <a:ext cx="2139081" cy="285752"/>
          </a:xfrm>
          <a:prstGeom prst="rect">
            <a:avLst/>
          </a:prstGeom>
          <a:solidFill>
            <a:schemeClr val="accent1">
              <a:alpha val="0"/>
            </a:schemeClr>
          </a:solidFill>
          <a:ln w="28575">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87920E1-7878-E27A-380A-EC80EC43E4CF}"/>
              </a:ext>
            </a:extLst>
          </p:cNvPr>
          <p:cNvSpPr/>
          <p:nvPr/>
        </p:nvSpPr>
        <p:spPr>
          <a:xfrm>
            <a:off x="6089714" y="4347633"/>
            <a:ext cx="2214578" cy="285752"/>
          </a:xfrm>
          <a:prstGeom prst="rect">
            <a:avLst/>
          </a:prstGeom>
          <a:solidFill>
            <a:srgbClr val="FFC000">
              <a:alpha val="21000"/>
            </a:srgbClr>
          </a:solidFill>
          <a:ln w="28575">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C0E1198-1A11-EB82-AE17-3927BF0C0EE7}"/>
              </a:ext>
            </a:extLst>
          </p:cNvPr>
          <p:cNvSpPr/>
          <p:nvPr/>
        </p:nvSpPr>
        <p:spPr>
          <a:xfrm>
            <a:off x="6007890" y="5129012"/>
            <a:ext cx="2214578" cy="285752"/>
          </a:xfrm>
          <a:prstGeom prst="rect">
            <a:avLst/>
          </a:prstGeom>
          <a:solidFill>
            <a:srgbClr val="FFC000">
              <a:alpha val="21000"/>
            </a:srgbClr>
          </a:solidFill>
          <a:ln w="28575">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42559380"/>
      </p:ext>
    </p:extLst>
  </p:cSld>
  <p:clrMapOvr>
    <a:masterClrMapping/>
  </p:clrMapOvr>
  <p:transition spd="slow">
    <p:wip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A8A5C-FD21-E4E0-0EFD-D14DD58EB94E}"/>
              </a:ext>
            </a:extLst>
          </p:cNvPr>
          <p:cNvSpPr>
            <a:spLocks noGrp="1"/>
          </p:cNvSpPr>
          <p:nvPr>
            <p:ph type="title"/>
          </p:nvPr>
        </p:nvSpPr>
        <p:spPr/>
        <p:txBody>
          <a:bodyPr/>
          <a:lstStyle/>
          <a:p>
            <a:r>
              <a:rPr lang="en-US" dirty="0"/>
              <a:t>Example(</a:t>
            </a:r>
            <a:r>
              <a:rPr lang="en-US" dirty="0" err="1"/>
              <a:t>cont</a:t>
            </a:r>
            <a:r>
              <a:rPr lang="en-US" dirty="0"/>
              <a:t>)</a:t>
            </a:r>
          </a:p>
        </p:txBody>
      </p:sp>
      <p:sp>
        <p:nvSpPr>
          <p:cNvPr id="4" name="Footer Placeholder 3">
            <a:extLst>
              <a:ext uri="{FF2B5EF4-FFF2-40B4-BE49-F238E27FC236}">
                <a16:creationId xmlns:a16="http://schemas.microsoft.com/office/drawing/2014/main" id="{ED3885C2-1254-6375-D1E3-A333D89248D8}"/>
              </a:ext>
            </a:extLst>
          </p:cNvPr>
          <p:cNvSpPr>
            <a:spLocks noGrp="1"/>
          </p:cNvSpPr>
          <p:nvPr>
            <p:ph type="ftr" sz="quarter" idx="11"/>
          </p:nvPr>
        </p:nvSpPr>
        <p:spPr/>
        <p:txBody>
          <a:bodyPr/>
          <a:lstStyle/>
          <a:p>
            <a:r>
              <a:rPr lang="en-US"/>
              <a:t>Edited and Reviewed By: I. Bara' Qadomi &amp; I. Bara' Hamadah (FIT, Applied Science Private University)</a:t>
            </a:r>
          </a:p>
        </p:txBody>
      </p:sp>
      <p:pic>
        <p:nvPicPr>
          <p:cNvPr id="5" name="Picture 2">
            <a:extLst>
              <a:ext uri="{FF2B5EF4-FFF2-40B4-BE49-F238E27FC236}">
                <a16:creationId xmlns:a16="http://schemas.microsoft.com/office/drawing/2014/main" id="{4865D9DE-4362-3324-F911-D05104BF5ED4}"/>
              </a:ext>
            </a:extLst>
          </p:cNvPr>
          <p:cNvPicPr>
            <a:picLocks noChangeAspect="1" noChangeArrowheads="1"/>
          </p:cNvPicPr>
          <p:nvPr/>
        </p:nvPicPr>
        <p:blipFill>
          <a:blip r:embed="rId2"/>
          <a:srcRect/>
          <a:stretch>
            <a:fillRect/>
          </a:stretch>
        </p:blipFill>
        <p:spPr bwMode="auto">
          <a:xfrm>
            <a:off x="1778007" y="1737360"/>
            <a:ext cx="8623414" cy="4535606"/>
          </a:xfrm>
          <a:prstGeom prst="rect">
            <a:avLst/>
          </a:prstGeom>
          <a:ln w="19050" cap="sq">
            <a:solidFill>
              <a:schemeClr val="tx1"/>
            </a:solidFill>
            <a:prstDash val="dash"/>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841223903"/>
      </p:ext>
    </p:extLst>
  </p:cSld>
  <p:clrMapOvr>
    <a:masterClrMapping/>
  </p:clrMapOvr>
  <p:transition spd="slow">
    <p:wip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dirty="0"/>
              <a:t>References </a:t>
            </a:r>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023360"/>
          </a:xfrm>
        </p:spPr>
        <p:txBody>
          <a:bodyPr/>
          <a:lstStyle/>
          <a:p>
            <a:r>
              <a:rPr lang="en-US" dirty="0"/>
              <a:t>Introduction to Java Programming, Comprehensive Version, Student Value Edition, Daniel Liang, 12th Edition, Pearson 2019</a:t>
            </a:r>
          </a:p>
          <a:p>
            <a:r>
              <a:rPr lang="en-US" dirty="0"/>
              <a:t>lecture Notes: edugate.asu.edu.jo.</a:t>
            </a:r>
          </a:p>
          <a:p>
            <a:r>
              <a:rPr lang="en-US" dirty="0"/>
              <a:t>lecture  Videos: YouTube channel.</a:t>
            </a:r>
          </a:p>
          <a:p>
            <a:r>
              <a:rPr lang="en-US" dirty="0"/>
              <a:t>How to install JDK &amp; NetBeans IDE manual.</a:t>
            </a:r>
          </a:p>
          <a:p>
            <a:endParaRPr lang="en-US" dirty="0"/>
          </a:p>
        </p:txBody>
      </p:sp>
      <p:sp>
        <p:nvSpPr>
          <p:cNvPr id="4" name="Footer Placeholder 3">
            <a:extLst>
              <a:ext uri="{FF2B5EF4-FFF2-40B4-BE49-F238E27FC236}">
                <a16:creationId xmlns:a16="http://schemas.microsoft.com/office/drawing/2014/main" id="{F1ABFEEA-242B-BEC5-43A2-472024EB147C}"/>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2974250731"/>
      </p:ext>
    </p:extLst>
  </p:cSld>
  <p:clrMapOvr>
    <a:masterClrMapping/>
  </p:clrMapOvr>
  <p:transition spd="slow">
    <p:wipe/>
  </p:transition>
</p:sld>
</file>

<file path=ppt/theme/theme1.xml><?xml version="1.0" encoding="utf-8"?>
<a:theme xmlns:a="http://schemas.openxmlformats.org/drawingml/2006/main" name="Retrospect">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low Edge">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692FF6E27440F4A9616568541A8C2D3" ma:contentTypeVersion="6" ma:contentTypeDescription="Create a new document." ma:contentTypeScope="" ma:versionID="e3fbfd782b729c2ea75271ecc6381aad">
  <xsd:schema xmlns:xsd="http://www.w3.org/2001/XMLSchema" xmlns:xs="http://www.w3.org/2001/XMLSchema" xmlns:p="http://schemas.microsoft.com/office/2006/metadata/properties" xmlns:ns2="60b65d92-b9ba-4fda-a6d4-fc80fee45f1e" xmlns:ns3="31c5b7b8-1c06-40e5-9112-5d0b2cb3e63a" targetNamespace="http://schemas.microsoft.com/office/2006/metadata/properties" ma:root="true" ma:fieldsID="27c10afda9c9eed6cc1dc44218ee2e2d" ns2:_="" ns3:_="">
    <xsd:import namespace="60b65d92-b9ba-4fda-a6d4-fc80fee45f1e"/>
    <xsd:import namespace="31c5b7b8-1c06-40e5-9112-5d0b2cb3e63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0b65d92-b9ba-4fda-a6d4-fc80fee45f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1c5b7b8-1c06-40e5-9112-5d0b2cb3e63a"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AD21629-8556-4260-8D0A-66F958DBEB56}">
  <ds:schemaRefs>
    <ds:schemaRef ds:uri="http://schemas.microsoft.com/sharepoint/v3/contenttype/forms"/>
  </ds:schemaRefs>
</ds:datastoreItem>
</file>

<file path=customXml/itemProps2.xml><?xml version="1.0" encoding="utf-8"?>
<ds:datastoreItem xmlns:ds="http://schemas.openxmlformats.org/officeDocument/2006/customXml" ds:itemID="{C672628D-D382-4C52-A950-5AC825040D33}">
  <ds:schemaRefs>
    <ds:schemaRef ds:uri="http://schemas.microsoft.com/office/2006/metadata/properties"/>
    <ds:schemaRef ds:uri="http://schemas.microsoft.com/office/infopath/2007/PartnerControls"/>
    <ds:schemaRef ds:uri="dec0ca4c-66b0-48e9-ad00-41e092718583"/>
    <ds:schemaRef ds:uri="ecd437d3-f4c5-4a99-b253-419d7adaefb7"/>
  </ds:schemaRefs>
</ds:datastoreItem>
</file>

<file path=customXml/itemProps3.xml><?xml version="1.0" encoding="utf-8"?>
<ds:datastoreItem xmlns:ds="http://schemas.openxmlformats.org/officeDocument/2006/customXml" ds:itemID="{0A941C63-7452-407F-AA40-55EC292D1FA3}"/>
</file>

<file path=docProps/app.xml><?xml version="1.0" encoding="utf-8"?>
<Properties xmlns="http://schemas.openxmlformats.org/officeDocument/2006/extended-properties" xmlns:vt="http://schemas.openxmlformats.org/officeDocument/2006/docPropsVTypes">
  <Template>Retrospect</Template>
  <TotalTime>650</TotalTime>
  <Words>3250</Words>
  <Application>Microsoft Office PowerPoint</Application>
  <PresentationFormat>Widescreen</PresentationFormat>
  <Paragraphs>268</Paragraphs>
  <Slides>48</Slides>
  <Notes>3</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48</vt:i4>
      </vt:variant>
    </vt:vector>
  </HeadingPairs>
  <TitlesOfParts>
    <vt:vector size="57" baseType="lpstr">
      <vt:lpstr>Arial</vt:lpstr>
      <vt:lpstr>Calibri</vt:lpstr>
      <vt:lpstr>Consolas</vt:lpstr>
      <vt:lpstr>Courier New</vt:lpstr>
      <vt:lpstr>Monotype Sorts</vt:lpstr>
      <vt:lpstr>Times New Roman</vt:lpstr>
      <vt:lpstr>Wingdings</vt:lpstr>
      <vt:lpstr>Retrospect</vt:lpstr>
      <vt:lpstr>Picture</vt:lpstr>
      <vt:lpstr>Fundamental Programming in JAVA</vt:lpstr>
      <vt:lpstr>Objectives</vt:lpstr>
      <vt:lpstr>Polymorphism </vt:lpstr>
      <vt:lpstr>Polymorphism </vt:lpstr>
      <vt:lpstr>Polymorphism in OOP</vt:lpstr>
      <vt:lpstr>Polymorphism in OOP</vt:lpstr>
      <vt:lpstr>Polymorphism in OOP</vt:lpstr>
      <vt:lpstr>Types of Polymorphism</vt:lpstr>
      <vt:lpstr>Binding</vt:lpstr>
      <vt:lpstr>Static Binding</vt:lpstr>
      <vt:lpstr>Static Binding</vt:lpstr>
      <vt:lpstr>Static Binding Example 1</vt:lpstr>
      <vt:lpstr>Static Binding Example 2</vt:lpstr>
      <vt:lpstr>Static Binding Example 3</vt:lpstr>
      <vt:lpstr>Dynamic Binding</vt:lpstr>
      <vt:lpstr>Dynamic Binding Example 1</vt:lpstr>
      <vt:lpstr>Dynamic Binding</vt:lpstr>
      <vt:lpstr>Dynamic Binding</vt:lpstr>
      <vt:lpstr>Dynamic Binding Example 2</vt:lpstr>
      <vt:lpstr>Benefits of Polymorphism </vt:lpstr>
      <vt:lpstr>Generic Programming (Generic Method)</vt:lpstr>
      <vt:lpstr>Generic Programming (Generic Array)</vt:lpstr>
      <vt:lpstr>Generic Programming (Generic Array)</vt:lpstr>
      <vt:lpstr>Checking an Object Type</vt:lpstr>
      <vt:lpstr>Checking an Object Type Example</vt:lpstr>
      <vt:lpstr>Checking an Object Type Example</vt:lpstr>
      <vt:lpstr>Implicit Casting</vt:lpstr>
      <vt:lpstr>Implicit Casting</vt:lpstr>
      <vt:lpstr>Explicit casting</vt:lpstr>
      <vt:lpstr>Explicit casting</vt:lpstr>
      <vt:lpstr>Explicit casting</vt:lpstr>
      <vt:lpstr>Example: Demonstrating Polymorphism and Casting</vt:lpstr>
      <vt:lpstr>Example: Demonstrating Polymorphism and Casting(cont)</vt:lpstr>
      <vt:lpstr>Example: Demonstrating Polymorphism and Casting(cont)</vt:lpstr>
      <vt:lpstr>Example: Demonstrating Polymorphism and Casting(cont)</vt:lpstr>
      <vt:lpstr>Example: Demonstrating Polymorphism and Casting(cont)</vt:lpstr>
      <vt:lpstr>Example: Demonstrating Polymorphism and Casting(cont)</vt:lpstr>
      <vt:lpstr>The equals Method</vt:lpstr>
      <vt:lpstr>The equals Method</vt:lpstr>
      <vt:lpstr>NOTE</vt:lpstr>
      <vt:lpstr>Example</vt:lpstr>
      <vt:lpstr>Example</vt:lpstr>
      <vt:lpstr>Example(cont)</vt:lpstr>
      <vt:lpstr>Example(cont)</vt:lpstr>
      <vt:lpstr>Example(cont)</vt:lpstr>
      <vt:lpstr>Example(cont)</vt:lpstr>
      <vt:lpstr>Example(cont)</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Bara Hamadah;b_qaddoumi@asu.edu.jo</dc:creator>
  <cp:lastModifiedBy>Baraa Qaddoumi</cp:lastModifiedBy>
  <cp:revision>31</cp:revision>
  <dcterms:created xsi:type="dcterms:W3CDTF">2023-12-21T19:04:58Z</dcterms:created>
  <dcterms:modified xsi:type="dcterms:W3CDTF">2024-02-26T08:12:44Z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0x0101008692FF6E27440F4A9616568541A8C2D3</vt:lpwstr>
  </property>
</Properties>
</file>