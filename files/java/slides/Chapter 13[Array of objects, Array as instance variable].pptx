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6"/>
  </p:notesMasterIdLst>
  <p:sldIdLst>
    <p:sldId id="256" r:id="rId5"/>
    <p:sldId id="257" r:id="rId6"/>
    <p:sldId id="258" r:id="rId7"/>
    <p:sldId id="609" r:id="rId8"/>
    <p:sldId id="259" r:id="rId9"/>
    <p:sldId id="270" r:id="rId10"/>
    <p:sldId id="260" r:id="rId11"/>
    <p:sldId id="271" r:id="rId12"/>
    <p:sldId id="600" r:id="rId13"/>
    <p:sldId id="601" r:id="rId14"/>
    <p:sldId id="610" r:id="rId15"/>
    <p:sldId id="602" r:id="rId16"/>
    <p:sldId id="603" r:id="rId17"/>
    <p:sldId id="261" r:id="rId18"/>
    <p:sldId id="269" r:id="rId19"/>
    <p:sldId id="604" r:id="rId20"/>
    <p:sldId id="605" r:id="rId21"/>
    <p:sldId id="606" r:id="rId22"/>
    <p:sldId id="607" r:id="rId23"/>
    <p:sldId id="608" r:id="rId24"/>
    <p:sldId id="26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93892C-1B27-94B2-C221-693367472121}" v="18" dt="2024-02-25T23:04:53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706" autoAdjust="0"/>
  </p:normalViewPr>
  <p:slideViewPr>
    <p:cSldViewPr snapToGrid="0">
      <p:cViewPr varScale="1">
        <p:scale>
          <a:sx n="70" d="100"/>
          <a:sy n="70" d="100"/>
        </p:scale>
        <p:origin x="490" y="34"/>
      </p:cViewPr>
      <p:guideLst/>
    </p:cSldViewPr>
  </p:slideViewPr>
  <p:outlineViewPr>
    <p:cViewPr>
      <p:scale>
        <a:sx n="33" d="100"/>
        <a:sy n="33" d="100"/>
      </p:scale>
      <p:origin x="0" y="-395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albashayreh" userId="b82cd840-d444-4a5e-b9e1-eb0b71e9c5d2" providerId="ADAL" clId="{52A83580-F80B-41CB-8A7C-5ABA5260466E}"/>
    <pc:docChg chg="custSel addSld modSld modMainMaster">
      <pc:chgData name="mahmoud albashayreh" userId="b82cd840-d444-4a5e-b9e1-eb0b71e9c5d2" providerId="ADAL" clId="{52A83580-F80B-41CB-8A7C-5ABA5260466E}" dt="2023-12-26T12:35:21.998" v="37" actId="6264"/>
      <pc:docMkLst>
        <pc:docMk/>
      </pc:docMkLst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98556299" sldId="25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2" creationId="{0E3426FD-D193-2F6D-1700-2CC522B16D18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3" creationId="{F67DB7FE-4890-3792-0238-F23914BC3E4F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4" creationId="{3E2AE632-31A0-217D-FD10-0A342181E0D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5" creationId="{B13DB640-4F90-3235-6BC2-717EAA08930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6" creationId="{61F6769C-8CF9-7629-D2A2-4AA3B6EDDA0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98556299" sldId="256"/>
            <ac:spMk id="7" creationId="{1F1784C8-7901-033D-8228-72A9574AB7D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8" creationId="{6EC1DE0C-1A34-EAFB-B8A5-71BB9A4CC2B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9" creationId="{586D6478-85A0-2635-AEF6-9A40F0CAD5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98556299" sldId="256"/>
            <ac:spMk id="10" creationId="{15AD4E7D-F371-2F09-124A-16887A4E2273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763895569" sldId="25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4" creationId="{8258CA88-4CE1-2FF4-DD8D-F6AFF13B654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5" creationId="{0D9744BA-463A-2249-6E65-9831C6EA9F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6" creationId="{E436140F-B641-3E4A-D862-FAC53216F99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763895569" sldId="257"/>
            <ac:spMk id="7" creationId="{8EA5136B-0258-1023-0A8E-26DE9ED8FC0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8" creationId="{F62CCE23-E174-8542-0FD8-1A1B8616657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9" creationId="{7F14AD47-A599-DAB8-7B39-671678180F03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763895569" sldId="257"/>
            <ac:spMk id="10" creationId="{3D438E85-563A-DC43-71DB-3C4D8C5F0BE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201219679" sldId="25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4" creationId="{66738BBB-0AA8-3DCA-D70D-202ADE3D791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5" creationId="{2D96A0FC-741A-F504-6D63-05662227AAA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6" creationId="{9E5CF02A-B662-55FD-D232-D389659CA84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201219679" sldId="258"/>
            <ac:spMk id="7" creationId="{DEBDACA8-2F31-AD5A-DBB8-3F9B78CD615C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8" creationId="{0BA93EDD-8C43-864D-A449-E4D4AFAB042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9" creationId="{6480A6B5-9BF1-34D2-475D-FAEDC143602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201219679" sldId="258"/>
            <ac:spMk id="10" creationId="{DE100822-A45A-9849-7F90-6D637AB5897D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548178901" sldId="25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4" creationId="{3B53EC50-BC9D-3C12-4839-6C35514A275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5" creationId="{8FB7E19A-6A2B-EDE0-EA03-4EC11FAFECD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548178901" sldId="259"/>
            <ac:spMk id="6" creationId="{5416705E-D82A-003E-1D2F-BE2D1228E2B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7" creationId="{A107DBA1-F0A0-8189-26CF-52A2111B33E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8" creationId="{FB5E7A84-C032-A08D-0EF1-1577C197121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9" creationId="{B8E24174-F487-7B73-BC94-705A907617F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548178901" sldId="259"/>
            <ac:spMk id="10" creationId="{B18F465C-437D-C66E-40C0-640608B8E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352624426" sldId="260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3" creationId="{8CA4E128-8180-3FEB-7219-E6041DCBDB72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352624426" sldId="260"/>
            <ac:spMk id="4" creationId="{D1E37CAD-E9FF-78A3-4304-E5F98D49EDAE}"/>
          </ac:spMkLst>
        </pc:spChg>
        <pc:spChg chg="add del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6" creationId="{1CD389D9-07FE-21AA-1EF0-9F91092C1C0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7" creationId="{6DBDC73A-862C-FDF4-0D26-58048D84DC9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8" creationId="{9BAEE1BD-506F-B378-466B-FEFF58A3C3A0}"/>
          </ac:spMkLst>
        </pc:spChg>
        <pc:spChg chg="add 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0" creationId="{A517B6DB-87BC-F7F6-3318-AD71949D8AD0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352624426" sldId="260"/>
            <ac:spMk id="12" creationId="{72D3E7BD-C602-41A4-7A93-C109FB4F497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92724316" sldId="261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4" creationId="{14ED6947-4092-831A-9F0D-4D52CCC5D28F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5" creationId="{6CCCA929-27DF-64F4-FB32-1EF6690149C7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7" creationId="{C6ECFF2F-42F3-F432-D5C5-AFF7C5CEC07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92724316" sldId="261"/>
            <ac:spMk id="8" creationId="{9AB5C268-A1A1-8E0D-4685-B914CEF91CB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9" creationId="{E56ADA84-638B-07C3-CF6E-F19ED6D3DB7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0" creationId="{F36B2A5A-E5F8-0C89-0898-FBF3461AA84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92724316" sldId="261"/>
            <ac:spMk id="11" creationId="{5D1A6754-DF8E-E2DD-F11B-B53DD0CD374E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68091849" sldId="262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5" creationId="{1CFE05C9-882F-A105-99D7-1DA8C3CB13A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6" creationId="{EABDE15E-838D-EB3E-B921-F6D619D52A6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68091849" sldId="262"/>
            <ac:spMk id="7" creationId="{1F8E52E6-0090-3882-947A-F88A4933C94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8" creationId="{2E9A73C7-0961-9F05-06E1-CF41CF8BECA2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9" creationId="{CA8B6726-60D4-FB06-82D5-16189AC714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68091849" sldId="262"/>
            <ac:spMk id="10" creationId="{C47BED6D-A2D2-4FF2-EF72-5623861B3D5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920464530" sldId="263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4" creationId="{9A41EC9C-251B-F8A6-37DE-3D85AE8F02C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5" creationId="{0B50B485-7A33-A246-2CEF-C16889B187B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6" creationId="{A5C4DA0E-7934-BC93-89E4-853931E6D14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920464530" sldId="263"/>
            <ac:spMk id="7" creationId="{8584C85D-4360-5BF5-E05F-32AE42DFC8C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8" creationId="{E6D5C8A0-9436-8F4C-CD6B-94F01090F60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9" creationId="{E4F0F791-BAC1-DF68-7656-7D7B7476B38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920464530" sldId="263"/>
            <ac:spMk id="10" creationId="{E40C835D-6758-B878-ECD5-FAEA46134EBA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1224677038" sldId="264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4" creationId="{B011E092-9B68-7D9D-5A6D-3B64A6900E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5" creationId="{5A7D1991-0DDF-0FCC-A2F5-E0E2C7942C3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6" creationId="{9FAE7CEE-BE41-C2E8-2BFE-715420ADF5A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1224677038" sldId="264"/>
            <ac:spMk id="7" creationId="{7677C65D-6D38-ECC3-66C1-1ED6B0C27F2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8" creationId="{F30652FC-EAF2-EA25-C08A-4D53F73FCD5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9" creationId="{806FEAA6-DD3D-EB10-95BD-D1F7A2CFFB3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1224677038" sldId="264"/>
            <ac:spMk id="10" creationId="{771104E4-6849-5AE1-4D4C-EE410E7094E1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37678339" sldId="265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3" creationId="{0C2E1710-1895-E34B-968E-9A6498584B1B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4" creationId="{4A508696-DA6E-C9C1-F7B8-EEEA80D8533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5" creationId="{8991C864-E71D-72AF-C376-11AC392732FE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37678339" sldId="265"/>
            <ac:spMk id="6" creationId="{47E06A43-27B3-BBC9-82A5-4E085E7BBE0F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7" creationId="{B158B4E5-E0EB-225E-A59B-42A0FD3BEE16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8" creationId="{6AE6AA61-EDDE-5A4C-0CF3-6E5DF8B1596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9" creationId="{34D43FC9-9371-702C-47CB-4A34BC35A40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37678339" sldId="265"/>
            <ac:spMk id="12" creationId="{EEF2DA55-7E54-69D3-01A5-91D0F412438C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749258248" sldId="266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2" creationId="{BA7E5B45-8D88-ED12-F886-5CB527D7BEF3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3" creationId="{9FCB16F2-AA8C-5E6B-047A-526A9A3A705E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5" creationId="{4E3501E3-AAC6-1380-7DDD-F2953AD4342D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6" creationId="{2E841404-E04B-5781-F5EC-5A9DE9A10FF0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749258248" sldId="266"/>
            <ac:spMk id="7" creationId="{3379D1BF-5A5E-9B7F-A24F-1BEAE79AA4FE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8" creationId="{452896A0-BF21-F89C-F2B3-4A088D1372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9" creationId="{7571336E-7F82-795A-2EDA-AD0DB496B6B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749258248" sldId="266"/>
            <ac:spMk id="10" creationId="{FC56DB98-6B26-BD4F-A763-0A986A9968D5}"/>
          </ac:spMkLst>
        </pc:spChg>
        <pc:picChg chg="mod ord">
          <ac:chgData name="mahmoud albashayreh" userId="b82cd840-d444-4a5e-b9e1-eb0b71e9c5d2" providerId="ADAL" clId="{52A83580-F80B-41CB-8A7C-5ABA5260466E}" dt="2023-12-26T12:35:21.998" v="37" actId="6264"/>
          <ac:picMkLst>
            <pc:docMk/>
            <pc:sldMk cId="2749258248" sldId="266"/>
            <ac:picMk id="4" creationId="{073AB710-08C3-7B55-0161-BE6A36A618D2}"/>
          </ac:picMkLst>
        </pc:pic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64367935" sldId="267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4" creationId="{9582A007-56C2-89D3-B613-9E01FE5C1A78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5" creationId="{DCE0DF69-3CDF-A9CD-1151-D6B186182684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6" creationId="{A3F706EB-96CF-F261-9C1D-BAF26DEE49A7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3564367935" sldId="267"/>
            <ac:spMk id="7" creationId="{04ED371A-6F2B-44EF-0D2C-764BCAB645C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8" creationId="{023C88F7-40C3-4C4E-FAAC-107A5E7684B1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9" creationId="{75E07E15-603A-9FA0-17EE-25BEFBC419D7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64367935" sldId="267"/>
            <ac:spMk id="10" creationId="{B4B16F98-AEF0-07D1-C3EE-8DF97F6C83A2}"/>
          </ac:spMkLst>
        </pc:spChg>
      </pc:sldChg>
      <pc:sldChg chg="addSp delSp modSp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2974250731" sldId="268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4" creationId="{F1ABFEEA-242B-BEC5-43A2-472024EB147C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5" creationId="{98C2BB29-F4F1-C2FC-BC7B-44B56F6C4D31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6" creationId="{9B49EDBE-8700-7345-4F93-B04AE065CD8A}"/>
          </ac:spMkLst>
        </pc:spChg>
        <pc:spChg chg="add del mod">
          <ac:chgData name="mahmoud albashayreh" userId="b82cd840-d444-4a5e-b9e1-eb0b71e9c5d2" providerId="ADAL" clId="{52A83580-F80B-41CB-8A7C-5ABA5260466E}" dt="2023-12-26T12:33:21.168" v="16" actId="6264"/>
          <ac:spMkLst>
            <pc:docMk/>
            <pc:sldMk cId="2974250731" sldId="268"/>
            <ac:spMk id="7" creationId="{667D1372-FB37-E4B4-B61B-F26EF6E6C8DA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8" creationId="{7D78A2D7-B8C5-5E0A-A003-C9A185C6B790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9" creationId="{C1484C34-CC64-EBCD-201E-501104107A7D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2974250731" sldId="268"/>
            <ac:spMk id="10" creationId="{B490BF08-B2BE-E804-E30C-33794DAEDB6B}"/>
          </ac:spMkLst>
        </pc:spChg>
      </pc:sldChg>
      <pc:sldChg chg="addSp delSp modSp add mod chgLayout">
        <pc:chgData name="mahmoud albashayreh" userId="b82cd840-d444-4a5e-b9e1-eb0b71e9c5d2" providerId="ADAL" clId="{52A83580-F80B-41CB-8A7C-5ABA5260466E}" dt="2023-12-26T12:35:21.998" v="37" actId="6264"/>
        <pc:sldMkLst>
          <pc:docMk/>
          <pc:sldMk cId="3509586583" sldId="269"/>
        </pc:sldMkLst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2" creationId="{BA7E5B45-8D88-ED12-F886-5CB527D7BEF3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3" creationId="{0C2E1710-1895-E34B-968E-9A6498584B1B}"/>
          </ac:spMkLst>
        </pc:spChg>
        <pc:spChg chg="mod or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4" creationId="{09DB375A-5DA4-4702-5ED7-8F647F235B95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5" creationId="{04DBE590-F80B-0EC9-7B59-AE39C777D099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6" creationId="{0D0422DF-9827-E70B-53B6-E0A8E10C4D64}"/>
          </ac:spMkLst>
        </pc:spChg>
        <pc:spChg chg="add del mod">
          <ac:chgData name="mahmoud albashayreh" userId="b82cd840-d444-4a5e-b9e1-eb0b71e9c5d2" providerId="ADAL" clId="{52A83580-F80B-41CB-8A7C-5ABA5260466E}" dt="2023-12-26T12:35:21.998" v="37" actId="6264"/>
          <ac:spMkLst>
            <pc:docMk/>
            <pc:sldMk cId="3509586583" sldId="269"/>
            <ac:spMk id="7" creationId="{C6129063-E93F-D9AF-7ABF-3F5B1CF2EA68}"/>
          </ac:spMkLst>
        </pc:spChg>
      </pc:sldChg>
      <pc:sldMasterChg chg="modSp mod">
        <pc:chgData name="mahmoud albashayreh" userId="b82cd840-d444-4a5e-b9e1-eb0b71e9c5d2" providerId="ADAL" clId="{52A83580-F80B-41CB-8A7C-5ABA5260466E}" dt="2023-12-26T12:35:11.422" v="36" actId="14100"/>
        <pc:sldMasterMkLst>
          <pc:docMk/>
          <pc:sldMasterMk cId="1719295273" sldId="2147483672"/>
        </pc:sldMasterMkLst>
        <pc:spChg chg="mod">
          <ac:chgData name="mahmoud albashayreh" userId="b82cd840-d444-4a5e-b9e1-eb0b71e9c5d2" providerId="ADAL" clId="{52A83580-F80B-41CB-8A7C-5ABA5260466E}" dt="2023-12-26T12:30:26.184" v="1" actId="14100"/>
          <ac:spMkLst>
            <pc:docMk/>
            <pc:sldMasterMk cId="1719295273" sldId="2147483672"/>
            <ac:spMk id="2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2:28.597" v="15" actId="12"/>
          <ac:spMkLst>
            <pc:docMk/>
            <pc:sldMasterMk cId="1719295273" sldId="2147483672"/>
            <ac:spMk id="3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07.558" v="35" actId="14100"/>
          <ac:spMkLst>
            <pc:docMk/>
            <pc:sldMasterMk cId="1719295273" sldId="2147483672"/>
            <ac:spMk id="4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5:11.422" v="36" actId="14100"/>
          <ac:spMkLst>
            <pc:docMk/>
            <pc:sldMasterMk cId="1719295273" sldId="2147483672"/>
            <ac:spMk id="5" creationId="{00000000-0000-0000-0000-000000000000}"/>
          </ac:spMkLst>
        </pc:spChg>
        <pc:spChg chg="mod">
          <ac:chgData name="mahmoud albashayreh" userId="b82cd840-d444-4a5e-b9e1-eb0b71e9c5d2" providerId="ADAL" clId="{52A83580-F80B-41CB-8A7C-5ABA5260466E}" dt="2023-12-26T12:30:38.807" v="3" actId="14100"/>
          <ac:spMkLst>
            <pc:docMk/>
            <pc:sldMasterMk cId="1719295273" sldId="2147483672"/>
            <ac:spMk id="6" creationId="{00000000-0000-0000-0000-000000000000}"/>
          </ac:spMkLst>
        </pc:spChg>
        <pc:cxnChg chg="mod">
          <ac:chgData name="mahmoud albashayreh" userId="b82cd840-d444-4a5e-b9e1-eb0b71e9c5d2" providerId="ADAL" clId="{52A83580-F80B-41CB-8A7C-5ABA5260466E}" dt="2023-12-26T12:30:48.279" v="5" actId="14100"/>
          <ac:cxnSpMkLst>
            <pc:docMk/>
            <pc:sldMasterMk cId="1719295273" sldId="2147483672"/>
            <ac:cxnSpMk id="10" creationId="{00000000-0000-0000-0000-000000000000}"/>
          </ac:cxnSpMkLst>
        </pc:cxnChg>
      </pc:sldMasterChg>
    </pc:docChg>
  </pc:docChgLst>
  <pc:docChgLst>
    <pc:chgData name="Bara Hamadeh" userId="S::b_hamadeh@asu.edu.jo::ba91a99f-f3ba-46e6-ad5d-582794b375a9" providerId="AD" clId="Web-{3793892C-1B27-94B2-C221-693367472121}"/>
    <pc:docChg chg="mod modSld modMainMaster">
      <pc:chgData name="Bara Hamadeh" userId="S::b_hamadeh@asu.edu.jo::ba91a99f-f3ba-46e6-ad5d-582794b375a9" providerId="AD" clId="Web-{3793892C-1B27-94B2-C221-693367472121}" dt="2024-02-25T23:04:53.036" v="16"/>
      <pc:docMkLst>
        <pc:docMk/>
      </pc:docMkLst>
      <pc:sldChg chg="delSp modSp modTransition">
        <pc:chgData name="Bara Hamadeh" userId="S::b_hamadeh@asu.edu.jo::ba91a99f-f3ba-46e6-ad5d-582794b375a9" providerId="AD" clId="Web-{3793892C-1B27-94B2-C221-693367472121}" dt="2024-02-25T23:04:40.989" v="14"/>
        <pc:sldMkLst>
          <pc:docMk/>
          <pc:sldMk cId="98556299" sldId="256"/>
        </pc:sldMkLst>
        <pc:spChg chg="mod">
          <ac:chgData name="Bara Hamadeh" userId="S::b_hamadeh@asu.edu.jo::ba91a99f-f3ba-46e6-ad5d-582794b375a9" providerId="AD" clId="Web-{3793892C-1B27-94B2-C221-693367472121}" dt="2024-02-25T23:04:26.191" v="5" actId="20577"/>
          <ac:spMkLst>
            <pc:docMk/>
            <pc:sldMk cId="98556299" sldId="256"/>
            <ac:spMk id="2" creationId="{0E3426FD-D193-2F6D-1700-2CC522B16D18}"/>
          </ac:spMkLst>
        </pc:spChg>
        <pc:spChg chg="mod">
          <ac:chgData name="Bara Hamadeh" userId="S::b_hamadeh@asu.edu.jo::ba91a99f-f3ba-46e6-ad5d-582794b375a9" providerId="AD" clId="Web-{3793892C-1B27-94B2-C221-693367472121}" dt="2024-02-25T23:04:05.519" v="1" actId="20577"/>
          <ac:spMkLst>
            <pc:docMk/>
            <pc:sldMk cId="98556299" sldId="256"/>
            <ac:spMk id="3" creationId="{F67DB7FE-4890-3792-0238-F23914BC3E4F}"/>
          </ac:spMkLst>
        </pc:spChg>
        <pc:spChg chg="del">
          <ac:chgData name="Bara Hamadeh" userId="S::b_hamadeh@asu.edu.jo::ba91a99f-f3ba-46e6-ad5d-582794b375a9" providerId="AD" clId="Web-{3793892C-1B27-94B2-C221-693367472121}" dt="2024-02-25T23:04:40.989" v="14"/>
          <ac:spMkLst>
            <pc:docMk/>
            <pc:sldMk cId="98556299" sldId="256"/>
            <ac:spMk id="4" creationId="{3E2AE632-31A0-217D-FD10-0A342181E0D1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763895569" sldId="257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763895569" sldId="257"/>
            <ac:spMk id="4" creationId="{8258CA88-4CE1-2FF4-DD8D-F6AFF13B654D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201219679" sldId="258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201219679" sldId="258"/>
            <ac:spMk id="4" creationId="{66738BBB-0AA8-3DCA-D70D-202ADE3D7914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548178901" sldId="259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548178901" sldId="259"/>
            <ac:spMk id="7" creationId="{A107DBA1-F0A0-8189-26CF-52A2111B33E4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352624426" sldId="260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352624426" sldId="260"/>
            <ac:spMk id="12" creationId="{72D3E7BD-C602-41A4-7A93-C109FB4F497C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3592724316" sldId="261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3592724316" sldId="261"/>
            <ac:spMk id="7" creationId="{C6ECFF2F-42F3-F432-D5C5-AFF7C5CEC07B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974250731" sldId="268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974250731" sldId="268"/>
            <ac:spMk id="4" creationId="{F1ABFEEA-242B-BEC5-43A2-472024EB147C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3509586583" sldId="269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3509586583" sldId="269"/>
            <ac:spMk id="4" creationId="{09DB375A-5DA4-4702-5ED7-8F647F235B95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306156448" sldId="270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306156448" sldId="270"/>
            <ac:spMk id="4" creationId="{7786AF1D-00FE-D07A-31FF-C52D761D9315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300527646" sldId="271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300527646" sldId="271"/>
            <ac:spMk id="4" creationId="{E12C68D9-D5B1-17E5-68BC-4BA8D6217B06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928905044" sldId="600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928905044" sldId="600"/>
            <ac:spMk id="4" creationId="{990A4733-210F-885C-39CF-65B6D49175A7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555916736" sldId="601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555916736" sldId="601"/>
            <ac:spMk id="4" creationId="{26C6136A-6A16-C050-DC42-7B9B235E0029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974399535" sldId="602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974399535" sldId="602"/>
            <ac:spMk id="4" creationId="{26C6136A-6A16-C050-DC42-7B9B235E0029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886386699" sldId="603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886386699" sldId="603"/>
            <ac:spMk id="4" creationId="{26C6136A-6A16-C050-DC42-7B9B235E0029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808932504" sldId="604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808932504" sldId="604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927326173" sldId="605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927326173" sldId="605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04000657" sldId="606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04000657" sldId="606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2812458762" sldId="607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2812458762" sldId="607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715285286" sldId="608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715285286" sldId="608"/>
            <ac:spMk id="4" creationId="{09DB375A-5DA4-4702-5ED7-8F647F235B95}"/>
          </ac:spMkLst>
        </pc:spChg>
      </pc:sldChg>
      <pc:sldChg chg="modSp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3619441866" sldId="609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3619441866" sldId="609"/>
            <ac:spMk id="4" creationId="{66738BBB-0AA8-3DCA-D70D-202ADE3D7914}"/>
          </ac:spMkLst>
        </pc:spChg>
      </pc:sldChg>
      <pc:sldChg chg="modSp modTransition">
        <pc:chgData name="Bara Hamadeh" userId="S::b_hamadeh@asu.edu.jo::ba91a99f-f3ba-46e6-ad5d-582794b375a9" providerId="AD" clId="Web-{3793892C-1B27-94B2-C221-693367472121}" dt="2024-02-25T23:04:49.614" v="15"/>
        <pc:sldMkLst>
          <pc:docMk/>
          <pc:sldMk cId="1950944141" sldId="610"/>
        </pc:sld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k cId="1950944141" sldId="610"/>
            <ac:spMk id="4" creationId="{4C9E9921-873F-478E-A239-7E78DDCA57B7}"/>
          </ac:spMkLst>
        </pc:spChg>
      </pc:sldChg>
      <pc:sldMasterChg chg="modSp mod modSldLayout">
        <pc:chgData name="Bara Hamadeh" userId="S::b_hamadeh@asu.edu.jo::ba91a99f-f3ba-46e6-ad5d-582794b375a9" providerId="AD" clId="Web-{3793892C-1B27-94B2-C221-693367472121}" dt="2024-02-25T23:04:53.036" v="16"/>
        <pc:sldMasterMkLst>
          <pc:docMk/>
          <pc:sldMasterMk cId="1719295273" sldId="2147483672"/>
        </pc:sldMasterMkLst>
        <pc:spChg chg="mod">
          <ac:chgData name="Bara Hamadeh" userId="S::b_hamadeh@asu.edu.jo::ba91a99f-f3ba-46e6-ad5d-582794b375a9" providerId="AD" clId="Web-{3793892C-1B27-94B2-C221-693367472121}" dt="2024-02-25T23:04:49.614" v="15"/>
          <ac:spMkLst>
            <pc:docMk/>
            <pc:sldMasterMk cId="1719295273" sldId="2147483672"/>
            <ac:spMk id="5" creationId="{00000000-0000-0000-0000-000000000000}"/>
          </ac:spMkLst>
        </pc:sp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1136942225" sldId="2147483673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1136942225" sldId="2147483673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543625086" sldId="2147483674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543625086" sldId="2147483674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695053800" sldId="2147483675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695053800" sldId="2147483675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1555795183" sldId="2147483676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1555795183" sldId="2147483676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3154714844" sldId="2147483677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3154714844" sldId="2147483677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1943265441" sldId="2147483678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1943265441" sldId="2147483678"/>
              <ac:spMk id="4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1103728720" sldId="2147483679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1103728720" sldId="2147483679"/>
              <ac:spMk id="8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3199667561" sldId="2147483680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3199667561" sldId="2147483680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1593807278" sldId="2147483681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1593807278" sldId="2147483681"/>
              <ac:spMk id="6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4052592978" sldId="2147483682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4052592978" sldId="2147483682"/>
              <ac:spMk id="5" creationId="{00000000-0000-0000-0000-000000000000}"/>
            </ac:spMkLst>
          </pc:spChg>
        </pc:sldLayoutChg>
        <pc:sldLayoutChg chg="modSp mod">
          <pc:chgData name="Bara Hamadeh" userId="S::b_hamadeh@asu.edu.jo::ba91a99f-f3ba-46e6-ad5d-582794b375a9" providerId="AD" clId="Web-{3793892C-1B27-94B2-C221-693367472121}" dt="2024-02-25T23:04:53.036" v="16"/>
          <pc:sldLayoutMkLst>
            <pc:docMk/>
            <pc:sldMasterMk cId="1719295273" sldId="2147483672"/>
            <pc:sldLayoutMk cId="2606264647" sldId="2147483683"/>
          </pc:sldLayoutMkLst>
          <pc:spChg chg="mod">
            <ac:chgData name="Bara Hamadeh" userId="S::b_hamadeh@asu.edu.jo::ba91a99f-f3ba-46e6-ad5d-582794b375a9" providerId="AD" clId="Web-{3793892C-1B27-94B2-C221-693367472121}" dt="2024-02-25T23:04:49.614" v="15"/>
            <ac:spMkLst>
              <pc:docMk/>
              <pc:sldMasterMk cId="1719295273" sldId="2147483672"/>
              <pc:sldLayoutMk cId="2606264647" sldId="2147483683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B87DE-9E73-458A-8E46-5005C259709B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C0B3B-8708-4C1B-BF63-D2C17A9533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5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0B3B-8708-4C1B-BF63-D2C17A95331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1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0B3B-8708-4C1B-BF63-D2C17A95331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7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3BE2A-8381-40C9-B3D6-6229E5CD3030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9422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062AF-8B3E-4DB9-828D-83ADE13B6805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25086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F2BB-DF0E-4B1C-ACD2-7C019724981D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05380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3755-EACB-46D1-BFD1-81FC7701AE8C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95183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FC37-99B6-4B88-B98A-9BD403B4378A}" type="datetime1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484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CDD88-3789-4638-AB8D-650CA7D4E8A9}" type="datetime1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65441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F46A-2CA9-4AE5-AF29-103B9F7CEC13}" type="datetime1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2872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4C7BBA-DF5C-454A-B94F-8E4E2F8638DD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67561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9E84-9BE9-4967-ADFE-B13858CEC510}" type="datetime1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07278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2448B-D712-4438-B98F-BC01B3FC3196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92978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A8D3-2D4A-40A6-A64D-6BFF16A79ACA}" type="datetime1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64647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1" y="1845734"/>
            <a:ext cx="11481847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8792" y="6459785"/>
            <a:ext cx="242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8F382D-057B-4A0C-9363-4D711C8934E2}" type="datetime1">
              <a:rPr lang="en-US" smtClean="0"/>
              <a:t>2/25/2024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46895" y="6459785"/>
            <a:ext cx="696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Edited and Reviewed By: I. Bara' Qadomi &amp; I. Bara' Hamadah (FIT, Applied Science Private University)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930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396071-E751-40D2-A926-BDB6331B567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348791" y="1737360"/>
            <a:ext cx="11481847" cy="485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29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80000" indent="-3600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26FD-D193-2F6D-1700-2CC522B16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  <a:cs typeface="Arial"/>
              </a:rPr>
              <a:t>Fundamental Programming in JAVA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DB7FE-4890-3792-0238-F23914BC3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Arial"/>
              </a:rPr>
              <a:t>Array Of Objects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56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pPr marL="342900" lvl="1" indent="-342900">
              <a:buFont typeface="Wingdings" panose="05000000000000000000" pitchFamily="2" charset="2"/>
              <a:buChar char="§"/>
              <a:tabLst>
                <a:tab pos="444500" algn="l"/>
              </a:tabLst>
            </a:pPr>
            <a:r>
              <a:rPr lang="en-US" sz="2400" dirty="0"/>
              <a:t>To  Implement a type that uses an array instance variable.</a:t>
            </a:r>
            <a:endParaRPr lang="en-US" altLang="ar-SA" sz="2400" dirty="0"/>
          </a:p>
          <a:p>
            <a:pPr marL="342900" lvl="1" indent="-342900">
              <a:buFont typeface="Wingdings" panose="05000000000000000000" pitchFamily="2" charset="2"/>
              <a:buChar char="§"/>
              <a:tabLst>
                <a:tab pos="444500" algn="l"/>
              </a:tabLst>
            </a:pPr>
            <a:r>
              <a:rPr lang="en-US" altLang="ar-SA" sz="2400" dirty="0"/>
              <a:t>To describe how to create arrays of objects.</a:t>
            </a:r>
          </a:p>
          <a:p>
            <a:pPr marL="342900" lvl="1" indent="-342900">
              <a:buFont typeface="Wingdings" panose="05000000000000000000" pitchFamily="2" charset="2"/>
              <a:buChar char="§"/>
              <a:tabLst>
                <a:tab pos="444500" algn="l"/>
              </a:tabLst>
            </a:pPr>
            <a:r>
              <a:rPr lang="en-US" altLang="en-US" sz="2400" dirty="0"/>
              <a:t>To store and process objects in arrays.</a:t>
            </a:r>
          </a:p>
          <a:p>
            <a:pPr>
              <a:defRPr/>
            </a:pPr>
            <a:r>
              <a:rPr lang="en-US" sz="2200" dirty="0">
                <a:latin typeface="+mj-lt"/>
                <a:cs typeface="Arial" panose="020B0604020202020204" pitchFamily="34" charset="0"/>
              </a:rPr>
              <a:t>To program common array of objects operations (displaying arrays, summing all elements and finding the minimum and maximum).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  <a:defRPr/>
            </a:pPr>
            <a:endParaRPr lang="en-US" sz="2200" dirty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8CA88-4CE1-2FF4-DD8D-F6AFF13B6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76389556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Array Of Objects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09" y="1845734"/>
            <a:ext cx="11580429" cy="402336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An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+mj-lt"/>
                <a:cs typeface="Times New Roman" pitchFamily="18" charset="0"/>
              </a:rPr>
              <a:t>array</a:t>
            </a:r>
            <a:r>
              <a:rPr lang="en-US" dirty="0">
                <a:latin typeface="+mj-lt"/>
                <a:cs typeface="Times New Roman" pitchFamily="18" charset="0"/>
              </a:rPr>
              <a:t> is a collection of the same data type that dynamically creates objects and can have elements of primitive types.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+mj-lt"/>
                <a:cs typeface="Times New Roman" pitchFamily="18" charset="0"/>
              </a:rPr>
              <a:t>Java</a:t>
            </a:r>
            <a:r>
              <a:rPr lang="en-US" dirty="0">
                <a:latin typeface="+mj-lt"/>
                <a:cs typeface="Times New Roman" pitchFamily="18" charset="0"/>
              </a:rPr>
              <a:t> is an object-oriented programming language, and most of the work is done with the help of objects.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20121967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Array Of Objects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09" y="1845734"/>
            <a:ext cx="11580429" cy="4023360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50000"/>
              </a:lnSpc>
            </a:pPr>
            <a:r>
              <a:rPr lang="en-US">
                <a:latin typeface="+mj-lt"/>
                <a:cs typeface="Times New Roman" pitchFamily="18" charset="0"/>
              </a:rPr>
              <a:t>Java </a:t>
            </a:r>
            <a:r>
              <a:rPr lang="en-US" dirty="0">
                <a:latin typeface="+mj-lt"/>
                <a:cs typeface="Times New Roman" pitchFamily="18" charset="0"/>
              </a:rPr>
              <a:t>allows us to store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+mj-lt"/>
                <a:cs typeface="Times New Roman" pitchFamily="18" charset="0"/>
              </a:rPr>
              <a:t>objects</a:t>
            </a:r>
            <a:r>
              <a:rPr lang="en-US" dirty="0">
                <a:latin typeface="+mj-lt"/>
                <a:cs typeface="Times New Roman" pitchFamily="18" charset="0"/>
              </a:rPr>
              <a:t> in an array.</a:t>
            </a:r>
          </a:p>
          <a:p>
            <a:pPr marL="342900" indent="-342900" algn="just">
              <a:lnSpc>
                <a:spcPct val="150000"/>
              </a:lnSpc>
            </a:pPr>
            <a:r>
              <a:rPr lang="en-US" dirty="0">
                <a:latin typeface="+mj-lt"/>
                <a:cs typeface="Times New Roman" pitchFamily="18" charset="0"/>
              </a:rPr>
              <a:t>If you want to store a single object in your program, then you can do so with the help of a variable of type object. But when you are dealing with numerous objects, it is advisable to use an array of objects.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738BBB-0AA8-3DCA-D70D-202ADE3D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61944186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Array Of Objects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342900" indent="-342900"/>
            <a:r>
              <a:rPr lang="en-US" altLang="en-US" sz="2400" dirty="0">
                <a:cs typeface="Times New Roman" panose="02020603050405020304" pitchFamily="18" charset="0"/>
              </a:rPr>
              <a:t>An array of objects is an array of </a:t>
            </a:r>
            <a:r>
              <a:rPr lang="en-US" altLang="en-US" sz="2400" b="1" dirty="0">
                <a:solidFill>
                  <a:schemeClr val="bg2">
                    <a:lumMod val="75000"/>
                  </a:schemeClr>
                </a:solidFill>
                <a:cs typeface="Times New Roman" panose="02020603050405020304" pitchFamily="18" charset="0"/>
              </a:rPr>
              <a:t>references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cs typeface="Times New Roman" panose="02020603050405020304" pitchFamily="18" charset="0"/>
              </a:rPr>
              <a:t>to</a:t>
            </a:r>
            <a:r>
              <a:rPr lang="en-US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chemeClr val="bg2">
                    <a:lumMod val="75000"/>
                  </a:schemeClr>
                </a:solidFill>
                <a:cs typeface="Times New Roman" panose="02020603050405020304" pitchFamily="18" charset="0"/>
              </a:rPr>
              <a:t>objects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ar-SA" sz="2400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ar-SA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ar-SA" sz="2400" dirty="0"/>
          </a:p>
          <a:p>
            <a:pPr>
              <a:spcBef>
                <a:spcPct val="0"/>
              </a:spcBef>
              <a:buClrTx/>
              <a:defRPr/>
            </a:pPr>
            <a:r>
              <a:rPr lang="en-US" altLang="ar-SA" sz="2400" dirty="0"/>
              <a:t>The </a:t>
            </a:r>
            <a:r>
              <a:rPr lang="en-US" altLang="ar-SA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+mn-cs"/>
              </a:rPr>
              <a:t>boxes</a:t>
            </a:r>
            <a:r>
              <a:rPr lang="en-US" altLang="ar-SA" sz="2400" dirty="0"/>
              <a:t> variable holds the address (reference) of a </a:t>
            </a:r>
            <a:r>
              <a:rPr lang="en-US" altLang="ar-SA" sz="2400" b="1" dirty="0">
                <a:solidFill>
                  <a:schemeClr val="tx2"/>
                </a:solidFill>
                <a:latin typeface="Courier New" panose="02070309020205020404" pitchFamily="49" charset="0"/>
                <a:cs typeface="+mn-cs"/>
              </a:rPr>
              <a:t>Rectangle</a:t>
            </a:r>
            <a:r>
              <a:rPr lang="en-US" altLang="ar-SA" sz="2400" dirty="0"/>
              <a:t> array.</a:t>
            </a:r>
          </a:p>
          <a:p>
            <a:pPr marL="342900" indent="-342900"/>
            <a:endParaRPr lang="en-US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07DBA1-F0A0-8189-26CF-52A2111B3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41" name="Slide Number Placeholder 4">
            <a:extLst>
              <a:ext uri="{FF2B5EF4-FFF2-40B4-BE49-F238E27FC236}">
                <a16:creationId xmlns:a16="http://schemas.microsoft.com/office/drawing/2014/main" id="{A7B6DACF-7FCA-4CE5-2620-37A73C637829}"/>
              </a:ext>
            </a:extLst>
          </p:cNvPr>
          <p:cNvSpPr txBox="1">
            <a:spLocks/>
          </p:cNvSpPr>
          <p:nvPr/>
        </p:nvSpPr>
        <p:spPr>
          <a:xfrm>
            <a:off x="6656082" y="7721515"/>
            <a:ext cx="1905000" cy="457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400" kern="1200" cap="all" baseline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6B9D7506-55EB-4750-B5A6-9F8D3D6224D2}" type="slidenum">
              <a:rPr lang="en-US" altLang="en-US" sz="1400" smtClean="0"/>
              <a:pPr/>
              <a:t>5</a:t>
            </a:fld>
            <a:endParaRPr lang="en-US" altLang="en-US" sz="1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A3265F-8947-CD44-C4D8-653128BE2001}"/>
              </a:ext>
            </a:extLst>
          </p:cNvPr>
          <p:cNvSpPr/>
          <p:nvPr/>
        </p:nvSpPr>
        <p:spPr>
          <a:xfrm>
            <a:off x="1230560" y="2443535"/>
            <a:ext cx="9467557" cy="731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ar-SA" sz="2000" b="1" dirty="0">
              <a:latin typeface="Courier New" panose="02070309020205020404" pitchFamily="49" charset="0"/>
            </a:endParaRPr>
          </a:p>
          <a:p>
            <a:pPr algn="ctr"/>
            <a:r>
              <a:rPr lang="en-US" altLang="ar-SA" sz="2000" b="1" dirty="0">
                <a:latin typeface="Courier New" panose="02070309020205020404" pitchFamily="49" charset="0"/>
              </a:rPr>
              <a:t>Rectangle[] 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latin typeface="Courier New" panose="02070309020205020404" pitchFamily="49" charset="0"/>
              </a:rPr>
              <a:t> = new Rectangle[5];</a:t>
            </a:r>
          </a:p>
          <a:p>
            <a:pPr algn="ctr"/>
            <a:endParaRPr lang="en-US" sz="2000" dirty="0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AAC79B1-AB9D-0A07-88F3-2C9318BA1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005" y="3810000"/>
            <a:ext cx="112777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43EC5FE4-5D41-AE04-5539-9FCB2775A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180" y="4419600"/>
            <a:ext cx="914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8B3B17CE-3C9A-6E6D-A7B3-E197EE590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180" y="4800600"/>
            <a:ext cx="914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10" name="Rectangle 33">
            <a:extLst>
              <a:ext uri="{FF2B5EF4-FFF2-40B4-BE49-F238E27FC236}">
                <a16:creationId xmlns:a16="http://schemas.microsoft.com/office/drawing/2014/main" id="{4EF945C0-A78C-B5DE-9840-CC2B2A945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180" y="5181600"/>
            <a:ext cx="914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>
                <a:solidFill>
                  <a:schemeClr val="tx1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11" name="Rectangle 34">
            <a:extLst>
              <a:ext uri="{FF2B5EF4-FFF2-40B4-BE49-F238E27FC236}">
                <a16:creationId xmlns:a16="http://schemas.microsoft.com/office/drawing/2014/main" id="{DE64039E-A1FF-930E-CBC8-A338D2F2A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180" y="5562600"/>
            <a:ext cx="914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>
                <a:solidFill>
                  <a:schemeClr val="tx1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12" name="Text Box 35">
            <a:extLst>
              <a:ext uri="{FF2B5EF4-FFF2-40B4-BE49-F238E27FC236}">
                <a16:creationId xmlns:a16="http://schemas.microsoft.com/office/drawing/2014/main" id="{CE396055-E528-B804-5425-8E5428900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380" y="4800600"/>
            <a:ext cx="1844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[1]</a:t>
            </a:r>
          </a:p>
        </p:txBody>
      </p:sp>
      <p:sp>
        <p:nvSpPr>
          <p:cNvPr id="13" name="Text Box 36">
            <a:extLst>
              <a:ext uri="{FF2B5EF4-FFF2-40B4-BE49-F238E27FC236}">
                <a16:creationId xmlns:a16="http://schemas.microsoft.com/office/drawing/2014/main" id="{1483E63A-E75C-C2E6-D456-3506013E3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380" y="4419600"/>
            <a:ext cx="1844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[0]</a:t>
            </a: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id="{6C5F1403-FED6-F2BA-A18D-ADAA923E5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80" y="5562600"/>
            <a:ext cx="19970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[3]</a:t>
            </a:r>
          </a:p>
        </p:txBody>
      </p:sp>
      <p:sp>
        <p:nvSpPr>
          <p:cNvPr id="15" name="Text Box 38">
            <a:extLst>
              <a:ext uri="{FF2B5EF4-FFF2-40B4-BE49-F238E27FC236}">
                <a16:creationId xmlns:a16="http://schemas.microsoft.com/office/drawing/2014/main" id="{15CCE45C-9693-DAF9-6834-793439DC74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180" y="5181600"/>
            <a:ext cx="1920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[2]</a:t>
            </a:r>
          </a:p>
        </p:txBody>
      </p:sp>
      <p:cxnSp>
        <p:nvCxnSpPr>
          <p:cNvPr id="16" name="AutoShape 39">
            <a:extLst>
              <a:ext uri="{FF2B5EF4-FFF2-40B4-BE49-F238E27FC236}">
                <a16:creationId xmlns:a16="http://schemas.microsoft.com/office/drawing/2014/main" id="{DB40F85C-D6AB-A402-B01E-7BDB7BBC849B}"/>
              </a:ext>
            </a:extLst>
          </p:cNvPr>
          <p:cNvCxnSpPr>
            <a:cxnSpLocks noChangeShapeType="1"/>
            <a:stCxn id="6" idx="3"/>
            <a:endCxn id="8" idx="0"/>
          </p:cNvCxnSpPr>
          <p:nvPr/>
        </p:nvCxnSpPr>
        <p:spPr bwMode="auto">
          <a:xfrm>
            <a:off x="2665780" y="4000500"/>
            <a:ext cx="609600" cy="4191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45">
            <a:extLst>
              <a:ext uri="{FF2B5EF4-FFF2-40B4-BE49-F238E27FC236}">
                <a16:creationId xmlns:a16="http://schemas.microsoft.com/office/drawing/2014/main" id="{972B14BE-D8AC-2D12-D916-814292E43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180" y="5943600"/>
            <a:ext cx="9144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>
                <a:solidFill>
                  <a:schemeClr val="tx1"/>
                </a:solidFill>
                <a:latin typeface="Times New Roman" panose="02020603050405020304" pitchFamily="18" charset="0"/>
              </a:rPr>
              <a:t>null</a:t>
            </a:r>
          </a:p>
        </p:txBody>
      </p:sp>
      <p:sp>
        <p:nvSpPr>
          <p:cNvPr id="18" name="Text Box 46">
            <a:extLst>
              <a:ext uri="{FF2B5EF4-FFF2-40B4-BE49-F238E27FC236}">
                <a16:creationId xmlns:a16="http://schemas.microsoft.com/office/drawing/2014/main" id="{3E5E5B7B-E13F-E76E-3046-F68820C64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80" y="5943600"/>
            <a:ext cx="2073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[4]</a:t>
            </a:r>
          </a:p>
        </p:txBody>
      </p:sp>
      <p:sp>
        <p:nvSpPr>
          <p:cNvPr id="19" name="Text Box 47">
            <a:extLst>
              <a:ext uri="{FF2B5EF4-FFF2-40B4-BE49-F238E27FC236}">
                <a16:creationId xmlns:a16="http://schemas.microsoft.com/office/drawing/2014/main" id="{8303495E-04A9-9E43-1DC9-2319C4A3B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855" y="4419600"/>
            <a:ext cx="3048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ar-SA" sz="2000" dirty="0">
                <a:latin typeface="+mj-lt"/>
              </a:rPr>
              <a:t>The array is an array of references to </a:t>
            </a:r>
            <a:r>
              <a:rPr lang="en-US" altLang="ar-SA" sz="2000" b="1" dirty="0">
                <a:solidFill>
                  <a:schemeClr val="tx2"/>
                </a:solidFill>
                <a:latin typeface="+mj-lt"/>
                <a:cs typeface="+mn-cs"/>
              </a:rPr>
              <a:t>Rectangle</a:t>
            </a:r>
            <a:r>
              <a:rPr lang="en-US" altLang="ar-SA" sz="2000" dirty="0">
                <a:latin typeface="+mj-lt"/>
              </a:rPr>
              <a:t> objects.</a:t>
            </a:r>
          </a:p>
        </p:txBody>
      </p:sp>
      <p:sp>
        <p:nvSpPr>
          <p:cNvPr id="20" name="Text Box 36">
            <a:extLst>
              <a:ext uri="{FF2B5EF4-FFF2-40B4-BE49-F238E27FC236}">
                <a16:creationId xmlns:a16="http://schemas.microsoft.com/office/drawing/2014/main" id="{0CDF5A6F-80E6-9491-5765-D71C7BD9E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10" y="3810000"/>
            <a:ext cx="1510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17890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5E265-45DE-317E-AF02-42A1EC5DA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ar-SA" sz="4800" dirty="0">
                <a:latin typeface="+mj-lt"/>
                <a:ea typeface="+mj-ea"/>
                <a:cs typeface="+mj-cs"/>
              </a:rPr>
              <a:t>Instantiating Arrays of Objects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6AF1D-00FE-D07A-31FF-C52D761D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89" name="Rectangle 3">
            <a:extLst>
              <a:ext uri="{FF2B5EF4-FFF2-40B4-BE49-F238E27FC236}">
                <a16:creationId xmlns:a16="http://schemas.microsoft.com/office/drawing/2014/main" id="{4FFB644A-0644-06BE-6577-80B9FF1D36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250" y="1846263"/>
            <a:ext cx="11480800" cy="4022725"/>
          </a:xfrm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altLang="ar-SA" dirty="0"/>
              <a:t>Each element needs to be initialized.</a:t>
            </a:r>
          </a:p>
          <a:p>
            <a:pPr marL="342900" indent="-342900">
              <a:lnSpc>
                <a:spcPct val="80000"/>
              </a:lnSpc>
            </a:pPr>
            <a:endParaRPr lang="en-US" altLang="ar-SA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5229190-753B-66AD-F644-AD8F9C8712C2}"/>
              </a:ext>
            </a:extLst>
          </p:cNvPr>
          <p:cNvSpPr/>
          <p:nvPr/>
        </p:nvSpPr>
        <p:spPr>
          <a:xfrm>
            <a:off x="2746045" y="2998171"/>
            <a:ext cx="6687210" cy="1718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for (int 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latin typeface="Courier New" panose="02070309020205020404" pitchFamily="49" charset="0"/>
              </a:rPr>
              <a:t> = 0; 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latin typeface="Courier New" panose="02070309020205020404" pitchFamily="49" charset="0"/>
              </a:rPr>
              <a:t> &lt; 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boxes.length</a:t>
            </a:r>
            <a:r>
              <a:rPr lang="en-US" altLang="ar-SA" sz="2000" b="1" dirty="0">
                <a:latin typeface="Courier New" panose="02070309020205020404" pitchFamily="49" charset="0"/>
              </a:rPr>
              <a:t>; 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latin typeface="Courier New" panose="02070309020205020404" pitchFamily="49" charset="0"/>
              </a:rPr>
              <a:t>++)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     boxes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</a:t>
            </a:r>
            <a:r>
              <a:rPr lang="en-US" altLang="ar-SA" sz="20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i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]</a:t>
            </a:r>
            <a:r>
              <a:rPr lang="en-US" altLang="ar-SA" sz="2000" b="1" dirty="0">
                <a:latin typeface="Courier New" panose="02070309020205020404" pitchFamily="49" charset="0"/>
              </a:rPr>
              <a:t> = new Rectangle();</a:t>
            </a:r>
          </a:p>
        </p:txBody>
      </p:sp>
    </p:spTree>
    <p:extLst>
      <p:ext uri="{BB962C8B-B14F-4D97-AF65-F5344CB8AC3E}">
        <p14:creationId xmlns:p14="http://schemas.microsoft.com/office/powerpoint/2010/main" val="130615644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>
            <a:normAutofit fontScale="90000"/>
          </a:bodyPr>
          <a:lstStyle/>
          <a:p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br>
              <a:rPr lang="en-US" altLang="ar-SA" sz="4800" dirty="0">
                <a:latin typeface="+mj-lt"/>
                <a:ea typeface="+mj-ea"/>
                <a:cs typeface="+mj-cs"/>
              </a:rPr>
            </a:br>
            <a:r>
              <a:rPr lang="en-US" altLang="ar-SA" sz="4800" dirty="0">
                <a:latin typeface="+mj-lt"/>
                <a:ea typeface="+mj-ea"/>
                <a:cs typeface="+mj-cs"/>
              </a:rPr>
              <a:t>Instantiating Arrays of Objects</a:t>
            </a:r>
            <a:endParaRPr lang="en-US" altLang="en-US" sz="48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17B6DB-87BC-F7F6-3318-AD71949D8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sz="2400" dirty="0">
                <a:latin typeface="Courier New" pitchFamily="49" charset="0"/>
              </a:rPr>
              <a:t>         </a:t>
            </a:r>
          </a:p>
          <a:p>
            <a:pPr marL="0" indent="0">
              <a:buNone/>
              <a:defRPr/>
            </a:pPr>
            <a:r>
              <a:rPr lang="en-US" dirty="0">
                <a:latin typeface="Courier New" pitchFamily="49" charset="0"/>
              </a:rPr>
              <a:t>    </a:t>
            </a:r>
            <a:endParaRPr lang="en-US" sz="2400" dirty="0"/>
          </a:p>
          <a:p>
            <a:pPr>
              <a:spcBef>
                <a:spcPts val="0"/>
              </a:spcBef>
              <a:buFont typeface="Monotype Sorts" pitchFamily="2" charset="2"/>
              <a:buNone/>
              <a:defRPr/>
            </a:pPr>
            <a:endParaRPr lang="en-US" sz="2400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2D3E7BD-C602-41A4-7A93-C109FB4F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cxnSp>
        <p:nvCxnSpPr>
          <p:cNvPr id="5" name="AutoShape 43">
            <a:extLst>
              <a:ext uri="{FF2B5EF4-FFF2-40B4-BE49-F238E27FC236}">
                <a16:creationId xmlns:a16="http://schemas.microsoft.com/office/drawing/2014/main" id="{0C82FC49-4A82-4A60-19AE-C4B55BD5C2D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28565" y="5324891"/>
            <a:ext cx="1828800" cy="27463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44">
            <a:extLst>
              <a:ext uri="{FF2B5EF4-FFF2-40B4-BE49-F238E27FC236}">
                <a16:creationId xmlns:a16="http://schemas.microsoft.com/office/drawing/2014/main" id="{3A48BC9F-9C56-5153-9EAB-F1EE5B611033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28565" y="4662903"/>
            <a:ext cx="1828800" cy="5556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" name="AutoShape 45">
            <a:extLst>
              <a:ext uri="{FF2B5EF4-FFF2-40B4-BE49-F238E27FC236}">
                <a16:creationId xmlns:a16="http://schemas.microsoft.com/office/drawing/2014/main" id="{C04D1277-5DA6-CBEC-3E0D-E1A8670DF6C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28565" y="3999328"/>
            <a:ext cx="1828800" cy="8382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46">
            <a:extLst>
              <a:ext uri="{FF2B5EF4-FFF2-40B4-BE49-F238E27FC236}">
                <a16:creationId xmlns:a16="http://schemas.microsoft.com/office/drawing/2014/main" id="{037E4506-D1F1-2A8C-D008-F9B2AE6D26D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28565" y="3337341"/>
            <a:ext cx="1828800" cy="111918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47">
            <a:extLst>
              <a:ext uri="{FF2B5EF4-FFF2-40B4-BE49-F238E27FC236}">
                <a16:creationId xmlns:a16="http://schemas.microsoft.com/office/drawing/2014/main" id="{3D23D74D-6F7C-C865-F84E-8597180981D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915865" y="2675354"/>
            <a:ext cx="1841500" cy="1438274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1" name="Group 1">
            <a:extLst>
              <a:ext uri="{FF2B5EF4-FFF2-40B4-BE49-F238E27FC236}">
                <a16:creationId xmlns:a16="http://schemas.microsoft.com/office/drawing/2014/main" id="{5258D605-1D0F-7470-4AC0-DE49C9FFA3C7}"/>
              </a:ext>
            </a:extLst>
          </p:cNvPr>
          <p:cNvGrpSpPr>
            <a:grpSpLocks/>
          </p:cNvGrpSpPr>
          <p:nvPr/>
        </p:nvGrpSpPr>
        <p:grpSpPr bwMode="auto">
          <a:xfrm>
            <a:off x="6757365" y="2462628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13" name="Text Box 48">
              <a:extLst>
                <a:ext uri="{FF2B5EF4-FFF2-40B4-BE49-F238E27FC236}">
                  <a16:creationId xmlns:a16="http://schemas.microsoft.com/office/drawing/2014/main" id="{ED87F53D-0B2C-D86A-A40E-BFFFBB764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14" name="Text Box 50">
              <a:extLst>
                <a:ext uri="{FF2B5EF4-FFF2-40B4-BE49-F238E27FC236}">
                  <a16:creationId xmlns:a16="http://schemas.microsoft.com/office/drawing/2014/main" id="{9AB0073E-1637-C96D-6ABB-EAF0569BD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15" name="Text Box 50">
              <a:extLst>
                <a:ext uri="{FF2B5EF4-FFF2-40B4-BE49-F238E27FC236}">
                  <a16:creationId xmlns:a16="http://schemas.microsoft.com/office/drawing/2014/main" id="{8634580D-0F0F-3363-EBDA-09828A928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16" name="Group 40">
            <a:extLst>
              <a:ext uri="{FF2B5EF4-FFF2-40B4-BE49-F238E27FC236}">
                <a16:creationId xmlns:a16="http://schemas.microsoft.com/office/drawing/2014/main" id="{12FA9DDA-0E9F-7E93-1A3E-09453B3B6237}"/>
              </a:ext>
            </a:extLst>
          </p:cNvPr>
          <p:cNvGrpSpPr>
            <a:grpSpLocks/>
          </p:cNvGrpSpPr>
          <p:nvPr/>
        </p:nvGrpSpPr>
        <p:grpSpPr bwMode="auto">
          <a:xfrm>
            <a:off x="6757365" y="3115091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17" name="Text Box 48">
              <a:extLst>
                <a:ext uri="{FF2B5EF4-FFF2-40B4-BE49-F238E27FC236}">
                  <a16:creationId xmlns:a16="http://schemas.microsoft.com/office/drawing/2014/main" id="{79251315-58DC-AC61-C459-633ABE3C9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429FF29E-5B4C-A1AE-63A6-9E218B2B9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375025E6-3ECB-6C71-D2DA-7082440EB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20" name="Group 44">
            <a:extLst>
              <a:ext uri="{FF2B5EF4-FFF2-40B4-BE49-F238E27FC236}">
                <a16:creationId xmlns:a16="http://schemas.microsoft.com/office/drawing/2014/main" id="{80A9DF89-34B6-0CD2-6EB5-9E032F69AC39}"/>
              </a:ext>
            </a:extLst>
          </p:cNvPr>
          <p:cNvGrpSpPr>
            <a:grpSpLocks/>
          </p:cNvGrpSpPr>
          <p:nvPr/>
        </p:nvGrpSpPr>
        <p:grpSpPr bwMode="auto">
          <a:xfrm>
            <a:off x="6757365" y="3819941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21" name="Text Box 48">
              <a:extLst>
                <a:ext uri="{FF2B5EF4-FFF2-40B4-BE49-F238E27FC236}">
                  <a16:creationId xmlns:a16="http://schemas.microsoft.com/office/drawing/2014/main" id="{520442A7-E8E5-66C1-02F0-2F55BAD76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22" name="Text Box 50">
              <a:extLst>
                <a:ext uri="{FF2B5EF4-FFF2-40B4-BE49-F238E27FC236}">
                  <a16:creationId xmlns:a16="http://schemas.microsoft.com/office/drawing/2014/main" id="{E2D3A0F0-BA04-D564-D8FB-65D683413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23" name="Text Box 50">
              <a:extLst>
                <a:ext uri="{FF2B5EF4-FFF2-40B4-BE49-F238E27FC236}">
                  <a16:creationId xmlns:a16="http://schemas.microsoft.com/office/drawing/2014/main" id="{477AA485-237B-A227-0991-CD4C98591F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24" name="Group 48">
            <a:extLst>
              <a:ext uri="{FF2B5EF4-FFF2-40B4-BE49-F238E27FC236}">
                <a16:creationId xmlns:a16="http://schemas.microsoft.com/office/drawing/2014/main" id="{4031D516-6CA7-144C-011D-AC1CE21728BF}"/>
              </a:ext>
            </a:extLst>
          </p:cNvPr>
          <p:cNvGrpSpPr>
            <a:grpSpLocks/>
          </p:cNvGrpSpPr>
          <p:nvPr/>
        </p:nvGrpSpPr>
        <p:grpSpPr bwMode="auto">
          <a:xfrm>
            <a:off x="6765303" y="4429541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25" name="Text Box 48">
              <a:extLst>
                <a:ext uri="{FF2B5EF4-FFF2-40B4-BE49-F238E27FC236}">
                  <a16:creationId xmlns:a16="http://schemas.microsoft.com/office/drawing/2014/main" id="{38CC2604-B946-D1B1-3702-D2B39BF2F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26" name="Text Box 50">
              <a:extLst>
                <a:ext uri="{FF2B5EF4-FFF2-40B4-BE49-F238E27FC236}">
                  <a16:creationId xmlns:a16="http://schemas.microsoft.com/office/drawing/2014/main" id="{FA1299FD-3767-39D1-E5D8-EBC1970BB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27" name="Text Box 50">
              <a:extLst>
                <a:ext uri="{FF2B5EF4-FFF2-40B4-BE49-F238E27FC236}">
                  <a16:creationId xmlns:a16="http://schemas.microsoft.com/office/drawing/2014/main" id="{D682A405-175E-0ED1-A0A0-1FDF08565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28" name="Group 52">
            <a:extLst>
              <a:ext uri="{FF2B5EF4-FFF2-40B4-BE49-F238E27FC236}">
                <a16:creationId xmlns:a16="http://schemas.microsoft.com/office/drawing/2014/main" id="{3C510D36-0ECD-6428-B4C6-BA719417FDE0}"/>
              </a:ext>
            </a:extLst>
          </p:cNvPr>
          <p:cNvGrpSpPr>
            <a:grpSpLocks/>
          </p:cNvGrpSpPr>
          <p:nvPr/>
        </p:nvGrpSpPr>
        <p:grpSpPr bwMode="auto">
          <a:xfrm>
            <a:off x="6757365" y="5112166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29" name="Text Box 48">
              <a:extLst>
                <a:ext uri="{FF2B5EF4-FFF2-40B4-BE49-F238E27FC236}">
                  <a16:creationId xmlns:a16="http://schemas.microsoft.com/office/drawing/2014/main" id="{B499F1F6-F2D1-E92B-08FB-E9EE68665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30" name="Text Box 50">
              <a:extLst>
                <a:ext uri="{FF2B5EF4-FFF2-40B4-BE49-F238E27FC236}">
                  <a16:creationId xmlns:a16="http://schemas.microsoft.com/office/drawing/2014/main" id="{92662C41-AA29-679B-488A-F3F5C87C1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31" name="Text Box 50">
              <a:extLst>
                <a:ext uri="{FF2B5EF4-FFF2-40B4-BE49-F238E27FC236}">
                  <a16:creationId xmlns:a16="http://schemas.microsoft.com/office/drawing/2014/main" id="{100B36C0-C324-6D0C-0C3F-17DA1DEC9D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sp>
        <p:nvSpPr>
          <p:cNvPr id="32" name="Text Box 47">
            <a:extLst>
              <a:ext uri="{FF2B5EF4-FFF2-40B4-BE49-F238E27FC236}">
                <a16:creationId xmlns:a16="http://schemas.microsoft.com/office/drawing/2014/main" id="{7A795579-E2D4-9F6C-30CC-23D6B4806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303" y="1995903"/>
            <a:ext cx="3048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ar-SA" sz="2400" b="1" dirty="0">
                <a:solidFill>
                  <a:schemeClr val="tx2"/>
                </a:solidFill>
                <a:latin typeface="Courier New" panose="02070309020205020404" pitchFamily="49" charset="0"/>
                <a:cs typeface="+mn-cs"/>
              </a:rPr>
              <a:t>Rectangle</a:t>
            </a:r>
            <a:r>
              <a:rPr lang="en-US" altLang="ar-SA" sz="2400" dirty="0">
                <a:latin typeface="Courier New" panose="02070309020205020404" pitchFamily="49" charset="0"/>
              </a:rPr>
              <a:t> </a:t>
            </a:r>
            <a:r>
              <a:rPr lang="en-US" altLang="ar-SA" sz="2400" dirty="0"/>
              <a:t>objects.</a:t>
            </a:r>
          </a:p>
        </p:txBody>
      </p:sp>
      <p:sp>
        <p:nvSpPr>
          <p:cNvPr id="33" name="Text Box 28">
            <a:extLst>
              <a:ext uri="{FF2B5EF4-FFF2-40B4-BE49-F238E27FC236}">
                <a16:creationId xmlns:a16="http://schemas.microsoft.com/office/drawing/2014/main" id="{40D730DF-3F0E-67EE-30D7-C363C67DE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365" y="2549038"/>
            <a:ext cx="48009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1800" dirty="0"/>
              <a:t>The </a:t>
            </a: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  <a:cs typeface="+mn-cs"/>
              </a:rPr>
              <a:t>boxes</a:t>
            </a:r>
            <a:r>
              <a:rPr lang="en-US" altLang="ar-SA" sz="1800" dirty="0"/>
              <a:t> variable holds the address (reference)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1800" dirty="0"/>
              <a:t> of an </a:t>
            </a:r>
            <a:r>
              <a:rPr lang="en-US" altLang="ar-SA" sz="1800" b="1" dirty="0">
                <a:solidFill>
                  <a:schemeClr val="tx2"/>
                </a:solidFill>
                <a:latin typeface="Courier New" panose="02070309020205020404" pitchFamily="49" charset="0"/>
                <a:cs typeface="+mn-cs"/>
              </a:rPr>
              <a:t>Rectangle</a:t>
            </a:r>
            <a:r>
              <a:rPr lang="en-US" altLang="ar-SA" sz="1800" dirty="0"/>
              <a:t> array.</a:t>
            </a:r>
          </a:p>
        </p:txBody>
      </p:sp>
      <p:sp>
        <p:nvSpPr>
          <p:cNvPr id="34" name="Rectangle 30">
            <a:extLst>
              <a:ext uri="{FF2B5EF4-FFF2-40B4-BE49-F238E27FC236}">
                <a16:creationId xmlns:a16="http://schemas.microsoft.com/office/drawing/2014/main" id="{BF1B4F3C-6D2D-F931-621F-4B7FF7ED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0370" y="3275428"/>
            <a:ext cx="112777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5" name="Rectangle 31">
            <a:extLst>
              <a:ext uri="{FF2B5EF4-FFF2-40B4-BE49-F238E27FC236}">
                <a16:creationId xmlns:a16="http://schemas.microsoft.com/office/drawing/2014/main" id="{6F26B28D-C240-2B8F-0003-1C6E60B1E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44" y="3885028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1CE73A10-2D98-C13B-D6FC-22F426F3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44" y="4266028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9021E3E9-661C-61DA-8FC3-5A1A033D1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44" y="4647028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C55DE97D-A743-03B2-CD16-7E0037383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44" y="5028028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9" name="Text Box 35">
            <a:extLst>
              <a:ext uri="{FF2B5EF4-FFF2-40B4-BE49-F238E27FC236}">
                <a16:creationId xmlns:a16="http://schemas.microsoft.com/office/drawing/2014/main" id="{A4030FA8-9CC5-8295-5478-30D4F3F63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5" y="4266028"/>
            <a:ext cx="184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[1]</a:t>
            </a:r>
          </a:p>
        </p:txBody>
      </p:sp>
      <p:sp>
        <p:nvSpPr>
          <p:cNvPr id="40" name="Text Box 36">
            <a:extLst>
              <a:ext uri="{FF2B5EF4-FFF2-40B4-BE49-F238E27FC236}">
                <a16:creationId xmlns:a16="http://schemas.microsoft.com/office/drawing/2014/main" id="{7925C63A-AC4B-D847-CB45-671B28D2C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745" y="3885028"/>
            <a:ext cx="184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[0]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E1011573-F801-8C29-94A5-F2416BAB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345" y="5028028"/>
            <a:ext cx="1997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[3]</a:t>
            </a:r>
          </a:p>
        </p:txBody>
      </p:sp>
      <p:sp>
        <p:nvSpPr>
          <p:cNvPr id="42" name="Text Box 38">
            <a:extLst>
              <a:ext uri="{FF2B5EF4-FFF2-40B4-BE49-F238E27FC236}">
                <a16:creationId xmlns:a16="http://schemas.microsoft.com/office/drawing/2014/main" id="{9CDBB3F9-5DE5-2437-A08C-ED888BD4F9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5545" y="4647028"/>
            <a:ext cx="192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[2]</a:t>
            </a:r>
          </a:p>
        </p:txBody>
      </p:sp>
      <p:cxnSp>
        <p:nvCxnSpPr>
          <p:cNvPr id="43" name="AutoShape 39">
            <a:extLst>
              <a:ext uri="{FF2B5EF4-FFF2-40B4-BE49-F238E27FC236}">
                <a16:creationId xmlns:a16="http://schemas.microsoft.com/office/drawing/2014/main" id="{08749900-30B9-EEA7-DC55-D4CA7CCA7633}"/>
              </a:ext>
            </a:extLst>
          </p:cNvPr>
          <p:cNvCxnSpPr>
            <a:cxnSpLocks noChangeShapeType="1"/>
            <a:stCxn id="34" idx="3"/>
            <a:endCxn id="35" idx="0"/>
          </p:cNvCxnSpPr>
          <p:nvPr/>
        </p:nvCxnSpPr>
        <p:spPr bwMode="auto">
          <a:xfrm>
            <a:off x="3708145" y="3465928"/>
            <a:ext cx="741272" cy="4191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Rectangle 45">
            <a:extLst>
              <a:ext uri="{FF2B5EF4-FFF2-40B4-BE49-F238E27FC236}">
                <a16:creationId xmlns:a16="http://schemas.microsoft.com/office/drawing/2014/main" id="{C044C732-DFF9-A856-5A10-A29140FD6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544" y="5409028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45" name="Text Box 46">
            <a:extLst>
              <a:ext uri="{FF2B5EF4-FFF2-40B4-BE49-F238E27FC236}">
                <a16:creationId xmlns:a16="http://schemas.microsoft.com/office/drawing/2014/main" id="{0C5AF720-F04A-C6BC-0AC0-6C5D97034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145" y="5409028"/>
            <a:ext cx="2073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[4]</a:t>
            </a:r>
          </a:p>
        </p:txBody>
      </p:sp>
      <p:sp>
        <p:nvSpPr>
          <p:cNvPr id="47" name="Text Box 36">
            <a:extLst>
              <a:ext uri="{FF2B5EF4-FFF2-40B4-BE49-F238E27FC236}">
                <a16:creationId xmlns:a16="http://schemas.microsoft.com/office/drawing/2014/main" id="{B89B250B-2C30-5C7C-64AB-1FC2A2C21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575" y="3275428"/>
            <a:ext cx="151019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endParaRPr lang="en-US" altLang="ar-SA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2442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01F80-D22E-AFBA-ED72-175EBEA0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altLang="en-US" sz="4800" dirty="0"/>
              <a:t>Invoking a method in array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0E4D-3F75-D330-728A-4D60B4559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An array of objects is actually an array of reference variables. </a:t>
            </a: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dirty="0"/>
              <a:t>   So invoking </a:t>
            </a:r>
            <a:r>
              <a:rPr lang="en-US" altLang="ar-SA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boxes[3].</a:t>
            </a:r>
            <a:r>
              <a:rPr lang="en-US" altLang="ar-SA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setLength</a:t>
            </a:r>
            <a:r>
              <a:rPr lang="en-US" altLang="ar-SA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(8.3) </a:t>
            </a:r>
            <a:r>
              <a:rPr lang="en-US" altLang="en-US" dirty="0"/>
              <a:t>involves </a:t>
            </a:r>
            <a:r>
              <a:rPr lang="en-US" altLang="en-US" b="1" dirty="0"/>
              <a:t>two</a:t>
            </a:r>
            <a:r>
              <a:rPr lang="en-US" altLang="en-US" dirty="0"/>
              <a:t> levels of referencing as shown in the next figure.</a:t>
            </a: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ar-SA" dirty="0"/>
              <a:t>	</a:t>
            </a:r>
            <a:r>
              <a:rPr lang="en-US" altLang="ar-SA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boxes[3].</a:t>
            </a:r>
            <a:r>
              <a:rPr lang="en-US" altLang="ar-SA" sz="2400" b="1" dirty="0" err="1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setLength</a:t>
            </a:r>
            <a:r>
              <a:rPr lang="en-US" altLang="ar-SA" sz="24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(8.3)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en-US" dirty="0"/>
              <a:t>   </a:t>
            </a:r>
            <a:r>
              <a:rPr lang="en-US" altLang="ar-SA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boxes</a:t>
            </a:r>
            <a:r>
              <a:rPr lang="en-US" altLang="en-US" dirty="0"/>
              <a:t> references to the </a:t>
            </a:r>
            <a:r>
              <a:rPr lang="en-US" altLang="en-US" b="1" dirty="0"/>
              <a:t>entire array</a:t>
            </a:r>
            <a:r>
              <a:rPr lang="en-US" altLang="en-US" dirty="0"/>
              <a:t>. </a:t>
            </a:r>
          </a:p>
          <a:p>
            <a:pPr>
              <a:lnSpc>
                <a:spcPct val="90000"/>
              </a:lnSpc>
              <a:buFont typeface="Monotype Sorts"/>
              <a:buNone/>
            </a:pPr>
            <a:r>
              <a:rPr lang="en-US" altLang="ar-SA" dirty="0"/>
              <a:t>   </a:t>
            </a:r>
            <a:r>
              <a:rPr lang="en-US" altLang="ar-SA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boxes</a:t>
            </a:r>
            <a:r>
              <a:rPr lang="en-US" altLang="en-US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[3]</a:t>
            </a:r>
            <a:r>
              <a:rPr lang="en-US" alt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altLang="en-US" dirty="0"/>
              <a:t>references to a </a:t>
            </a:r>
            <a:r>
              <a:rPr lang="en-US" altLang="en-US" b="1" dirty="0"/>
              <a:t>Rectangle object</a:t>
            </a:r>
            <a:r>
              <a:rPr lang="en-US" altLang="en-US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C68D9-D5B1-17E5-68BC-4BA8D621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130052764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BC0C-7B9B-9A2C-8857-260FCDC7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Invoking a method in array of objects</a:t>
            </a:r>
            <a:r>
              <a:rPr lang="en-US" altLang="ar-SA" sz="4400" dirty="0">
                <a:solidFill>
                  <a:schemeClr val="tx1"/>
                </a:solidFill>
                <a:cs typeface="Tahoma" panose="020B0604030504040204" pitchFamily="34" charset="0"/>
              </a:rPr>
              <a:t>(</a:t>
            </a:r>
            <a:r>
              <a:rPr lang="en-US" altLang="ar-SA" sz="4400" dirty="0" err="1">
                <a:solidFill>
                  <a:schemeClr val="tx1"/>
                </a:solidFill>
                <a:cs typeface="Tahoma" panose="020B0604030504040204" pitchFamily="34" charset="0"/>
              </a:rPr>
              <a:t>cont</a:t>
            </a:r>
            <a:r>
              <a:rPr lang="en-US" altLang="ar-SA" sz="4400" dirty="0">
                <a:solidFill>
                  <a:schemeClr val="tx1"/>
                </a:solidFill>
                <a:cs typeface="Tahoma" panose="020B0604030504040204" pitchFamily="34" charset="0"/>
              </a:rPr>
              <a:t>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A4733-210F-885C-39CF-65B6D491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0111BB-33F5-DEEF-EF2D-661AC33F2D1D}"/>
              </a:ext>
            </a:extLst>
          </p:cNvPr>
          <p:cNvSpPr/>
          <p:nvPr/>
        </p:nvSpPr>
        <p:spPr>
          <a:xfrm>
            <a:off x="1446662" y="1828625"/>
            <a:ext cx="5390865" cy="99311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9850" indent="0" algn="ctr" eaLnBrk="1" hangingPunct="1"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US" altLang="ar-SA" sz="2000" b="1" dirty="0">
                <a:latin typeface="Courier New" panose="02070309020205020404" pitchFamily="49" charset="0"/>
              </a:rPr>
              <a:t>boxes[3].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setLength</a:t>
            </a:r>
            <a:r>
              <a:rPr lang="en-US" altLang="ar-SA" sz="2000" b="1" dirty="0">
                <a:latin typeface="Courier New" panose="02070309020205020404" pitchFamily="49" charset="0"/>
              </a:rPr>
              <a:t>(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8.3</a:t>
            </a:r>
            <a:r>
              <a:rPr lang="en-US" altLang="ar-SA" sz="2000" b="1" dirty="0">
                <a:latin typeface="Courier New" panose="02070309020205020404" pitchFamily="49" charset="0"/>
              </a:rPr>
              <a:t>); boxes[3].</a:t>
            </a:r>
            <a:r>
              <a:rPr lang="en-US" altLang="ar-SA" sz="2000" b="1" dirty="0" err="1">
                <a:latin typeface="Courier New" panose="02070309020205020404" pitchFamily="49" charset="0"/>
              </a:rPr>
              <a:t>setWidth</a:t>
            </a:r>
            <a:r>
              <a:rPr lang="en-US" altLang="ar-SA" sz="2000" b="1" dirty="0">
                <a:latin typeface="Courier New" panose="02070309020205020404" pitchFamily="49" charset="0"/>
              </a:rPr>
              <a:t>(</a:t>
            </a:r>
            <a:r>
              <a:rPr lang="en-US" altLang="ar-SA" sz="2000" b="1" dirty="0">
                <a:solidFill>
                  <a:schemeClr val="bg2">
                    <a:lumMod val="75000"/>
                  </a:schemeClr>
                </a:solidFill>
                <a:latin typeface="Courier New" panose="02070309020205020404" pitchFamily="49" charset="0"/>
              </a:rPr>
              <a:t>4.1</a:t>
            </a:r>
            <a:r>
              <a:rPr lang="en-US" altLang="ar-SA" sz="2000" b="1" dirty="0">
                <a:latin typeface="Courier New" panose="02070309020205020404" pitchFamily="49" charset="0"/>
              </a:rPr>
              <a:t>);</a:t>
            </a:r>
            <a:endParaRPr lang="en-US" sz="2000" dirty="0"/>
          </a:p>
        </p:txBody>
      </p:sp>
      <p:cxnSp>
        <p:nvCxnSpPr>
          <p:cNvPr id="47" name="AutoShape 43">
            <a:extLst>
              <a:ext uri="{FF2B5EF4-FFF2-40B4-BE49-F238E27FC236}">
                <a16:creationId xmlns:a16="http://schemas.microsoft.com/office/drawing/2014/main" id="{E208D05D-F313-BFA7-9D80-180705DB690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87064" y="5778778"/>
            <a:ext cx="1828800" cy="27463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44">
            <a:extLst>
              <a:ext uri="{FF2B5EF4-FFF2-40B4-BE49-F238E27FC236}">
                <a16:creationId xmlns:a16="http://schemas.microsoft.com/office/drawing/2014/main" id="{C7D02646-8303-731D-562E-90D759AD710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87064" y="5116790"/>
            <a:ext cx="1828800" cy="5556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45">
            <a:extLst>
              <a:ext uri="{FF2B5EF4-FFF2-40B4-BE49-F238E27FC236}">
                <a16:creationId xmlns:a16="http://schemas.microsoft.com/office/drawing/2014/main" id="{E559ED11-7725-8130-0276-D60A96C8D09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87064" y="4453215"/>
            <a:ext cx="1828800" cy="8382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AutoShape 46">
            <a:extLst>
              <a:ext uri="{FF2B5EF4-FFF2-40B4-BE49-F238E27FC236}">
                <a16:creationId xmlns:a16="http://schemas.microsoft.com/office/drawing/2014/main" id="{96253D8A-61FE-A2AE-E3CA-D672F1BD6C7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87064" y="3791228"/>
            <a:ext cx="1828800" cy="1119187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" name="AutoShape 47">
            <a:extLst>
              <a:ext uri="{FF2B5EF4-FFF2-40B4-BE49-F238E27FC236}">
                <a16:creationId xmlns:a16="http://schemas.microsoft.com/office/drawing/2014/main" id="{8302C057-5125-49F3-8710-61349FC6CD90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74364" y="3129241"/>
            <a:ext cx="1841500" cy="1438274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3" name="Group 1">
            <a:extLst>
              <a:ext uri="{FF2B5EF4-FFF2-40B4-BE49-F238E27FC236}">
                <a16:creationId xmlns:a16="http://schemas.microsoft.com/office/drawing/2014/main" id="{09A7323F-DB94-3269-EC12-E2D9BAD364D0}"/>
              </a:ext>
            </a:extLst>
          </p:cNvPr>
          <p:cNvGrpSpPr>
            <a:grpSpLocks/>
          </p:cNvGrpSpPr>
          <p:nvPr/>
        </p:nvGrpSpPr>
        <p:grpSpPr bwMode="auto">
          <a:xfrm>
            <a:off x="7415864" y="2935566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54" name="Text Box 48">
              <a:extLst>
                <a:ext uri="{FF2B5EF4-FFF2-40B4-BE49-F238E27FC236}">
                  <a16:creationId xmlns:a16="http://schemas.microsoft.com/office/drawing/2014/main" id="{1C01BD75-F165-7D6C-62EB-39D012C08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55" name="Text Box 50">
              <a:extLst>
                <a:ext uri="{FF2B5EF4-FFF2-40B4-BE49-F238E27FC236}">
                  <a16:creationId xmlns:a16="http://schemas.microsoft.com/office/drawing/2014/main" id="{785B32AB-0785-66F1-36D4-BA91728C04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56" name="Text Box 50">
              <a:extLst>
                <a:ext uri="{FF2B5EF4-FFF2-40B4-BE49-F238E27FC236}">
                  <a16:creationId xmlns:a16="http://schemas.microsoft.com/office/drawing/2014/main" id="{68802F2C-FF10-9C16-8255-49367193C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57" name="Group 40">
            <a:extLst>
              <a:ext uri="{FF2B5EF4-FFF2-40B4-BE49-F238E27FC236}">
                <a16:creationId xmlns:a16="http://schemas.microsoft.com/office/drawing/2014/main" id="{3AA9D696-5E3B-766A-2EF3-EAA3C4C4CF9D}"/>
              </a:ext>
            </a:extLst>
          </p:cNvPr>
          <p:cNvGrpSpPr>
            <a:grpSpLocks/>
          </p:cNvGrpSpPr>
          <p:nvPr/>
        </p:nvGrpSpPr>
        <p:grpSpPr bwMode="auto">
          <a:xfrm>
            <a:off x="7415864" y="3588029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58" name="Text Box 48">
              <a:extLst>
                <a:ext uri="{FF2B5EF4-FFF2-40B4-BE49-F238E27FC236}">
                  <a16:creationId xmlns:a16="http://schemas.microsoft.com/office/drawing/2014/main" id="{57917B92-E42E-A735-B97D-3C3CE0946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59" name="Text Box 50">
              <a:extLst>
                <a:ext uri="{FF2B5EF4-FFF2-40B4-BE49-F238E27FC236}">
                  <a16:creationId xmlns:a16="http://schemas.microsoft.com/office/drawing/2014/main" id="{7B4E2AB6-4BD1-2489-4E19-A2A26DC1EF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60" name="Text Box 50">
              <a:extLst>
                <a:ext uri="{FF2B5EF4-FFF2-40B4-BE49-F238E27FC236}">
                  <a16:creationId xmlns:a16="http://schemas.microsoft.com/office/drawing/2014/main" id="{687A217F-6672-4317-E5CF-7213CD3CF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61" name="Group 44">
            <a:extLst>
              <a:ext uri="{FF2B5EF4-FFF2-40B4-BE49-F238E27FC236}">
                <a16:creationId xmlns:a16="http://schemas.microsoft.com/office/drawing/2014/main" id="{5D8C01F9-8C4E-F6FF-27FE-971CEE43E75C}"/>
              </a:ext>
            </a:extLst>
          </p:cNvPr>
          <p:cNvGrpSpPr>
            <a:grpSpLocks/>
          </p:cNvGrpSpPr>
          <p:nvPr/>
        </p:nvGrpSpPr>
        <p:grpSpPr bwMode="auto">
          <a:xfrm>
            <a:off x="7415864" y="4292879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62" name="Text Box 48">
              <a:extLst>
                <a:ext uri="{FF2B5EF4-FFF2-40B4-BE49-F238E27FC236}">
                  <a16:creationId xmlns:a16="http://schemas.microsoft.com/office/drawing/2014/main" id="{281BF856-026D-D77E-52B2-62299DD8C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63" name="Text Box 50">
              <a:extLst>
                <a:ext uri="{FF2B5EF4-FFF2-40B4-BE49-F238E27FC236}">
                  <a16:creationId xmlns:a16="http://schemas.microsoft.com/office/drawing/2014/main" id="{B9834A30-92E3-280A-678D-5820C6B8B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64" name="Text Box 50">
              <a:extLst>
                <a:ext uri="{FF2B5EF4-FFF2-40B4-BE49-F238E27FC236}">
                  <a16:creationId xmlns:a16="http://schemas.microsoft.com/office/drawing/2014/main" id="{4FD5B207-6A53-43D6-D9D2-001FECC5F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grpSp>
        <p:nvGrpSpPr>
          <p:cNvPr id="65" name="Group 48">
            <a:extLst>
              <a:ext uri="{FF2B5EF4-FFF2-40B4-BE49-F238E27FC236}">
                <a16:creationId xmlns:a16="http://schemas.microsoft.com/office/drawing/2014/main" id="{75644E16-8D2D-42C3-388D-357D58A8B2EF}"/>
              </a:ext>
            </a:extLst>
          </p:cNvPr>
          <p:cNvGrpSpPr>
            <a:grpSpLocks/>
          </p:cNvGrpSpPr>
          <p:nvPr/>
        </p:nvGrpSpPr>
        <p:grpSpPr bwMode="auto">
          <a:xfrm>
            <a:off x="7423802" y="4902479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66" name="Text Box 48">
              <a:extLst>
                <a:ext uri="{FF2B5EF4-FFF2-40B4-BE49-F238E27FC236}">
                  <a16:creationId xmlns:a16="http://schemas.microsoft.com/office/drawing/2014/main" id="{73A1A8BF-A654-1991-3597-6D79359DF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67" name="Text Box 50">
              <a:extLst>
                <a:ext uri="{FF2B5EF4-FFF2-40B4-BE49-F238E27FC236}">
                  <a16:creationId xmlns:a16="http://schemas.microsoft.com/office/drawing/2014/main" id="{9487A6FF-DC8E-2751-7771-7A98B7535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74200"/>
              <a:ext cx="457200" cy="30777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4.1</a:t>
              </a:r>
            </a:p>
          </p:txBody>
        </p:sp>
        <p:sp>
          <p:nvSpPr>
            <p:cNvPr id="68" name="Text Box 50">
              <a:extLst>
                <a:ext uri="{FF2B5EF4-FFF2-40B4-BE49-F238E27FC236}">
                  <a16:creationId xmlns:a16="http://schemas.microsoft.com/office/drawing/2014/main" id="{6EFB8D03-5675-6AEB-A46E-9919FD136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174600"/>
              <a:ext cx="457200" cy="307777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400" b="1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8.3</a:t>
              </a:r>
            </a:p>
          </p:txBody>
        </p:sp>
      </p:grpSp>
      <p:grpSp>
        <p:nvGrpSpPr>
          <p:cNvPr id="69" name="Group 52">
            <a:extLst>
              <a:ext uri="{FF2B5EF4-FFF2-40B4-BE49-F238E27FC236}">
                <a16:creationId xmlns:a16="http://schemas.microsoft.com/office/drawing/2014/main" id="{DDC49B94-0CA6-EF33-0AD6-ED3D7F316484}"/>
              </a:ext>
            </a:extLst>
          </p:cNvPr>
          <p:cNvGrpSpPr>
            <a:grpSpLocks/>
          </p:cNvGrpSpPr>
          <p:nvPr/>
        </p:nvGrpSpPr>
        <p:grpSpPr bwMode="auto">
          <a:xfrm>
            <a:off x="7415864" y="5585104"/>
            <a:ext cx="2778125" cy="400050"/>
            <a:chOff x="5715000" y="3124200"/>
            <a:chExt cx="2778552" cy="400050"/>
          </a:xfrm>
          <a:solidFill>
            <a:schemeClr val="accent2"/>
          </a:solidFill>
        </p:grpSpPr>
        <p:sp>
          <p:nvSpPr>
            <p:cNvPr id="70" name="Text Box 48">
              <a:extLst>
                <a:ext uri="{FF2B5EF4-FFF2-40B4-BE49-F238E27FC236}">
                  <a16:creationId xmlns:a16="http://schemas.microsoft.com/office/drawing/2014/main" id="{66A5EC3E-0D06-F3FB-670D-FEC7A2D9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length        ,    width</a:t>
              </a:r>
            </a:p>
          </p:txBody>
        </p:sp>
        <p:sp>
          <p:nvSpPr>
            <p:cNvPr id="71" name="Text Box 50">
              <a:extLst>
                <a:ext uri="{FF2B5EF4-FFF2-40B4-BE49-F238E27FC236}">
                  <a16:creationId xmlns:a16="http://schemas.microsoft.com/office/drawing/2014/main" id="{8F9449E0-173F-9BC4-183A-4B0A5F5D2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75" y="31996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72" name="Text Box 50">
              <a:extLst>
                <a:ext uri="{FF2B5EF4-FFF2-40B4-BE49-F238E27FC236}">
                  <a16:creationId xmlns:a16="http://schemas.microsoft.com/office/drawing/2014/main" id="{F578CCEC-3749-8A0B-E574-74D1266F7C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3525" y="3200000"/>
              <a:ext cx="457200" cy="28416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200">
                  <a:solidFill>
                    <a:schemeClr val="bg1"/>
                  </a:solidFill>
                  <a:latin typeface="Times New Roman" panose="02020603050405020304" pitchFamily="18" charset="0"/>
                </a:rPr>
                <a:t>0.0</a:t>
              </a:r>
            </a:p>
          </p:txBody>
        </p:sp>
      </p:grpSp>
      <p:sp>
        <p:nvSpPr>
          <p:cNvPr id="73" name="Text Box 47">
            <a:extLst>
              <a:ext uri="{FF2B5EF4-FFF2-40B4-BE49-F238E27FC236}">
                <a16:creationId xmlns:a16="http://schemas.microsoft.com/office/drawing/2014/main" id="{C39823CD-3612-BF15-F2B3-ACE2819D2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802" y="2449790"/>
            <a:ext cx="3048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ar-SA" sz="2400" b="1" dirty="0">
                <a:solidFill>
                  <a:schemeClr val="tx2"/>
                </a:solidFill>
                <a:latin typeface="Courier New" panose="02070309020205020404" pitchFamily="49" charset="0"/>
                <a:cs typeface="+mn-cs"/>
              </a:rPr>
              <a:t>Rectangle</a:t>
            </a:r>
            <a:r>
              <a:rPr lang="en-US" altLang="ar-SA" sz="2400" dirty="0">
                <a:latin typeface="Courier New" panose="02070309020205020404" pitchFamily="49" charset="0"/>
              </a:rPr>
              <a:t> </a:t>
            </a:r>
            <a:r>
              <a:rPr lang="en-US" altLang="ar-SA" sz="2400" dirty="0"/>
              <a:t>objects.</a:t>
            </a:r>
          </a:p>
        </p:txBody>
      </p:sp>
      <p:sp>
        <p:nvSpPr>
          <p:cNvPr id="74" name="Text Box 28">
            <a:extLst>
              <a:ext uri="{FF2B5EF4-FFF2-40B4-BE49-F238E27FC236}">
                <a16:creationId xmlns:a16="http://schemas.microsoft.com/office/drawing/2014/main" id="{CDADA758-8CE4-4939-99B6-F87E0FBA7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10" y="3002925"/>
            <a:ext cx="595588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dirty="0">
                <a:latin typeface="+mj-lt"/>
              </a:rPr>
              <a:t>The </a:t>
            </a:r>
            <a:r>
              <a:rPr lang="en-US" altLang="ar-SA" sz="2000" b="1" dirty="0">
                <a:solidFill>
                  <a:srgbClr val="FF0000"/>
                </a:solidFill>
                <a:latin typeface="+mj-lt"/>
                <a:cs typeface="+mn-cs"/>
              </a:rPr>
              <a:t>boxes</a:t>
            </a:r>
            <a:r>
              <a:rPr lang="en-US" altLang="ar-SA" sz="2000" dirty="0">
                <a:latin typeface="+mj-lt"/>
              </a:rPr>
              <a:t> variable holds the address (reference)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dirty="0">
                <a:latin typeface="+mj-lt"/>
              </a:rPr>
              <a:t> of an </a:t>
            </a:r>
            <a:r>
              <a:rPr lang="en-US" altLang="ar-SA" sz="2000" b="1" dirty="0">
                <a:solidFill>
                  <a:schemeClr val="tx2"/>
                </a:solidFill>
                <a:latin typeface="+mj-lt"/>
                <a:cs typeface="+mn-cs"/>
              </a:rPr>
              <a:t>Rectangle</a:t>
            </a:r>
            <a:r>
              <a:rPr lang="en-US" altLang="ar-SA" sz="2000" dirty="0">
                <a:latin typeface="+mj-lt"/>
              </a:rPr>
              <a:t> array.</a:t>
            </a:r>
          </a:p>
        </p:txBody>
      </p:sp>
      <p:sp>
        <p:nvSpPr>
          <p:cNvPr id="75" name="Rectangle 30">
            <a:extLst>
              <a:ext uri="{FF2B5EF4-FFF2-40B4-BE49-F238E27FC236}">
                <a16:creationId xmlns:a16="http://schemas.microsoft.com/office/drawing/2014/main" id="{6D98EBB9-5295-E588-9D3D-3411CB3E4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869" y="3748366"/>
            <a:ext cx="112777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76" name="Rectangle 31">
            <a:extLst>
              <a:ext uri="{FF2B5EF4-FFF2-40B4-BE49-F238E27FC236}">
                <a16:creationId xmlns:a16="http://schemas.microsoft.com/office/drawing/2014/main" id="{44EAA323-8162-A2F5-9A5B-BDF10888E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043" y="4357966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E7970612-6657-AA08-EB52-7ADF735BD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043" y="4738966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2CF1538B-DA1E-E3DC-46CE-4223C7FC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043" y="5119966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79" name="Rectangle 34">
            <a:extLst>
              <a:ext uri="{FF2B5EF4-FFF2-40B4-BE49-F238E27FC236}">
                <a16:creationId xmlns:a16="http://schemas.microsoft.com/office/drawing/2014/main" id="{82302F55-A4B7-863A-FC92-C7A307652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043" y="5500966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80" name="Text Box 35">
            <a:extLst>
              <a:ext uri="{FF2B5EF4-FFF2-40B4-BE49-F238E27FC236}">
                <a16:creationId xmlns:a16="http://schemas.microsoft.com/office/drawing/2014/main" id="{B1403862-1A72-DE71-26DA-7492EC659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244" y="4719915"/>
            <a:ext cx="184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[1]</a:t>
            </a:r>
          </a:p>
        </p:txBody>
      </p:sp>
      <p:sp>
        <p:nvSpPr>
          <p:cNvPr id="81" name="Text Box 36">
            <a:extLst>
              <a:ext uri="{FF2B5EF4-FFF2-40B4-BE49-F238E27FC236}">
                <a16:creationId xmlns:a16="http://schemas.microsoft.com/office/drawing/2014/main" id="{15B04BC1-4DE3-5932-399D-D810ECF19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244" y="4338915"/>
            <a:ext cx="1844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[0]</a:t>
            </a:r>
          </a:p>
        </p:txBody>
      </p:sp>
      <p:sp>
        <p:nvSpPr>
          <p:cNvPr id="82" name="Text Box 37">
            <a:extLst>
              <a:ext uri="{FF2B5EF4-FFF2-40B4-BE49-F238E27FC236}">
                <a16:creationId xmlns:a16="http://schemas.microsoft.com/office/drawing/2014/main" id="{753FF57D-8BC3-6851-B447-804C9A97E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7844" y="5481915"/>
            <a:ext cx="1997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[3]</a:t>
            </a:r>
          </a:p>
        </p:txBody>
      </p:sp>
      <p:sp>
        <p:nvSpPr>
          <p:cNvPr id="83" name="Text Box 38">
            <a:extLst>
              <a:ext uri="{FF2B5EF4-FFF2-40B4-BE49-F238E27FC236}">
                <a16:creationId xmlns:a16="http://schemas.microsoft.com/office/drawing/2014/main" id="{3E38A002-CADC-FEBC-8F00-8690BFC7F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4044" y="5100915"/>
            <a:ext cx="1920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[2]</a:t>
            </a:r>
          </a:p>
        </p:txBody>
      </p:sp>
      <p:cxnSp>
        <p:nvCxnSpPr>
          <p:cNvPr id="84" name="AutoShape 39">
            <a:extLst>
              <a:ext uri="{FF2B5EF4-FFF2-40B4-BE49-F238E27FC236}">
                <a16:creationId xmlns:a16="http://schemas.microsoft.com/office/drawing/2014/main" id="{28B31527-3648-8399-9F26-20C6CBBAB7C0}"/>
              </a:ext>
            </a:extLst>
          </p:cNvPr>
          <p:cNvCxnSpPr>
            <a:cxnSpLocks noChangeShapeType="1"/>
            <a:stCxn id="75" idx="3"/>
            <a:endCxn id="76" idx="0"/>
          </p:cNvCxnSpPr>
          <p:nvPr/>
        </p:nvCxnSpPr>
        <p:spPr bwMode="auto">
          <a:xfrm>
            <a:off x="4366644" y="3938866"/>
            <a:ext cx="741272" cy="4191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Rectangle 45">
            <a:extLst>
              <a:ext uri="{FF2B5EF4-FFF2-40B4-BE49-F238E27FC236}">
                <a16:creationId xmlns:a16="http://schemas.microsoft.com/office/drawing/2014/main" id="{C842C280-25CC-6A58-AC44-53ADBC7F3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9043" y="5862915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86" name="Text Box 46">
            <a:extLst>
              <a:ext uri="{FF2B5EF4-FFF2-40B4-BE49-F238E27FC236}">
                <a16:creationId xmlns:a16="http://schemas.microsoft.com/office/drawing/2014/main" id="{19F8B59A-F15D-D32F-6333-28918A417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644" y="5862915"/>
            <a:ext cx="2073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r>
              <a:rPr lang="en-US" altLang="ar-SA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[4]</a:t>
            </a:r>
          </a:p>
        </p:txBody>
      </p:sp>
      <p:sp>
        <p:nvSpPr>
          <p:cNvPr id="87" name="Text Box 36">
            <a:extLst>
              <a:ext uri="{FF2B5EF4-FFF2-40B4-BE49-F238E27FC236}">
                <a16:creationId xmlns:a16="http://schemas.microsoft.com/office/drawing/2014/main" id="{CF42DA97-CDCC-4C22-0034-7F280A45F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074" y="3729315"/>
            <a:ext cx="151019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boxes</a:t>
            </a:r>
            <a:endParaRPr lang="en-US" altLang="ar-SA" sz="1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90504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C6C2-D198-3BDB-ED52-5FCA591F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Objects - Example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94B3D02-534D-73BA-2681-45C23DDED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28649" y="1787856"/>
            <a:ext cx="8122129" cy="5070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6136A-6A16-C050-DC42-7B9B235E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55591673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359D9-1C39-4EB9-A5AB-6214B714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Objects – Example Cont.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E9921-873F-478E-A239-7E78DDCA5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2C0089E-319A-4188-8969-6A5E75B6A3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370" y="1737360"/>
            <a:ext cx="6801134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094414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C6C2-D198-3BDB-ED52-5FCA591F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Objects -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6136A-6A16-C050-DC42-7B9B235E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8" name="Content Placeholder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BAF34471-B832-D28B-E98E-C04953F44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37360"/>
            <a:ext cx="5418437" cy="4636144"/>
          </a:xfr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5FB17D4-0E41-A9EB-24F3-A57B215992F0}"/>
              </a:ext>
            </a:extLst>
          </p:cNvPr>
          <p:cNvSpPr txBox="1"/>
          <p:nvPr/>
        </p:nvSpPr>
        <p:spPr>
          <a:xfrm>
            <a:off x="5491491" y="1967061"/>
            <a:ext cx="609834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cs typeface="Times New Roman" panose="02020603050405020304" pitchFamily="18" charset="0"/>
              </a:rPr>
              <a:t>initializing each member of the array when creating it</a:t>
            </a:r>
            <a:r>
              <a:rPr lang="en-US" altLang="en-US" sz="2400" dirty="0"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defRPr/>
            </a:pPr>
            <a:endParaRPr lang="en-US" altLang="ar-SA" sz="2400" dirty="0">
              <a:solidFill>
                <a:schemeClr val="bg2">
                  <a:lumMod val="75000"/>
                </a:schemeClr>
              </a:solidFill>
              <a:cs typeface="Times New Roman" panose="02020603050405020304" pitchFamily="18" charset="0"/>
            </a:endParaRPr>
          </a:p>
          <a:p>
            <a:pPr lvl="1" eaLnBrk="1" hangingPunct="1">
              <a:buFontTx/>
              <a:buNone/>
              <a:defRPr/>
            </a:pPr>
            <a:r>
              <a:rPr lang="en-US" altLang="ar-SA" sz="2400" b="1" dirty="0">
                <a:latin typeface="Courier New" panose="02070309020205020404" pitchFamily="49" charset="0"/>
              </a:rPr>
              <a:t>Car[] cars = </a:t>
            </a:r>
            <a:r>
              <a:rPr lang="en-US" altLang="ar-SA" sz="2400" b="1" dirty="0">
                <a:solidFill>
                  <a:srgbClr val="7030A0"/>
                </a:solidFill>
                <a:latin typeface="Courier New" panose="02070309020205020404" pitchFamily="49" charset="0"/>
              </a:rPr>
              <a:t>new</a:t>
            </a:r>
            <a:r>
              <a:rPr lang="en-US" altLang="ar-SA" sz="2400" b="1" dirty="0">
                <a:latin typeface="Courier New" panose="02070309020205020404" pitchFamily="49" charset="0"/>
              </a:rPr>
              <a:t> Car[]{</a:t>
            </a:r>
          </a:p>
          <a:p>
            <a:pPr lvl="1" eaLnBrk="1" hangingPunct="1">
              <a:buFontTx/>
              <a:buNone/>
              <a:defRPr/>
            </a:pPr>
            <a:r>
              <a:rPr lang="en-US" altLang="ar-SA" sz="2400" b="1" dirty="0">
                <a:latin typeface="Courier New" panose="02070309020205020404" pitchFamily="49" charset="0"/>
              </a:rPr>
              <a:t>   </a:t>
            </a:r>
            <a:r>
              <a:rPr lang="en-US" altLang="ar-SA" sz="2400" b="1" dirty="0">
                <a:solidFill>
                  <a:srgbClr val="7030A0"/>
                </a:solidFill>
                <a:latin typeface="Courier New" panose="02070309020205020404" pitchFamily="49" charset="0"/>
              </a:rPr>
              <a:t>new</a:t>
            </a:r>
            <a:r>
              <a:rPr lang="en-US" altLang="ar-SA" sz="2400" b="1" dirty="0">
                <a:latin typeface="Courier New" panose="02070309020205020404" pitchFamily="49" charset="0"/>
              </a:rPr>
              <a:t> Car("</a:t>
            </a:r>
            <a:r>
              <a:rPr lang="en-US" altLang="ar-SA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Toyota</a:t>
            </a:r>
            <a:r>
              <a:rPr lang="en-US" altLang="ar-SA" sz="2400" b="1" dirty="0">
                <a:latin typeface="Courier New" panose="02070309020205020404" pitchFamily="49" charset="0"/>
              </a:rPr>
              <a:t>", </a:t>
            </a:r>
            <a:r>
              <a:rPr lang="en-US" altLang="ar-SA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2022</a:t>
            </a:r>
            <a:r>
              <a:rPr lang="en-US" altLang="ar-SA" sz="2400" b="1" dirty="0">
                <a:latin typeface="Courier New" panose="02070309020205020404" pitchFamily="49" charset="0"/>
              </a:rPr>
              <a:t>),</a:t>
            </a:r>
          </a:p>
          <a:p>
            <a:pPr lvl="1" eaLnBrk="1" hangingPunct="1">
              <a:buFontTx/>
              <a:buNone/>
              <a:defRPr/>
            </a:pPr>
            <a:r>
              <a:rPr lang="en-US" altLang="ar-SA" sz="2400" b="1" dirty="0">
                <a:latin typeface="Courier New" panose="02070309020205020404" pitchFamily="49" charset="0"/>
              </a:rPr>
              <a:t>   </a:t>
            </a:r>
            <a:r>
              <a:rPr lang="en-US" altLang="ar-SA" sz="2400" b="1" dirty="0">
                <a:solidFill>
                  <a:srgbClr val="7030A0"/>
                </a:solidFill>
                <a:latin typeface="Courier New" panose="02070309020205020404" pitchFamily="49" charset="0"/>
              </a:rPr>
              <a:t>new</a:t>
            </a:r>
            <a:r>
              <a:rPr lang="en-US" altLang="ar-SA" sz="2400" b="1" dirty="0">
                <a:latin typeface="Courier New" panose="02070309020205020404" pitchFamily="49" charset="0"/>
              </a:rPr>
              <a:t> Car("</a:t>
            </a:r>
            <a:r>
              <a:rPr lang="en-US" altLang="ar-SA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BMW</a:t>
            </a:r>
            <a:r>
              <a:rPr lang="en-US" altLang="ar-SA" sz="2400" b="1" dirty="0">
                <a:latin typeface="Courier New" panose="02070309020205020404" pitchFamily="49" charset="0"/>
              </a:rPr>
              <a:t>", </a:t>
            </a:r>
            <a:r>
              <a:rPr lang="en-US" altLang="ar-SA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2018</a:t>
            </a:r>
            <a:r>
              <a:rPr lang="en-US" altLang="ar-SA" sz="2400" b="1" dirty="0">
                <a:latin typeface="Courier New" panose="02070309020205020404" pitchFamily="49" charset="0"/>
              </a:rPr>
              <a:t>),</a:t>
            </a:r>
          </a:p>
          <a:p>
            <a:pPr lvl="1" eaLnBrk="1" hangingPunct="1">
              <a:buFontTx/>
              <a:buNone/>
              <a:defRPr/>
            </a:pPr>
            <a:r>
              <a:rPr lang="en-US" altLang="ar-SA" sz="2400" b="1" dirty="0">
                <a:latin typeface="Courier New" panose="02070309020205020404" pitchFamily="49" charset="0"/>
              </a:rPr>
              <a:t>   </a:t>
            </a:r>
            <a:r>
              <a:rPr lang="en-US" altLang="ar-SA" sz="2400" b="1" dirty="0">
                <a:solidFill>
                  <a:srgbClr val="7030A0"/>
                </a:solidFill>
                <a:latin typeface="Courier New" panose="02070309020205020404" pitchFamily="49" charset="0"/>
              </a:rPr>
              <a:t>new</a:t>
            </a:r>
            <a:r>
              <a:rPr lang="en-US" altLang="ar-SA" sz="2400" b="1" dirty="0">
                <a:latin typeface="Courier New" panose="02070309020205020404" pitchFamily="49" charset="0"/>
              </a:rPr>
              <a:t> Car()};</a:t>
            </a:r>
          </a:p>
        </p:txBody>
      </p:sp>
    </p:spTree>
    <p:extLst>
      <p:ext uri="{BB962C8B-B14F-4D97-AF65-F5344CB8AC3E}">
        <p14:creationId xmlns:p14="http://schemas.microsoft.com/office/powerpoint/2010/main" val="97439953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C6C2-D198-3BDB-ED52-5FCA591F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Objects - 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6136A-6A16-C050-DC42-7B9B235E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cxnSp>
        <p:nvCxnSpPr>
          <p:cNvPr id="9" name="AutoShape 45">
            <a:extLst>
              <a:ext uri="{FF2B5EF4-FFF2-40B4-BE49-F238E27FC236}">
                <a16:creationId xmlns:a16="http://schemas.microsoft.com/office/drawing/2014/main" id="{EA4B18A4-9C88-EA0B-7CA4-926A9748631C}"/>
              </a:ext>
            </a:extLst>
          </p:cNvPr>
          <p:cNvCxnSpPr>
            <a:cxnSpLocks noChangeShapeType="1"/>
            <a:endCxn id="21" idx="1"/>
          </p:cNvCxnSpPr>
          <p:nvPr/>
        </p:nvCxnSpPr>
        <p:spPr bwMode="auto">
          <a:xfrm>
            <a:off x="5516563" y="4731732"/>
            <a:ext cx="2014723" cy="323824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46">
            <a:extLst>
              <a:ext uri="{FF2B5EF4-FFF2-40B4-BE49-F238E27FC236}">
                <a16:creationId xmlns:a16="http://schemas.microsoft.com/office/drawing/2014/main" id="{C4ED2F7C-E5FE-4687-9858-0CA079F9ACF5}"/>
              </a:ext>
            </a:extLst>
          </p:cNvPr>
          <p:cNvCxnSpPr>
            <a:cxnSpLocks noChangeShapeType="1"/>
            <a:endCxn id="17" idx="1"/>
          </p:cNvCxnSpPr>
          <p:nvPr/>
        </p:nvCxnSpPr>
        <p:spPr bwMode="auto">
          <a:xfrm flipV="1">
            <a:off x="5616526" y="4024817"/>
            <a:ext cx="1938523" cy="390526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47">
            <a:extLst>
              <a:ext uri="{FF2B5EF4-FFF2-40B4-BE49-F238E27FC236}">
                <a16:creationId xmlns:a16="http://schemas.microsoft.com/office/drawing/2014/main" id="{CF5E30EA-C4EB-1B4A-2C03-A19D158C371E}"/>
              </a:ext>
            </a:extLst>
          </p:cNvPr>
          <p:cNvCxnSpPr>
            <a:cxnSpLocks noChangeShapeType="1"/>
            <a:endCxn id="13" idx="1"/>
          </p:cNvCxnSpPr>
          <p:nvPr/>
        </p:nvCxnSpPr>
        <p:spPr bwMode="auto">
          <a:xfrm flipV="1">
            <a:off x="5603826" y="3042287"/>
            <a:ext cx="1966875" cy="887813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Group 1">
            <a:extLst>
              <a:ext uri="{FF2B5EF4-FFF2-40B4-BE49-F238E27FC236}">
                <a16:creationId xmlns:a16="http://schemas.microsoft.com/office/drawing/2014/main" id="{98E4DCEA-BE3D-EDBB-8798-EC7AB6AD66D2}"/>
              </a:ext>
            </a:extLst>
          </p:cNvPr>
          <p:cNvGrpSpPr>
            <a:grpSpLocks/>
          </p:cNvGrpSpPr>
          <p:nvPr/>
        </p:nvGrpSpPr>
        <p:grpSpPr bwMode="auto">
          <a:xfrm>
            <a:off x="7570701" y="2836637"/>
            <a:ext cx="3158360" cy="405675"/>
            <a:chOff x="5715000" y="3118575"/>
            <a:chExt cx="2778552" cy="405675"/>
          </a:xfrm>
          <a:solidFill>
            <a:schemeClr val="accent2"/>
          </a:solidFill>
        </p:grpSpPr>
        <p:sp>
          <p:nvSpPr>
            <p:cNvPr id="13" name="Text Box 48">
              <a:extLst>
                <a:ext uri="{FF2B5EF4-FFF2-40B4-BE49-F238E27FC236}">
                  <a16:creationId xmlns:a16="http://schemas.microsoft.com/office/drawing/2014/main" id="{3AEE22A3-15DC-E4BE-CAF3-47EEAD121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make                   year</a:t>
              </a:r>
            </a:p>
          </p:txBody>
        </p:sp>
        <p:sp>
          <p:nvSpPr>
            <p:cNvPr id="14" name="Text Box 50">
              <a:extLst>
                <a:ext uri="{FF2B5EF4-FFF2-40B4-BE49-F238E27FC236}">
                  <a16:creationId xmlns:a16="http://schemas.microsoft.com/office/drawing/2014/main" id="{832D059A-4451-85A6-1054-9885BC845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6467" y="3140547"/>
              <a:ext cx="589339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2022</a:t>
              </a:r>
            </a:p>
          </p:txBody>
        </p:sp>
        <p:sp>
          <p:nvSpPr>
            <p:cNvPr id="15" name="Text Box 50">
              <a:extLst>
                <a:ext uri="{FF2B5EF4-FFF2-40B4-BE49-F238E27FC236}">
                  <a16:creationId xmlns:a16="http://schemas.microsoft.com/office/drawing/2014/main" id="{0A7A9F15-1CBD-AEE5-50CE-D8344F4662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7136" y="3118575"/>
              <a:ext cx="731165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Toyota</a:t>
              </a:r>
            </a:p>
          </p:txBody>
        </p:sp>
      </p:grpSp>
      <p:grpSp>
        <p:nvGrpSpPr>
          <p:cNvPr id="16" name="Group 40">
            <a:extLst>
              <a:ext uri="{FF2B5EF4-FFF2-40B4-BE49-F238E27FC236}">
                <a16:creationId xmlns:a16="http://schemas.microsoft.com/office/drawing/2014/main" id="{8CE65793-6DB6-2548-7E32-4AAB5A9D271E}"/>
              </a:ext>
            </a:extLst>
          </p:cNvPr>
          <p:cNvGrpSpPr>
            <a:grpSpLocks/>
          </p:cNvGrpSpPr>
          <p:nvPr/>
        </p:nvGrpSpPr>
        <p:grpSpPr bwMode="auto">
          <a:xfrm>
            <a:off x="7555049" y="3817740"/>
            <a:ext cx="3158360" cy="407102"/>
            <a:chOff x="5715000" y="3117148"/>
            <a:chExt cx="2778552" cy="407102"/>
          </a:xfrm>
          <a:solidFill>
            <a:schemeClr val="accent2"/>
          </a:solidFill>
        </p:grpSpPr>
        <p:sp>
          <p:nvSpPr>
            <p:cNvPr id="17" name="Text Box 48">
              <a:extLst>
                <a:ext uri="{FF2B5EF4-FFF2-40B4-BE49-F238E27FC236}">
                  <a16:creationId xmlns:a16="http://schemas.microsoft.com/office/drawing/2014/main" id="{0B0A3377-99A7-C9F7-9AB1-AF3B00F69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make                   year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8CE30A2E-9A7F-0663-B036-D3A823EA4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6484" y="3117148"/>
              <a:ext cx="589339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2018</a:t>
              </a:r>
            </a:p>
          </p:txBody>
        </p:sp>
        <p:sp>
          <p:nvSpPr>
            <p:cNvPr id="19" name="Text Box 50">
              <a:extLst>
                <a:ext uri="{FF2B5EF4-FFF2-40B4-BE49-F238E27FC236}">
                  <a16:creationId xmlns:a16="http://schemas.microsoft.com/office/drawing/2014/main" id="{F2013C7A-ACFA-8ADC-4FBE-8B49E9378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3111" y="3144893"/>
              <a:ext cx="731165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BMW</a:t>
              </a:r>
            </a:p>
          </p:txBody>
        </p:sp>
      </p:grpSp>
      <p:grpSp>
        <p:nvGrpSpPr>
          <p:cNvPr id="20" name="Group 44">
            <a:extLst>
              <a:ext uri="{FF2B5EF4-FFF2-40B4-BE49-F238E27FC236}">
                <a16:creationId xmlns:a16="http://schemas.microsoft.com/office/drawing/2014/main" id="{68482C3C-E1EA-7260-05AB-F5498673079A}"/>
              </a:ext>
            </a:extLst>
          </p:cNvPr>
          <p:cNvGrpSpPr>
            <a:grpSpLocks/>
          </p:cNvGrpSpPr>
          <p:nvPr/>
        </p:nvGrpSpPr>
        <p:grpSpPr bwMode="auto">
          <a:xfrm>
            <a:off x="7531286" y="4855531"/>
            <a:ext cx="3158360" cy="404539"/>
            <a:chOff x="5715000" y="3124200"/>
            <a:chExt cx="2778552" cy="404539"/>
          </a:xfrm>
          <a:solidFill>
            <a:schemeClr val="accent2"/>
          </a:solidFill>
        </p:grpSpPr>
        <p:sp>
          <p:nvSpPr>
            <p:cNvPr id="21" name="Text Box 48">
              <a:extLst>
                <a:ext uri="{FF2B5EF4-FFF2-40B4-BE49-F238E27FC236}">
                  <a16:creationId xmlns:a16="http://schemas.microsoft.com/office/drawing/2014/main" id="{7A8F1F84-7C80-98FD-36B1-3DF6A9C23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5000" y="3124200"/>
              <a:ext cx="2778552" cy="4000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make                   year</a:t>
              </a:r>
            </a:p>
          </p:txBody>
        </p:sp>
        <p:sp>
          <p:nvSpPr>
            <p:cNvPr id="22" name="Text Box 50">
              <a:extLst>
                <a:ext uri="{FF2B5EF4-FFF2-40B4-BE49-F238E27FC236}">
                  <a16:creationId xmlns:a16="http://schemas.microsoft.com/office/drawing/2014/main" id="{C9E8C2F6-D7F8-3B39-3964-33ADAAEAD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466" y="3139559"/>
              <a:ext cx="589339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3" name="Text Box 50">
              <a:extLst>
                <a:ext uri="{FF2B5EF4-FFF2-40B4-BE49-F238E27FC236}">
                  <a16:creationId xmlns:a16="http://schemas.microsoft.com/office/drawing/2014/main" id="{97C67539-ADD4-BD59-B791-F4407B9D7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3111" y="3159407"/>
              <a:ext cx="731165" cy="3693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400">
                  <a:solidFill>
                    <a:schemeClr val="tx2"/>
                  </a:solidFill>
                  <a:latin typeface="Century Gothic" panose="020B0502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200">
                  <a:solidFill>
                    <a:schemeClr val="tx2"/>
                  </a:solidFill>
                  <a:latin typeface="Century Gothic" panose="020B0502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2000">
                  <a:solidFill>
                    <a:schemeClr val="tx2"/>
                  </a:solidFill>
                  <a:latin typeface="Century Gothic" panose="020B0502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>
                  <a:solidFill>
                    <a:schemeClr val="tx2"/>
                  </a:solidFill>
                  <a:latin typeface="Century Gothic" panose="020B0502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6000"/>
                <a:buFont typeface="Wingdings 2" panose="05020102010507070707" pitchFamily="18" charset="2"/>
                <a:buChar char=""/>
                <a:defRPr sz="1600">
                  <a:solidFill>
                    <a:schemeClr val="tx2"/>
                  </a:solidFill>
                  <a:latin typeface="Century Gothic" panose="020B0502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ar-SA" sz="18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null</a:t>
              </a:r>
            </a:p>
          </p:txBody>
        </p:sp>
      </p:grpSp>
      <p:sp>
        <p:nvSpPr>
          <p:cNvPr id="24" name="Text Box 47">
            <a:extLst>
              <a:ext uri="{FF2B5EF4-FFF2-40B4-BE49-F238E27FC236}">
                <a16:creationId xmlns:a16="http://schemas.microsoft.com/office/drawing/2014/main" id="{3E673BB8-9570-5D1F-AF95-A53CFEDA5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2026" y="2252463"/>
            <a:ext cx="3048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  <a:defRPr/>
            </a:pPr>
            <a:r>
              <a:rPr lang="en-US" altLang="ar-SA" sz="2400" b="1" dirty="0">
                <a:solidFill>
                  <a:schemeClr val="tx2"/>
                </a:solidFill>
                <a:latin typeface="Courier New" panose="02070309020205020404" pitchFamily="49" charset="0"/>
                <a:cs typeface="+mn-cs"/>
              </a:rPr>
              <a:t>   Car</a:t>
            </a:r>
            <a:r>
              <a:rPr lang="en-US" altLang="ar-SA" sz="2400" dirty="0">
                <a:latin typeface="Courier New" panose="02070309020205020404" pitchFamily="49" charset="0"/>
              </a:rPr>
              <a:t> </a:t>
            </a:r>
            <a:r>
              <a:rPr lang="en-US" altLang="ar-SA" sz="2400" dirty="0"/>
              <a:t>objects.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B29DC0B1-6C33-C54C-0CA4-1CA34F37E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753" y="2044424"/>
            <a:ext cx="480093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D885E3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885E3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885E3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885E3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885E3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dirty="0">
                <a:latin typeface="+mj-lt"/>
              </a:rPr>
              <a:t>The </a:t>
            </a:r>
            <a:r>
              <a:rPr lang="en-US" altLang="ar-SA" sz="2000" b="1" dirty="0">
                <a:solidFill>
                  <a:srgbClr val="FF0000"/>
                </a:solidFill>
                <a:latin typeface="+mj-lt"/>
                <a:cs typeface="+mn-cs"/>
              </a:rPr>
              <a:t>cars</a:t>
            </a:r>
            <a:r>
              <a:rPr lang="en-US" altLang="ar-SA" sz="2000" dirty="0">
                <a:latin typeface="+mj-lt"/>
              </a:rPr>
              <a:t> variable holds the address (reference)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ar-SA" sz="2000" dirty="0">
                <a:latin typeface="+mj-lt"/>
              </a:rPr>
              <a:t> of a </a:t>
            </a:r>
            <a:r>
              <a:rPr lang="en-US" altLang="ar-SA" sz="2000" b="1" dirty="0">
                <a:solidFill>
                  <a:srgbClr val="FF0000"/>
                </a:solidFill>
                <a:latin typeface="+mj-lt"/>
                <a:cs typeface="+mn-cs"/>
              </a:rPr>
              <a:t>Car</a:t>
            </a:r>
            <a:r>
              <a:rPr lang="en-US" altLang="ar-SA" sz="2000" dirty="0">
                <a:latin typeface="+mj-lt"/>
              </a:rPr>
              <a:t> array.</a:t>
            </a:r>
          </a:p>
        </p:txBody>
      </p:sp>
      <p:sp>
        <p:nvSpPr>
          <p:cNvPr id="26" name="Rectangle 30">
            <a:extLst>
              <a:ext uri="{FF2B5EF4-FFF2-40B4-BE49-F238E27FC236}">
                <a16:creationId xmlns:a16="http://schemas.microsoft.com/office/drawing/2014/main" id="{1F094602-3542-4366-3293-86DC7FB2E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331" y="3169632"/>
            <a:ext cx="112777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27" name="Rectangle 31">
            <a:extLst>
              <a:ext uri="{FF2B5EF4-FFF2-40B4-BE49-F238E27FC236}">
                <a16:creationId xmlns:a16="http://schemas.microsoft.com/office/drawing/2014/main" id="{C2E57FAB-5ED2-1D51-7D80-5193D97B4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505" y="3779232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28" name="Rectangle 32">
            <a:extLst>
              <a:ext uri="{FF2B5EF4-FFF2-40B4-BE49-F238E27FC236}">
                <a16:creationId xmlns:a16="http://schemas.microsoft.com/office/drawing/2014/main" id="{61657FA7-3047-0154-F9C9-49C850783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505" y="4160232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29" name="Rectangle 33">
            <a:extLst>
              <a:ext uri="{FF2B5EF4-FFF2-40B4-BE49-F238E27FC236}">
                <a16:creationId xmlns:a16="http://schemas.microsoft.com/office/drawing/2014/main" id="{3BE9880B-6C9E-0519-1FF2-1B883335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505" y="4541232"/>
            <a:ext cx="1177745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1800" dirty="0">
                <a:solidFill>
                  <a:schemeClr val="tx1"/>
                </a:solidFill>
                <a:latin typeface="Times New Roman" panose="02020603050405020304" pitchFamily="18" charset="0"/>
              </a:rPr>
              <a:t>reference</a:t>
            </a:r>
          </a:p>
        </p:txBody>
      </p:sp>
      <p:sp>
        <p:nvSpPr>
          <p:cNvPr id="30" name="Text Box 35">
            <a:extLst>
              <a:ext uri="{FF2B5EF4-FFF2-40B4-BE49-F238E27FC236}">
                <a16:creationId xmlns:a16="http://schemas.microsoft.com/office/drawing/2014/main" id="{1B23880D-E250-ABA9-0E7B-0F5C91446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706" y="4160232"/>
            <a:ext cx="1844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cars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[1]</a:t>
            </a:r>
          </a:p>
        </p:txBody>
      </p:sp>
      <p:sp>
        <p:nvSpPr>
          <p:cNvPr id="31" name="Text Box 36">
            <a:extLst>
              <a:ext uri="{FF2B5EF4-FFF2-40B4-BE49-F238E27FC236}">
                <a16:creationId xmlns:a16="http://schemas.microsoft.com/office/drawing/2014/main" id="{BA954805-5A5B-4CB2-AA80-9B1D05592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9706" y="3779232"/>
            <a:ext cx="1844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cars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[0]</a:t>
            </a:r>
          </a:p>
        </p:txBody>
      </p:sp>
      <p:sp>
        <p:nvSpPr>
          <p:cNvPr id="32" name="Text Box 38">
            <a:extLst>
              <a:ext uri="{FF2B5EF4-FFF2-40B4-BE49-F238E27FC236}">
                <a16:creationId xmlns:a16="http://schemas.microsoft.com/office/drawing/2014/main" id="{9A932031-0C1F-4BA0-B009-6FD90E930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506" y="4541232"/>
            <a:ext cx="19208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cars</a:t>
            </a:r>
            <a:r>
              <a:rPr lang="en-US" altLang="ar-SA" sz="2000" b="1" dirty="0">
                <a:solidFill>
                  <a:srgbClr val="0000FF"/>
                </a:solidFill>
                <a:latin typeface="Courier New" panose="02070309020205020404" pitchFamily="49" charset="0"/>
              </a:rPr>
              <a:t>[2]</a:t>
            </a:r>
          </a:p>
        </p:txBody>
      </p:sp>
      <p:cxnSp>
        <p:nvCxnSpPr>
          <p:cNvPr id="33" name="AutoShape 39">
            <a:extLst>
              <a:ext uri="{FF2B5EF4-FFF2-40B4-BE49-F238E27FC236}">
                <a16:creationId xmlns:a16="http://schemas.microsoft.com/office/drawing/2014/main" id="{B959E9F6-C028-A700-BDE4-E12D7E3BA45B}"/>
              </a:ext>
            </a:extLst>
          </p:cNvPr>
          <p:cNvCxnSpPr>
            <a:cxnSpLocks noChangeShapeType="1"/>
            <a:stCxn id="26" idx="3"/>
            <a:endCxn id="27" idx="0"/>
          </p:cNvCxnSpPr>
          <p:nvPr/>
        </p:nvCxnSpPr>
        <p:spPr bwMode="auto">
          <a:xfrm>
            <a:off x="4396106" y="3360132"/>
            <a:ext cx="741272" cy="4191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36">
            <a:extLst>
              <a:ext uri="{FF2B5EF4-FFF2-40B4-BE49-F238E27FC236}">
                <a16:creationId xmlns:a16="http://schemas.microsoft.com/office/drawing/2014/main" id="{0D484069-6451-0F5D-0F2F-503000FF9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177" y="3169632"/>
            <a:ext cx="15101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4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200">
                <a:solidFill>
                  <a:schemeClr val="tx2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2000">
                <a:solidFill>
                  <a:schemeClr val="tx2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>
                <a:solidFill>
                  <a:schemeClr val="tx2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anose="05020102010507070707" pitchFamily="18" charset="2"/>
              <a:buChar char=""/>
              <a:defRPr sz="1600">
                <a:solidFill>
                  <a:schemeClr val="tx2"/>
                </a:solidFill>
                <a:latin typeface="Century Gothic" panose="020B0502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ar-SA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cars</a:t>
            </a:r>
            <a:endParaRPr lang="en-US" altLang="ar-SA" sz="20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38669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As you continue your study of computing fundamentals, you will spend a fair amount of time using arrays and managing collections of data. The Java array is one of several data storage structures used inside classes with the main task of storing a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collection</a:t>
            </a:r>
            <a:r>
              <a:rPr lang="en-US" dirty="0"/>
              <a:t>. These are known as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collection</a:t>
            </a:r>
            <a:r>
              <a:rPr lang="en-US" dirty="0"/>
              <a:t> classes with some of the following characteristics: </a:t>
            </a:r>
          </a:p>
          <a:p>
            <a:pPr marL="882900" lvl="1" indent="-342900"/>
            <a:r>
              <a:rPr lang="en-US" dirty="0"/>
              <a:t>The main responsibility of a collection class is to store a collection of objects </a:t>
            </a:r>
          </a:p>
          <a:p>
            <a:pPr marL="882900" lvl="1" indent="-342900"/>
            <a:r>
              <a:rPr lang="en-US" dirty="0"/>
              <a:t>Objects are added and removed from a collection </a:t>
            </a:r>
          </a:p>
          <a:p>
            <a:pPr marL="882900" lvl="1" indent="-342900"/>
            <a:r>
              <a:rPr lang="en-US" dirty="0"/>
              <a:t>A collection class allows clients to access the individual elements </a:t>
            </a:r>
          </a:p>
          <a:p>
            <a:pPr marL="882900" lvl="1" indent="-342900"/>
            <a:r>
              <a:rPr lang="en-US" dirty="0"/>
              <a:t>A collection class may have search-and-sort operations for locating a particular item. </a:t>
            </a:r>
          </a:p>
          <a:p>
            <a:pPr marL="882900" lvl="1" indent="-342900"/>
            <a:r>
              <a:rPr lang="en-US" dirty="0"/>
              <a:t>Some collections allow duplicate elements; other collections do not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ECFF2F-42F3-F432-D5C5-AFF7C5CEC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359AC8-39B7-89F9-11A9-FC0BB990BEF4}"/>
              </a:ext>
            </a:extLst>
          </p:cNvPr>
          <p:cNvSpPr txBox="1">
            <a:spLocks/>
          </p:cNvSpPr>
          <p:nvPr/>
        </p:nvSpPr>
        <p:spPr>
          <a:xfrm>
            <a:off x="6298530" y="5635291"/>
            <a:ext cx="5797216" cy="7013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endParaRPr lang="en-US" sz="1800" kern="1200" dirty="0">
              <a:solidFill>
                <a:srgbClr val="FF0000"/>
              </a:solidFill>
              <a:effectLst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72431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pic>
        <p:nvPicPr>
          <p:cNvPr id="6" name="Content Placeholder 5" descr="A screen shot of a computer&#10;&#10;Description automatically generated">
            <a:extLst>
              <a:ext uri="{FF2B5EF4-FFF2-40B4-BE49-F238E27FC236}">
                <a16:creationId xmlns:a16="http://schemas.microsoft.com/office/drawing/2014/main" id="{5AFB54DD-A055-1EB6-43D7-EAF7B77D1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533" y="1780930"/>
            <a:ext cx="7445770" cy="463528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35095865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33D827D6-6A8A-0278-AB9F-729F0A7B73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98" y="1737360"/>
            <a:ext cx="6625665" cy="4640694"/>
          </a:xfrm>
        </p:spPr>
      </p:pic>
      <p:sp>
        <p:nvSpPr>
          <p:cNvPr id="13" name="Right Brace 12">
            <a:extLst>
              <a:ext uri="{FF2B5EF4-FFF2-40B4-BE49-F238E27FC236}">
                <a16:creationId xmlns:a16="http://schemas.microsoft.com/office/drawing/2014/main" id="{EA856635-E51A-03C1-3D50-EA32826861C9}"/>
              </a:ext>
            </a:extLst>
          </p:cNvPr>
          <p:cNvSpPr/>
          <p:nvPr/>
        </p:nvSpPr>
        <p:spPr>
          <a:xfrm>
            <a:off x="4937760" y="2842883"/>
            <a:ext cx="3123028" cy="9375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98E8B4-1103-EF27-DFF2-F7CB4707DDBA}"/>
              </a:ext>
            </a:extLst>
          </p:cNvPr>
          <p:cNvSpPr txBox="1">
            <a:spLocks/>
          </p:cNvSpPr>
          <p:nvPr/>
        </p:nvSpPr>
        <p:spPr>
          <a:xfrm>
            <a:off x="8119924" y="3124775"/>
            <a:ext cx="1729210" cy="45056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Data Fields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170A62BA-BFD1-C948-0C11-FF9F5A779806}"/>
              </a:ext>
            </a:extLst>
          </p:cNvPr>
          <p:cNvSpPr/>
          <p:nvPr/>
        </p:nvSpPr>
        <p:spPr>
          <a:xfrm>
            <a:off x="5092431" y="3966950"/>
            <a:ext cx="3123028" cy="13873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E29CF4F-1006-6474-AB45-A7A667E47F2A}"/>
              </a:ext>
            </a:extLst>
          </p:cNvPr>
          <p:cNvSpPr txBox="1">
            <a:spLocks/>
          </p:cNvSpPr>
          <p:nvPr/>
        </p:nvSpPr>
        <p:spPr>
          <a:xfrm>
            <a:off x="8215458" y="4521066"/>
            <a:ext cx="1792900" cy="497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Constructor </a:t>
            </a:r>
          </a:p>
        </p:txBody>
      </p:sp>
    </p:spTree>
    <p:extLst>
      <p:ext uri="{BB962C8B-B14F-4D97-AF65-F5344CB8AC3E}">
        <p14:creationId xmlns:p14="http://schemas.microsoft.com/office/powerpoint/2010/main" val="80893250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98E8B4-1103-EF27-DFF2-F7CB4707DDBA}"/>
              </a:ext>
            </a:extLst>
          </p:cNvPr>
          <p:cNvSpPr txBox="1">
            <a:spLocks/>
          </p:cNvSpPr>
          <p:nvPr/>
        </p:nvSpPr>
        <p:spPr>
          <a:xfrm>
            <a:off x="8215457" y="2770495"/>
            <a:ext cx="3615179" cy="10665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This method prints the data of all students in the </a:t>
            </a:r>
            <a:r>
              <a:rPr lang="ar-JO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Department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6E29CF4F-1006-6474-AB45-A7A667E47F2A}"/>
              </a:ext>
            </a:extLst>
          </p:cNvPr>
          <p:cNvSpPr txBox="1">
            <a:spLocks/>
          </p:cNvSpPr>
          <p:nvPr/>
        </p:nvSpPr>
        <p:spPr>
          <a:xfrm>
            <a:off x="8215457" y="4533456"/>
            <a:ext cx="3615179" cy="10665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This is how to add a new student (Object) to the department</a:t>
            </a:r>
          </a:p>
        </p:txBody>
      </p:sp>
      <p:pic>
        <p:nvPicPr>
          <p:cNvPr id="9" name="Content Placeholder 8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DA771E2-288A-2CE9-678D-0C898986E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2" y="1902448"/>
            <a:ext cx="6646241" cy="4245134"/>
          </a:xfr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09EA607A-E298-FF0C-D344-D0F9FBFB4415}"/>
              </a:ext>
            </a:extLst>
          </p:cNvPr>
          <p:cNvSpPr/>
          <p:nvPr/>
        </p:nvSpPr>
        <p:spPr>
          <a:xfrm>
            <a:off x="6597748" y="2616591"/>
            <a:ext cx="1434904" cy="14507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65697CA-63E7-4333-9845-B695A3909D69}"/>
              </a:ext>
            </a:extLst>
          </p:cNvPr>
          <p:cNvSpPr/>
          <p:nvPr/>
        </p:nvSpPr>
        <p:spPr>
          <a:xfrm>
            <a:off x="6597748" y="4506668"/>
            <a:ext cx="1434904" cy="14507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2617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98E8B4-1103-EF27-DFF2-F7CB4707DDBA}"/>
              </a:ext>
            </a:extLst>
          </p:cNvPr>
          <p:cNvSpPr txBox="1">
            <a:spLocks/>
          </p:cNvSpPr>
          <p:nvPr/>
        </p:nvSpPr>
        <p:spPr>
          <a:xfrm>
            <a:off x="8005713" y="3562065"/>
            <a:ext cx="3615179" cy="10842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This is how to delete a student (Object) form  the department</a:t>
            </a:r>
          </a:p>
        </p:txBody>
      </p:sp>
      <p:pic>
        <p:nvPicPr>
          <p:cNvPr id="7" name="Content Placeholder 6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C9392DEE-9ADB-793E-F412-6B0C3E049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4" y="1934700"/>
            <a:ext cx="6637148" cy="4022725"/>
          </a:xfrm>
        </p:spPr>
      </p:pic>
      <p:sp>
        <p:nvSpPr>
          <p:cNvPr id="8" name="Right Brace 7">
            <a:extLst>
              <a:ext uri="{FF2B5EF4-FFF2-40B4-BE49-F238E27FC236}">
                <a16:creationId xmlns:a16="http://schemas.microsoft.com/office/drawing/2014/main" id="{92B55FB7-C51E-F0B3-F067-CBD27290E887}"/>
              </a:ext>
            </a:extLst>
          </p:cNvPr>
          <p:cNvSpPr/>
          <p:nvPr/>
        </p:nvSpPr>
        <p:spPr>
          <a:xfrm>
            <a:off x="5838092" y="2869809"/>
            <a:ext cx="1800665" cy="22508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065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B98E8B4-1103-EF27-DFF2-F7CB4707DDBA}"/>
              </a:ext>
            </a:extLst>
          </p:cNvPr>
          <p:cNvSpPr txBox="1">
            <a:spLocks/>
          </p:cNvSpPr>
          <p:nvPr/>
        </p:nvSpPr>
        <p:spPr>
          <a:xfrm>
            <a:off x="8005713" y="2858791"/>
            <a:ext cx="3615179" cy="178753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This method searches for a specific student(Object), returns his position in the array, or returns -1 if it does not exist</a:t>
            </a:r>
          </a:p>
        </p:txBody>
      </p:sp>
      <p:pic>
        <p:nvPicPr>
          <p:cNvPr id="9" name="Content Placeholder 8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980D5F1D-70FD-3CEF-3284-41BDF9C898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08" y="1983862"/>
            <a:ext cx="6662637" cy="4022725"/>
          </a:xfrm>
        </p:spPr>
      </p:pic>
      <p:sp>
        <p:nvSpPr>
          <p:cNvPr id="10" name="Right Brace 9">
            <a:extLst>
              <a:ext uri="{FF2B5EF4-FFF2-40B4-BE49-F238E27FC236}">
                <a16:creationId xmlns:a16="http://schemas.microsoft.com/office/drawing/2014/main" id="{D49D60A2-903A-216A-A8B1-6C8FD71B70BE}"/>
              </a:ext>
            </a:extLst>
          </p:cNvPr>
          <p:cNvSpPr/>
          <p:nvPr/>
        </p:nvSpPr>
        <p:spPr>
          <a:xfrm>
            <a:off x="5458265" y="2785403"/>
            <a:ext cx="2307101" cy="233523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5876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An Array Instance Variable-Example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DB375A-5DA4-4702-5ED7-8F647F23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8944D7E5-41A6-9E09-AE50-5F1E0AB7E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827" y="1737360"/>
            <a:ext cx="5497637" cy="4476921"/>
          </a:xfrm>
          <a:prstGeom prst="rect">
            <a:avLst/>
          </a:prstGeom>
        </p:spPr>
      </p:pic>
      <p:pic>
        <p:nvPicPr>
          <p:cNvPr id="16" name="Content Placeholder 15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60663C17-4170-5790-F546-BEDEC4D51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39" y="1737360"/>
            <a:ext cx="6473588" cy="4649791"/>
          </a:xfrm>
        </p:spPr>
      </p:pic>
    </p:spTree>
    <p:extLst>
      <p:ext uri="{BB962C8B-B14F-4D97-AF65-F5344CB8AC3E}">
        <p14:creationId xmlns:p14="http://schemas.microsoft.com/office/powerpoint/2010/main" val="171528528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5B45-8D88-ED12-F886-5CB527D7B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" y="286603"/>
            <a:ext cx="11481847" cy="1450757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E1710-1895-E34B-968E-9A649858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91" y="1845734"/>
            <a:ext cx="11481847" cy="4023360"/>
          </a:xfrm>
        </p:spPr>
        <p:txBody>
          <a:bodyPr/>
          <a:lstStyle/>
          <a:p>
            <a:r>
              <a:rPr lang="en-US" dirty="0"/>
              <a:t>Introduction to Java Programming, Comprehensive Version, Student Value Edition, Daniel Liang, 12th Edition, Pearson 2019</a:t>
            </a:r>
          </a:p>
          <a:p>
            <a:r>
              <a:rPr lang="en-US" dirty="0"/>
              <a:t>lecture Notes: edugate.asu.edu.jo.</a:t>
            </a:r>
          </a:p>
          <a:p>
            <a:r>
              <a:rPr lang="en-US" dirty="0"/>
              <a:t>lecture  Videos: YouTube channel.</a:t>
            </a:r>
          </a:p>
          <a:p>
            <a:r>
              <a:rPr lang="en-US" dirty="0"/>
              <a:t>How to install JDK &amp; NetBeans IDE manual.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BFEEA-242B-BEC5-43A2-472024EB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46895" y="6459785"/>
            <a:ext cx="6966408" cy="365125"/>
          </a:xfrm>
        </p:spPr>
        <p:txBody>
          <a:bodyPr/>
          <a:lstStyle/>
          <a:p>
            <a:r>
              <a:rPr lang="en-US"/>
              <a:t>Edited and Reviewed By: I. Bara' Qadomi &amp; I. Bara' Hamadah (FIT, Applied Science Private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2974250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92FF6E27440F4A9616568541A8C2D3" ma:contentTypeVersion="6" ma:contentTypeDescription="Create a new document." ma:contentTypeScope="" ma:versionID="e3fbfd782b729c2ea75271ecc6381aad">
  <xsd:schema xmlns:xsd="http://www.w3.org/2001/XMLSchema" xmlns:xs="http://www.w3.org/2001/XMLSchema" xmlns:p="http://schemas.microsoft.com/office/2006/metadata/properties" xmlns:ns2="60b65d92-b9ba-4fda-a6d4-fc80fee45f1e" xmlns:ns3="31c5b7b8-1c06-40e5-9112-5d0b2cb3e63a" targetNamespace="http://schemas.microsoft.com/office/2006/metadata/properties" ma:root="true" ma:fieldsID="27c10afda9c9eed6cc1dc44218ee2e2d" ns2:_="" ns3:_="">
    <xsd:import namespace="60b65d92-b9ba-4fda-a6d4-fc80fee45f1e"/>
    <xsd:import namespace="31c5b7b8-1c06-40e5-9112-5d0b2cb3e6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b65d92-b9ba-4fda-a6d4-fc80fee45f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5b7b8-1c06-40e5-9112-5d0b2cb3e6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541599-49D8-42AC-B687-48F67BEE4C6C}">
  <ds:schemaRefs>
    <ds:schemaRef ds:uri="http://schemas.microsoft.com/office/2006/metadata/properties"/>
    <ds:schemaRef ds:uri="http://schemas.microsoft.com/office/infopath/2007/PartnerControls"/>
    <ds:schemaRef ds:uri="dec0ca4c-66b0-48e9-ad00-41e092718583"/>
    <ds:schemaRef ds:uri="ecd437d3-f4c5-4a99-b253-419d7adaefb7"/>
  </ds:schemaRefs>
</ds:datastoreItem>
</file>

<file path=customXml/itemProps2.xml><?xml version="1.0" encoding="utf-8"?>
<ds:datastoreItem xmlns:ds="http://schemas.openxmlformats.org/officeDocument/2006/customXml" ds:itemID="{5CAA267C-817C-4537-91DA-C1C335B6450C}"/>
</file>

<file path=customXml/itemProps3.xml><?xml version="1.0" encoding="utf-8"?>
<ds:datastoreItem xmlns:ds="http://schemas.openxmlformats.org/officeDocument/2006/customXml" ds:itemID="{7AD21629-8556-4260-8D0A-66F958DBEB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468</TotalTime>
  <Words>1085</Words>
  <Application>Microsoft Office PowerPoint</Application>
  <PresentationFormat>Widescreen</PresentationFormat>
  <Paragraphs>189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Retrospect</vt:lpstr>
      <vt:lpstr>Fundamental Programming in JAVA</vt:lpstr>
      <vt:lpstr>Objectives</vt:lpstr>
      <vt:lpstr>Array Of Objects </vt:lpstr>
      <vt:lpstr>Array Of Objects </vt:lpstr>
      <vt:lpstr>Array Of Objects </vt:lpstr>
      <vt:lpstr>Instantiating Arrays of Objects</vt:lpstr>
      <vt:lpstr>           Instantiating Arrays of Objects</vt:lpstr>
      <vt:lpstr>Invoking a method in array of objects</vt:lpstr>
      <vt:lpstr>Invoking a method in array of objects(cont)</vt:lpstr>
      <vt:lpstr>Array Of Objects - Example</vt:lpstr>
      <vt:lpstr>Array Of Objects – Example Cont.</vt:lpstr>
      <vt:lpstr>Array Of Objects - Example</vt:lpstr>
      <vt:lpstr>Array Of Objects - Example</vt:lpstr>
      <vt:lpstr>An Array Instance Variable</vt:lpstr>
      <vt:lpstr>An Array Instance Variable-Example</vt:lpstr>
      <vt:lpstr>An Array Instance Variable-Example</vt:lpstr>
      <vt:lpstr>An Array Instance Variable-Example</vt:lpstr>
      <vt:lpstr>An Array Instance Variable-Example</vt:lpstr>
      <vt:lpstr>An Array Instance Variable-Example</vt:lpstr>
      <vt:lpstr>An Array Instance Variable-Example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Bara Hamadah;b_qaddoumi@asu.edu.jo</dc:creator>
  <cp:lastModifiedBy>Bara Hamada</cp:lastModifiedBy>
  <cp:revision>23</cp:revision>
  <dcterms:created xsi:type="dcterms:W3CDTF">2023-12-21T19:04:58Z</dcterms:created>
  <dcterms:modified xsi:type="dcterms:W3CDTF">2024-02-25T23:04:53Z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0x0101008692FF6E27440F4A9616568541A8C2D3</vt:lpwstr>
  </property>
</Properties>
</file>