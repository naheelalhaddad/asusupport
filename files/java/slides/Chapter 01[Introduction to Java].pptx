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70" r:id="rId9"/>
    <p:sldId id="260" r:id="rId10"/>
    <p:sldId id="271" r:id="rId11"/>
    <p:sldId id="261" r:id="rId12"/>
    <p:sldId id="269" r:id="rId13"/>
    <p:sldId id="262" r:id="rId14"/>
    <p:sldId id="263" r:id="rId15"/>
    <p:sldId id="264" r:id="rId16"/>
    <p:sldId id="272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F5E73-04E0-CAB8-94CE-AEDDFA676956}" v="2" dt="2024-06-01T19:08:51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706" autoAdjust="0"/>
  </p:normalViewPr>
  <p:slideViewPr>
    <p:cSldViewPr snapToGrid="0">
      <p:cViewPr varScale="1">
        <p:scale>
          <a:sx n="70" d="100"/>
          <a:sy n="70" d="100"/>
        </p:scale>
        <p:origin x="490" y="34"/>
      </p:cViewPr>
      <p:guideLst/>
    </p:cSldViewPr>
  </p:slideViewPr>
  <p:outlineViewPr>
    <p:cViewPr>
      <p:scale>
        <a:sx n="33" d="100"/>
        <a:sy n="33" d="100"/>
      </p:scale>
      <p:origin x="0" y="-395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albashayreh" userId="b82cd840-d444-4a5e-b9e1-eb0b71e9c5d2" providerId="ADAL" clId="{52A83580-F80B-41CB-8A7C-5ABA5260466E}"/>
    <pc:docChg chg="custSel addSld modSld modMainMaster">
      <pc:chgData name="mahmoud albashayreh" userId="b82cd840-d444-4a5e-b9e1-eb0b71e9c5d2" providerId="ADAL" clId="{52A83580-F80B-41CB-8A7C-5ABA5260466E}" dt="2023-12-26T12:35:21.998" v="37" actId="6264"/>
      <pc:docMkLst>
        <pc:docMk/>
      </pc:docMkLst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98556299" sldId="25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2" creationId="{0E3426FD-D193-2F6D-1700-2CC522B16D18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3" creationId="{F67DB7FE-4890-3792-0238-F23914BC3E4F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4" creationId="{3E2AE632-31A0-217D-FD10-0A342181E0D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5" creationId="{B13DB640-4F90-3235-6BC2-717EAA08930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6" creationId="{61F6769C-8CF9-7629-D2A2-4AA3B6EDDA0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7" creationId="{1F1784C8-7901-033D-8228-72A9574AB7D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8" creationId="{6EC1DE0C-1A34-EAFB-B8A5-71BB9A4CC2B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9" creationId="{586D6478-85A0-2635-AEF6-9A40F0CAD5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10" creationId="{15AD4E7D-F371-2F09-124A-16887A4E2273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763895569" sldId="25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4" creationId="{8258CA88-4CE1-2FF4-DD8D-F6AFF13B654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5" creationId="{0D9744BA-463A-2249-6E65-9831C6EA9F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6" creationId="{E436140F-B641-3E4A-D862-FAC53216F99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7" creationId="{8EA5136B-0258-1023-0A8E-26DE9ED8FC0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8" creationId="{F62CCE23-E174-8542-0FD8-1A1B8616657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9" creationId="{7F14AD47-A599-DAB8-7B39-671678180F0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10" creationId="{3D438E85-563A-DC43-71DB-3C4D8C5F0BE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201219679" sldId="25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4" creationId="{66738BBB-0AA8-3DCA-D70D-202ADE3D791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5" creationId="{2D96A0FC-741A-F504-6D63-05662227AAA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6" creationId="{9E5CF02A-B662-55FD-D232-D389659CA84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7" creationId="{DEBDACA8-2F31-AD5A-DBB8-3F9B78CD615C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8" creationId="{0BA93EDD-8C43-864D-A449-E4D4AFAB042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9" creationId="{6480A6B5-9BF1-34D2-475D-FAEDC143602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10" creationId="{DE100822-A45A-9849-7F90-6D637AB5897D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548178901" sldId="25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4" creationId="{3B53EC50-BC9D-3C12-4839-6C35514A275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5" creationId="{8FB7E19A-6A2B-EDE0-EA03-4EC11FAFECD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6" creationId="{5416705E-D82A-003E-1D2F-BE2D1228E2B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7" creationId="{A107DBA1-F0A0-8189-26CF-52A2111B33E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8" creationId="{FB5E7A84-C032-A08D-0EF1-1577C197121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9" creationId="{B8E24174-F487-7B73-BC94-705A907617F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10" creationId="{B18F465C-437D-C66E-40C0-640608B8E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352624426" sldId="260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3" creationId="{8CA4E128-8180-3FEB-7219-E6041DCBDB72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4" creationId="{D1E37CAD-E9FF-78A3-4304-E5F98D49EDAE}"/>
          </ac:spMkLst>
        </pc:spChg>
        <pc:spChg chg="add del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6" creationId="{1CD389D9-07FE-21AA-1EF0-9F91092C1C0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7" creationId="{6DBDC73A-862C-FDF4-0D26-58048D84DC9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8" creationId="{9BAEE1BD-506F-B378-466B-FEFF58A3C3A0}"/>
          </ac:spMkLst>
        </pc:spChg>
        <pc:spChg chg="add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0" creationId="{A517B6DB-87BC-F7F6-3318-AD71949D8AD0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2" creationId="{72D3E7BD-C602-41A4-7A93-C109FB4F497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92724316" sldId="261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4" creationId="{14ED6947-4092-831A-9F0D-4D52CCC5D28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5" creationId="{6CCCA929-27DF-64F4-FB32-1EF6690149C7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7" creationId="{C6ECFF2F-42F3-F432-D5C5-AFF7C5CEC07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8" creationId="{9AB5C268-A1A1-8E0D-4685-B914CEF91CB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9" creationId="{E56ADA84-638B-07C3-CF6E-F19ED6D3DB7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0" creationId="{F36B2A5A-E5F8-0C89-0898-FBF3461AA84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1" creationId="{5D1A6754-DF8E-E2DD-F11B-B53DD0CD374E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68091849" sldId="262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5" creationId="{1CFE05C9-882F-A105-99D7-1DA8C3CB13A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6" creationId="{EABDE15E-838D-EB3E-B921-F6D619D52A6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7" creationId="{1F8E52E6-0090-3882-947A-F88A4933C94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8" creationId="{2E9A73C7-0961-9F05-06E1-CF41CF8BECA2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9" creationId="{CA8B6726-60D4-FB06-82D5-16189AC714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10" creationId="{C47BED6D-A2D2-4FF2-EF72-5623861B3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20464530" sldId="263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4" creationId="{9A41EC9C-251B-F8A6-37DE-3D85AE8F02C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5" creationId="{0B50B485-7A33-A246-2CEF-C16889B187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6" creationId="{A5C4DA0E-7934-BC93-89E4-853931E6D14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7" creationId="{8584C85D-4360-5BF5-E05F-32AE42DFC8C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8" creationId="{E6D5C8A0-9436-8F4C-CD6B-94F01090F60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9" creationId="{E4F0F791-BAC1-DF68-7656-7D7B7476B3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10" creationId="{E40C835D-6758-B878-ECD5-FAEA46134EBA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224677038" sldId="264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4" creationId="{B011E092-9B68-7D9D-5A6D-3B64A6900E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5" creationId="{5A7D1991-0DDF-0FCC-A2F5-E0E2C7942C3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6" creationId="{9FAE7CEE-BE41-C2E8-2BFE-715420ADF5A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7" creationId="{7677C65D-6D38-ECC3-66C1-1ED6B0C27F2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8" creationId="{F30652FC-EAF2-EA25-C08A-4D53F73FCD5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9" creationId="{806FEAA6-DD3D-EB10-95BD-D1F7A2CFFB3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10" creationId="{771104E4-6849-5AE1-4D4C-EE410E7094E1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37678339" sldId="265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4" creationId="{4A508696-DA6E-C9C1-F7B8-EEEA80D8533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5" creationId="{8991C864-E71D-72AF-C376-11AC392732F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6" creationId="{47E06A43-27B3-BBC9-82A5-4E085E7BBE0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7" creationId="{B158B4E5-E0EB-225E-A59B-42A0FD3BEE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8" creationId="{6AE6AA61-EDDE-5A4C-0CF3-6E5DF8B1596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9" creationId="{34D43FC9-9371-702C-47CB-4A34BC35A40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12" creationId="{EEF2DA55-7E54-69D3-01A5-91D0F412438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749258248" sldId="26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3" creationId="{9FCB16F2-AA8C-5E6B-047A-526A9A3A705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5" creationId="{4E3501E3-AAC6-1380-7DDD-F2953AD4342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6" creationId="{2E841404-E04B-5781-F5EC-5A9DE9A10FF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7" creationId="{3379D1BF-5A5E-9B7F-A24F-1BEAE79AA4F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8" creationId="{452896A0-BF21-F89C-F2B3-4A088D1372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9" creationId="{7571336E-7F82-795A-2EDA-AD0DB496B6B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10" creationId="{FC56DB98-6B26-BD4F-A763-0A986A9968D5}"/>
          </ac:spMkLst>
        </pc:spChg>
        <pc:picChg chg="mod ord">
          <ac:chgData name="mahmoud albashayreh" userId="b82cd840-d444-4a5e-b9e1-eb0b71e9c5d2" providerId="ADAL" clId="{52A83580-F80B-41CB-8A7C-5ABA5260466E}" dt="2023-12-26T12:35:21.998" v="37" actId="6264"/>
          <ac:picMkLst>
            <pc:docMk/>
            <pc:sldMk cId="2749258248" sldId="266"/>
            <ac:picMk id="4" creationId="{073AB710-08C3-7B55-0161-BE6A36A618D2}"/>
          </ac:picMkLst>
        </pc:pic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64367935" sldId="26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4" creationId="{9582A007-56C2-89D3-B613-9E01FE5C1A7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5" creationId="{DCE0DF69-3CDF-A9CD-1151-D6B18618268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6" creationId="{A3F706EB-96CF-F261-9C1D-BAF26DEE49A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7" creationId="{04ED371A-6F2B-44EF-0D2C-764BCAB645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8" creationId="{023C88F7-40C3-4C4E-FAAC-107A5E7684B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9" creationId="{75E07E15-603A-9FA0-17EE-25BEFBC419D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10" creationId="{B4B16F98-AEF0-07D1-C3EE-8DF97F6C83A2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974250731" sldId="26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4" creationId="{F1ABFEEA-242B-BEC5-43A2-472024EB14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5" creationId="{98C2BB29-F4F1-C2FC-BC7B-44B56F6C4D3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6" creationId="{9B49EDBE-8700-7345-4F93-B04AE065CD8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7" creationId="{667D1372-FB37-E4B4-B61B-F26EF6E6C8D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8" creationId="{7D78A2D7-B8C5-5E0A-A003-C9A185C6B79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9" creationId="{C1484C34-CC64-EBCD-201E-501104107A7D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10" creationId="{B490BF08-B2BE-E804-E30C-33794DAEDB6B}"/>
          </ac:spMkLst>
        </pc:spChg>
      </pc:sldChg>
      <pc:sldChg chg="addSp delSp modSp add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09586583" sldId="26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5" creationId="{04DBE590-F80B-0EC9-7B59-AE39C777D09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6" creationId="{0D0422DF-9827-E70B-53B6-E0A8E10C4D6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7" creationId="{C6129063-E93F-D9AF-7ABF-3F5B1CF2EA68}"/>
          </ac:spMkLst>
        </pc:spChg>
      </pc:sldChg>
      <pc:sldMasterChg chg="modSp mod">
        <pc:chgData name="mahmoud albashayreh" userId="b82cd840-d444-4a5e-b9e1-eb0b71e9c5d2" providerId="ADAL" clId="{52A83580-F80B-41CB-8A7C-5ABA5260466E}" dt="2023-12-26T12:35:11.422" v="36" actId="14100"/>
        <pc:sldMasterMkLst>
          <pc:docMk/>
          <pc:sldMasterMk cId="1719295273" sldId="2147483672"/>
        </pc:sldMasterMkLst>
        <pc:spChg chg="mod">
          <ac:chgData name="mahmoud albashayreh" userId="b82cd840-d444-4a5e-b9e1-eb0b71e9c5d2" providerId="ADAL" clId="{52A83580-F80B-41CB-8A7C-5ABA5260466E}" dt="2023-12-26T12:30:26.184" v="1" actId="14100"/>
          <ac:spMkLst>
            <pc:docMk/>
            <pc:sldMasterMk cId="1719295273" sldId="2147483672"/>
            <ac:spMk id="2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2:28.597" v="15" actId="12"/>
          <ac:spMkLst>
            <pc:docMk/>
            <pc:sldMasterMk cId="1719295273" sldId="2147483672"/>
            <ac:spMk id="3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07.558" v="35" actId="14100"/>
          <ac:spMkLst>
            <pc:docMk/>
            <pc:sldMasterMk cId="1719295273" sldId="2147483672"/>
            <ac:spMk id="4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11.422" v="36" actId="14100"/>
          <ac:spMkLst>
            <pc:docMk/>
            <pc:sldMasterMk cId="1719295273" sldId="2147483672"/>
            <ac:spMk id="5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0:38.807" v="3" actId="14100"/>
          <ac:spMkLst>
            <pc:docMk/>
            <pc:sldMasterMk cId="1719295273" sldId="2147483672"/>
            <ac:spMk id="6" creationId="{00000000-0000-0000-0000-000000000000}"/>
          </ac:spMkLst>
        </pc:spChg>
        <pc:cxnChg chg="mod">
          <ac:chgData name="mahmoud albashayreh" userId="b82cd840-d444-4a5e-b9e1-eb0b71e9c5d2" providerId="ADAL" clId="{52A83580-F80B-41CB-8A7C-5ABA5260466E}" dt="2023-12-26T12:30:48.279" v="5" actId="14100"/>
          <ac:cxnSpMkLst>
            <pc:docMk/>
            <pc:sldMasterMk cId="1719295273" sldId="2147483672"/>
            <ac:cxnSpMk id="10" creationId="{00000000-0000-0000-0000-000000000000}"/>
          </ac:cxnSpMkLst>
        </pc:cxnChg>
      </pc:sldMasterChg>
    </pc:docChg>
  </pc:docChgLst>
  <pc:docChgLst>
    <pc:chgData name="Fatima Alomari" userId="S::202310666@students.asu.edu.jo::47af97dc-b7d0-45fe-8ef3-7089284128ab" providerId="AD" clId="Web-{1DC3B287-8708-C7CB-AD12-5420916B4950}"/>
    <pc:docChg chg="modSld">
      <pc:chgData name="Fatima Alomari" userId="S::202310666@students.asu.edu.jo::47af97dc-b7d0-45fe-8ef3-7089284128ab" providerId="AD" clId="Web-{1DC3B287-8708-C7CB-AD12-5420916B4950}" dt="2024-03-30T12:09:28.277" v="0" actId="20577"/>
      <pc:docMkLst>
        <pc:docMk/>
      </pc:docMkLst>
      <pc:sldChg chg="modSp">
        <pc:chgData name="Fatima Alomari" userId="S::202310666@students.asu.edu.jo::47af97dc-b7d0-45fe-8ef3-7089284128ab" providerId="AD" clId="Web-{1DC3B287-8708-C7CB-AD12-5420916B4950}" dt="2024-03-30T12:09:28.277" v="0" actId="20577"/>
        <pc:sldMkLst>
          <pc:docMk/>
          <pc:sldMk cId="763895569" sldId="257"/>
        </pc:sldMkLst>
        <pc:spChg chg="mod">
          <ac:chgData name="Fatima Alomari" userId="S::202310666@students.asu.edu.jo::47af97dc-b7d0-45fe-8ef3-7089284128ab" providerId="AD" clId="Web-{1DC3B287-8708-C7CB-AD12-5420916B4950}" dt="2024-03-30T12:09:28.277" v="0" actId="20577"/>
          <ac:spMkLst>
            <pc:docMk/>
            <pc:sldMk cId="763895569" sldId="257"/>
            <ac:spMk id="3" creationId="{0C2E1710-1895-E34B-968E-9A6498584B1B}"/>
          </ac:spMkLst>
        </pc:spChg>
      </pc:sldChg>
    </pc:docChg>
  </pc:docChgLst>
  <pc:docChgLst>
    <pc:chgData name="Bara Hamadeh" userId="S::b_hamadeh@asu.edu.jo::ba91a99f-f3ba-46e6-ad5d-582794b375a9" providerId="AD" clId="Web-{18FB841A-3987-9A76-EAFB-313C9F2DE3AF}"/>
    <pc:docChg chg="modSld modMainMaster">
      <pc:chgData name="Bara Hamadeh" userId="S::b_hamadeh@asu.edu.jo::ba91a99f-f3ba-46e6-ad5d-582794b375a9" providerId="AD" clId="Web-{18FB841A-3987-9A76-EAFB-313C9F2DE3AF}" dt="2024-02-25T10:19:15.849" v="2"/>
      <pc:docMkLst>
        <pc:docMk/>
      </pc:docMkLst>
      <pc:sldChg chg="modSp">
        <pc:chgData name="Bara Hamadeh" userId="S::b_hamadeh@asu.edu.jo::ba91a99f-f3ba-46e6-ad5d-582794b375a9" providerId="AD" clId="Web-{18FB841A-3987-9A76-EAFB-313C9F2DE3AF}" dt="2024-02-25T10:19:09.880" v="0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18FB841A-3987-9A76-EAFB-313C9F2DE3AF}" dt="2024-02-25T10:19:09.880" v="0"/>
          <ac:spMkLst>
            <pc:docMk/>
            <pc:sldMk cId="98556299" sldId="256"/>
            <ac:spMk id="4" creationId="{3E2AE632-31A0-217D-FD10-0A342181E0D1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763895569" sldId="257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763895569" sldId="257"/>
            <ac:spMk id="4" creationId="{8258CA88-4CE1-2FF4-DD8D-F6AFF13B654D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2201219679" sldId="258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2201219679" sldId="25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548178901" sldId="259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548178901" sldId="259"/>
            <ac:spMk id="7" creationId="{A107DBA1-F0A0-8189-26CF-52A2111B33E4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352624426" sldId="260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352624426" sldId="260"/>
            <ac:spMk id="12" creationId="{72D3E7BD-C602-41A4-7A93-C109FB4F497C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3592724316" sldId="261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3592724316" sldId="261"/>
            <ac:spMk id="7" creationId="{C6ECFF2F-42F3-F432-D5C5-AFF7C5CEC07B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968091849" sldId="262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968091849" sldId="262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920464530" sldId="263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920464530" sldId="263"/>
            <ac:spMk id="4" creationId="{9A41EC9C-251B-F8A6-37DE-3D85AE8F02C1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224677038" sldId="264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224677038" sldId="264"/>
            <ac:spMk id="4" creationId="{B011E092-9B68-7D9D-5A6D-3B64A6900E7C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337678339" sldId="265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337678339" sldId="265"/>
            <ac:spMk id="12" creationId="{EEF2DA55-7E54-69D3-01A5-91D0F412438C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2749258248" sldId="266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2749258248" sldId="266"/>
            <ac:spMk id="5" creationId="{4E3501E3-AAC6-1380-7DDD-F2953AD4342D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3564367935" sldId="267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3564367935" sldId="267"/>
            <ac:spMk id="4" creationId="{9582A007-56C2-89D3-B613-9E01FE5C1A78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2974250731" sldId="268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2974250731" sldId="268"/>
            <ac:spMk id="4" creationId="{F1ABFEEA-242B-BEC5-43A2-472024EB147C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3509586583" sldId="269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3509586583" sldId="269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306156448" sldId="270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306156448" sldId="270"/>
            <ac:spMk id="4" creationId="{7786AF1D-00FE-D07A-31FF-C52D761D9315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1300527646" sldId="271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1300527646" sldId="271"/>
            <ac:spMk id="4" creationId="{E12C68D9-D5B1-17E5-68BC-4BA8D6217B06}"/>
          </ac:spMkLst>
        </pc:spChg>
      </pc:sldChg>
      <pc:sldChg chg="modSp">
        <pc:chgData name="Bara Hamadeh" userId="S::b_hamadeh@asu.edu.jo::ba91a99f-f3ba-46e6-ad5d-582794b375a9" providerId="AD" clId="Web-{18FB841A-3987-9A76-EAFB-313C9F2DE3AF}" dt="2024-02-25T10:19:13.348" v="1"/>
        <pc:sldMkLst>
          <pc:docMk/>
          <pc:sldMk cId="337689748" sldId="272"/>
        </pc:sld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k cId="337689748" sldId="272"/>
            <ac:spMk id="4" creationId="{B011E092-9B68-7D9D-5A6D-3B64A6900E7C}"/>
          </ac:spMkLst>
        </pc:spChg>
      </pc:sldChg>
      <pc:sldMasterChg chg="modSp mod modSldLayout">
        <pc:chgData name="Bara Hamadeh" userId="S::b_hamadeh@asu.edu.jo::ba91a99f-f3ba-46e6-ad5d-582794b375a9" providerId="AD" clId="Web-{18FB841A-3987-9A76-EAFB-313C9F2DE3AF}" dt="2024-02-25T10:19:15.849" v="2"/>
        <pc:sldMasterMkLst>
          <pc:docMk/>
          <pc:sldMasterMk cId="1719295273" sldId="2147483672"/>
        </pc:sldMasterMkLst>
        <pc:spChg chg="mod">
          <ac:chgData name="Bara Hamadeh" userId="S::b_hamadeh@asu.edu.jo::ba91a99f-f3ba-46e6-ad5d-582794b375a9" providerId="AD" clId="Web-{18FB841A-3987-9A76-EAFB-313C9F2DE3AF}" dt="2024-02-25T10:19:13.348" v="1"/>
          <ac:spMkLst>
            <pc:docMk/>
            <pc:sldMasterMk cId="1719295273" sldId="2147483672"/>
            <ac:spMk id="5" creationId="{00000000-0000-0000-0000-000000000000}"/>
          </ac:spMkLst>
        </pc:sp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1136942225" sldId="2147483673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1136942225" sldId="2147483673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543625086" sldId="2147483674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543625086" sldId="2147483674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695053800" sldId="2147483675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695053800" sldId="2147483675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1555795183" sldId="2147483676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1555795183" sldId="2147483676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3154714844" sldId="2147483677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3154714844" sldId="2147483677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1943265441" sldId="2147483678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1943265441" sldId="2147483678"/>
              <ac:spMk id="4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1103728720" sldId="2147483679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1103728720" sldId="2147483679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3199667561" sldId="2147483680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3199667561" sldId="2147483680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1593807278" sldId="2147483681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1593807278" sldId="2147483681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4052592978" sldId="2147483682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4052592978" sldId="2147483682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18FB841A-3987-9A76-EAFB-313C9F2DE3AF}" dt="2024-02-25T10:19:15.849" v="2"/>
          <pc:sldLayoutMkLst>
            <pc:docMk/>
            <pc:sldMasterMk cId="1719295273" sldId="2147483672"/>
            <pc:sldLayoutMk cId="2606264647" sldId="2147483683"/>
          </pc:sldLayoutMkLst>
          <pc:spChg chg="mod">
            <ac:chgData name="Bara Hamadeh" userId="S::b_hamadeh@asu.edu.jo::ba91a99f-f3ba-46e6-ad5d-582794b375a9" providerId="AD" clId="Web-{18FB841A-3987-9A76-EAFB-313C9F2DE3AF}" dt="2024-02-25T10:19:13.348" v="1"/>
            <ac:spMkLst>
              <pc:docMk/>
              <pc:sldMasterMk cId="1719295273" sldId="2147483672"/>
              <pc:sldLayoutMk cId="2606264647" sldId="2147483683"/>
              <ac:spMk id="5" creationId="{00000000-0000-0000-0000-000000000000}"/>
            </ac:spMkLst>
          </pc:spChg>
        </pc:sldLayoutChg>
      </pc:sldMasterChg>
    </pc:docChg>
  </pc:docChgLst>
  <pc:docChgLst>
    <pc:chgData name="Bara Hamadeh" userId="S::b_hamadeh@asu.edu.jo::ba91a99f-f3ba-46e6-ad5d-582794b375a9" providerId="AD" clId="Web-{1571861A-088D-45B4-19AD-F07752071428}"/>
    <pc:docChg chg="mod modSld modMainMaster">
      <pc:chgData name="Bara Hamadeh" userId="S::b_hamadeh@asu.edu.jo::ba91a99f-f3ba-46e6-ad5d-582794b375a9" providerId="AD" clId="Web-{1571861A-088D-45B4-19AD-F07752071428}" dt="2024-02-25T22:52:24.358" v="10"/>
      <pc:docMkLst>
        <pc:docMk/>
      </pc:docMkLst>
      <pc:sldChg chg="addSp delSp modSp modTransition">
        <pc:chgData name="Bara Hamadeh" userId="S::b_hamadeh@asu.edu.jo::ba91a99f-f3ba-46e6-ad5d-582794b375a9" providerId="AD" clId="Web-{1571861A-088D-45B4-19AD-F07752071428}" dt="2024-02-25T22:52:18.108" v="9"/>
        <pc:sldMkLst>
          <pc:docMk/>
          <pc:sldMk cId="98556299" sldId="256"/>
        </pc:sldMkLst>
        <pc:spChg chg="del">
          <ac:chgData name="Bara Hamadeh" userId="S::b_hamadeh@asu.edu.jo::ba91a99f-f3ba-46e6-ad5d-582794b375a9" providerId="AD" clId="Web-{1571861A-088D-45B4-19AD-F07752071428}" dt="2024-02-25T22:51:56.654" v="5"/>
          <ac:spMkLst>
            <pc:docMk/>
            <pc:sldMk cId="98556299" sldId="256"/>
            <ac:spMk id="4" creationId="{3E2AE632-31A0-217D-FD10-0A342181E0D1}"/>
          </ac:spMkLst>
        </pc:spChg>
        <pc:spChg chg="add del mod">
          <ac:chgData name="Bara Hamadeh" userId="S::b_hamadeh@asu.edu.jo::ba91a99f-f3ba-46e6-ad5d-582794b375a9" providerId="AD" clId="Web-{1571861A-088D-45B4-19AD-F07752071428}" dt="2024-02-25T22:52:18.108" v="9"/>
          <ac:spMkLst>
            <pc:docMk/>
            <pc:sldMk cId="98556299" sldId="256"/>
            <ac:spMk id="5" creationId="{4DEED555-3CA9-AF20-2154-B7A1C465D834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763895569" sldId="257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763895569" sldId="257"/>
            <ac:spMk id="4" creationId="{8258CA88-4CE1-2FF4-DD8D-F6AFF13B654D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763895569" sldId="257"/>
            <ac:spMk id="5" creationId="{4103610D-0600-1079-1526-F916984FD148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2201219679" sldId="258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2201219679" sldId="258"/>
            <ac:spMk id="4" creationId="{66738BBB-0AA8-3DCA-D70D-202ADE3D7914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2201219679" sldId="258"/>
            <ac:spMk id="5" creationId="{51D827DB-F81F-A12E-0FE0-8309686CB083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548178901" sldId="259"/>
        </pc:sldMkLst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548178901" sldId="259"/>
            <ac:spMk id="4" creationId="{144439A4-B833-71A6-4C52-380D20B51413}"/>
          </ac:spMkLst>
        </pc:spChg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548178901" sldId="259"/>
            <ac:spMk id="7" creationId="{A107DBA1-F0A0-8189-26CF-52A2111B33E4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352624426" sldId="260"/>
        </pc:sldMkLst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352624426" sldId="260"/>
            <ac:spMk id="3" creationId="{526C50D8-FB33-D3C9-D39F-89D645F81E36}"/>
          </ac:spMkLst>
        </pc:spChg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352624426" sldId="260"/>
            <ac:spMk id="12" creationId="{72D3E7BD-C602-41A4-7A93-C109FB4F497C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3592724316" sldId="261"/>
        </pc:sldMkLst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3592724316" sldId="261"/>
            <ac:spMk id="4" creationId="{C1CD350F-C79F-1BAC-FC81-89FFF5E1BA00}"/>
          </ac:spMkLst>
        </pc:spChg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3592724316" sldId="261"/>
            <ac:spMk id="7" creationId="{C6ECFF2F-42F3-F432-D5C5-AFF7C5CEC07B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968091849" sldId="262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968091849" sldId="262"/>
            <ac:spMk id="4" creationId="{09DB375A-5DA4-4702-5ED7-8F647F235B95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968091849" sldId="262"/>
            <ac:spMk id="5" creationId="{2480D893-C5C3-7E90-74CE-4EC2A7E4DADE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920464530" sldId="263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920464530" sldId="263"/>
            <ac:spMk id="4" creationId="{9A41EC9C-251B-F8A6-37DE-3D85AE8F02C1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920464530" sldId="263"/>
            <ac:spMk id="5" creationId="{2315AA30-7A61-A3A5-BA97-9BEC9E2FD05C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224677038" sldId="264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224677038" sldId="264"/>
            <ac:spMk id="4" creationId="{B011E092-9B68-7D9D-5A6D-3B64A6900E7C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224677038" sldId="264"/>
            <ac:spMk id="5" creationId="{4D43926D-4576-81AB-FD79-E8463AB55BFD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337678339" sldId="265"/>
        </pc:sldMkLst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337678339" sldId="265"/>
            <ac:spMk id="4" creationId="{0023D496-046A-8AD4-FE1D-2DD2DA3735A2}"/>
          </ac:spMkLst>
        </pc:spChg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337678339" sldId="265"/>
            <ac:spMk id="12" creationId="{EEF2DA55-7E54-69D3-01A5-91D0F412438C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2749258248" sldId="266"/>
        </pc:sldMkLst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2749258248" sldId="266"/>
            <ac:spMk id="3" creationId="{4E999293-0145-15A1-238D-E87AC2A05E1E}"/>
          </ac:spMkLst>
        </pc:spChg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2749258248" sldId="266"/>
            <ac:spMk id="5" creationId="{4E3501E3-AAC6-1380-7DDD-F2953AD4342D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3564367935" sldId="267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3564367935" sldId="267"/>
            <ac:spMk id="4" creationId="{9582A007-56C2-89D3-B613-9E01FE5C1A78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3564367935" sldId="267"/>
            <ac:spMk id="5" creationId="{0A6FBE21-5CAD-90FD-9869-E2B2116D624B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2974250731" sldId="268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2974250731" sldId="268"/>
            <ac:spMk id="4" creationId="{F1ABFEEA-242B-BEC5-43A2-472024EB147C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2974250731" sldId="268"/>
            <ac:spMk id="5" creationId="{19041D17-4E53-441A-63B9-78F50EE6477C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3509586583" sldId="269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3509586583" sldId="269"/>
            <ac:spMk id="4" creationId="{09DB375A-5DA4-4702-5ED7-8F647F235B95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3509586583" sldId="269"/>
            <ac:spMk id="5" creationId="{93A42EBF-F9E2-14F4-187F-FE94A3659DF1}"/>
          </ac:spMkLst>
        </pc:spChg>
      </pc:sldChg>
      <pc:sldChg chg="addSp delSp modSp modTransition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306156448" sldId="270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306156448" sldId="270"/>
            <ac:spMk id="4" creationId="{7786AF1D-00FE-D07A-31FF-C52D761D9315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306156448" sldId="270"/>
            <ac:spMk id="5" creationId="{5DC01B57-8D1A-84D8-2D06-E658DC0AD229}"/>
          </ac:spMkLst>
        </pc:spChg>
      </pc:sldChg>
      <pc:sldChg chg="addSp delSp modSp modTransition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1300527646" sldId="271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1300527646" sldId="271"/>
            <ac:spMk id="4" creationId="{E12C68D9-D5B1-17E5-68BC-4BA8D6217B06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1300527646" sldId="271"/>
            <ac:spMk id="5" creationId="{144F477F-691F-A9EB-9EFB-FE4E5DDD1719}"/>
          </ac:spMkLst>
        </pc:spChg>
      </pc:sldChg>
      <pc:sldChg chg="addSp delSp modSp">
        <pc:chgData name="Bara Hamadeh" userId="S::b_hamadeh@asu.edu.jo::ba91a99f-f3ba-46e6-ad5d-582794b375a9" providerId="AD" clId="Web-{1571861A-088D-45B4-19AD-F07752071428}" dt="2024-02-25T22:52:24.358" v="10"/>
        <pc:sldMkLst>
          <pc:docMk/>
          <pc:sldMk cId="337689748" sldId="272"/>
        </pc:sldMkLst>
        <pc:spChg chg="del">
          <ac:chgData name="Bara Hamadeh" userId="S::b_hamadeh@asu.edu.jo::ba91a99f-f3ba-46e6-ad5d-582794b375a9" providerId="AD" clId="Web-{1571861A-088D-45B4-19AD-F07752071428}" dt="2024-02-25T22:52:02.810" v="6"/>
          <ac:spMkLst>
            <pc:docMk/>
            <pc:sldMk cId="337689748" sldId="272"/>
            <ac:spMk id="4" creationId="{B011E092-9B68-7D9D-5A6D-3B64A6900E7C}"/>
          </ac:spMkLst>
        </pc:spChg>
        <pc:spChg chg="add mod">
          <ac:chgData name="Bara Hamadeh" userId="S::b_hamadeh@asu.edu.jo::ba91a99f-f3ba-46e6-ad5d-582794b375a9" providerId="AD" clId="Web-{1571861A-088D-45B4-19AD-F07752071428}" dt="2024-02-25T22:52:24.358" v="10"/>
          <ac:spMkLst>
            <pc:docMk/>
            <pc:sldMk cId="337689748" sldId="272"/>
            <ac:spMk id="5" creationId="{D9677F30-CB81-2D96-A4BD-D71DA1765577}"/>
          </ac:spMkLst>
        </pc:spChg>
      </pc:sldChg>
      <pc:sldMasterChg chg="mod modSldLayout">
        <pc:chgData name="Bara Hamadeh" userId="S::b_hamadeh@asu.edu.jo::ba91a99f-f3ba-46e6-ad5d-582794b375a9" providerId="AD" clId="Web-{1571861A-088D-45B4-19AD-F07752071428}" dt="2024-02-25T22:52:24.358" v="10"/>
        <pc:sldMasterMkLst>
          <pc:docMk/>
          <pc:sldMasterMk cId="1719295273" sldId="2147483672"/>
        </pc:sldMasterMkLst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1136942225" sldId="2147483673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543625086" sldId="2147483674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695053800" sldId="2147483675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1555795183" sldId="2147483676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3154714844" sldId="2147483677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1943265441" sldId="2147483678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1103728720" sldId="2147483679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3199667561" sldId="2147483680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1593807278" sldId="2147483681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4052592978" sldId="2147483682"/>
          </pc:sldLayoutMkLst>
        </pc:sldLayoutChg>
        <pc:sldLayoutChg chg="mod">
          <pc:chgData name="Bara Hamadeh" userId="S::b_hamadeh@asu.edu.jo::ba91a99f-f3ba-46e6-ad5d-582794b375a9" providerId="AD" clId="Web-{1571861A-088D-45B4-19AD-F07752071428}" dt="2024-02-25T22:52:24.358" v="10"/>
          <pc:sldLayoutMkLst>
            <pc:docMk/>
            <pc:sldMasterMk cId="1719295273" sldId="2147483672"/>
            <pc:sldLayoutMk cId="2606264647" sldId="2147483683"/>
          </pc:sldLayoutMkLst>
        </pc:sldLayoutChg>
      </pc:sldMasterChg>
    </pc:docChg>
  </pc:docChgLst>
  <pc:docChgLst>
    <pc:chgData name="Fatima Alomari" userId="S::202310666@students.asu.edu.jo::47af97dc-b7d0-45fe-8ef3-7089284128ab" providerId="AD" clId="Web-{DC9FABCF-A648-0260-1A65-DBCF791459CF}"/>
    <pc:docChg chg="modSld">
      <pc:chgData name="Fatima Alomari" userId="S::202310666@students.asu.edu.jo::47af97dc-b7d0-45fe-8ef3-7089284128ab" providerId="AD" clId="Web-{DC9FABCF-A648-0260-1A65-DBCF791459CF}" dt="2024-03-30T12:35:06.570" v="2" actId="1076"/>
      <pc:docMkLst>
        <pc:docMk/>
      </pc:docMkLst>
      <pc:sldChg chg="modSp">
        <pc:chgData name="Fatima Alomari" userId="S::202310666@students.asu.edu.jo::47af97dc-b7d0-45fe-8ef3-7089284128ab" providerId="AD" clId="Web-{DC9FABCF-A648-0260-1A65-DBCF791459CF}" dt="2024-03-30T12:35:06.570" v="2" actId="1076"/>
        <pc:sldMkLst>
          <pc:docMk/>
          <pc:sldMk cId="548178901" sldId="259"/>
        </pc:sldMkLst>
        <pc:picChg chg="mod">
          <ac:chgData name="Fatima Alomari" userId="S::202310666@students.asu.edu.jo::47af97dc-b7d0-45fe-8ef3-7089284128ab" providerId="AD" clId="Web-{DC9FABCF-A648-0260-1A65-DBCF791459CF}" dt="2024-03-30T12:35:06.570" v="2" actId="1076"/>
          <ac:picMkLst>
            <pc:docMk/>
            <pc:sldMk cId="548178901" sldId="259"/>
            <ac:picMk id="1030" creationId="{E57E4E8D-DCAD-008E-55E9-9ADF5B1AE15D}"/>
          </ac:picMkLst>
        </pc:picChg>
      </pc:sldChg>
    </pc:docChg>
  </pc:docChgLst>
  <pc:docChgLst>
    <pc:chgData name="Nora Al-Khayyat" userId="S::202310790@students.asu.edu.jo::0d0f17ac-7cf5-49e9-8f32-39c7b3610133" providerId="AD" clId="Web-{4BAF5E73-04E0-CAB8-94CE-AEDDFA676956}"/>
    <pc:docChg chg="modSld">
      <pc:chgData name="Nora Al-Khayyat" userId="S::202310790@students.asu.edu.jo::0d0f17ac-7cf5-49e9-8f32-39c7b3610133" providerId="AD" clId="Web-{4BAF5E73-04E0-CAB8-94CE-AEDDFA676956}" dt="2024-06-01T19:08:51.482" v="1" actId="1076"/>
      <pc:docMkLst>
        <pc:docMk/>
      </pc:docMkLst>
      <pc:sldChg chg="modSp">
        <pc:chgData name="Nora Al-Khayyat" userId="S::202310790@students.asu.edu.jo::0d0f17ac-7cf5-49e9-8f32-39c7b3610133" providerId="AD" clId="Web-{4BAF5E73-04E0-CAB8-94CE-AEDDFA676956}" dt="2024-06-01T19:08:51.482" v="1" actId="1076"/>
        <pc:sldMkLst>
          <pc:docMk/>
          <pc:sldMk cId="3592724316" sldId="261"/>
        </pc:sldMkLst>
        <pc:picChg chg="mod">
          <ac:chgData name="Nora Al-Khayyat" userId="S::202310790@students.asu.edu.jo::0d0f17ac-7cf5-49e9-8f32-39c7b3610133" providerId="AD" clId="Web-{4BAF5E73-04E0-CAB8-94CE-AEDDFA676956}" dt="2024-06-01T19:08:51.482" v="1" actId="1076"/>
          <ac:picMkLst>
            <pc:docMk/>
            <pc:sldMk cId="3592724316" sldId="261"/>
            <ac:picMk id="3076" creationId="{B7F82B13-8840-4AFB-46CA-EAAD95391C53}"/>
          </ac:picMkLst>
        </pc:picChg>
      </pc:sldChg>
    </pc:docChg>
  </pc:docChgLst>
  <pc:docChgLst>
    <pc:chgData name="Bara Hamadeh" userId="S::b_hamadeh@asu.edu.jo::ba91a99f-f3ba-46e6-ad5d-582794b375a9" providerId="AD" clId="Web-{83DD308F-C320-D20E-0149-B240EDCF5A6F}"/>
    <pc:docChg chg="modSld modMainMaster">
      <pc:chgData name="Bara Hamadeh" userId="S::b_hamadeh@asu.edu.jo::ba91a99f-f3ba-46e6-ad5d-582794b375a9" providerId="AD" clId="Web-{83DD308F-C320-D20E-0149-B240EDCF5A6F}" dt="2024-02-25T10:21:34.507" v="1"/>
      <pc:docMkLst>
        <pc:docMk/>
      </pc:docMkLst>
      <pc:sldChg chg="modSp">
        <pc:chgData name="Bara Hamadeh" userId="S::b_hamadeh@asu.edu.jo::ba91a99f-f3ba-46e6-ad5d-582794b375a9" providerId="AD" clId="Web-{83DD308F-C320-D20E-0149-B240EDCF5A6F}" dt="2024-02-25T10:21:29.007" v="0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83DD308F-C320-D20E-0149-B240EDCF5A6F}" dt="2024-02-25T10:21:29.007" v="0"/>
          <ac:spMkLst>
            <pc:docMk/>
            <pc:sldMk cId="98556299" sldId="256"/>
            <ac:spMk id="4" creationId="{3E2AE632-31A0-217D-FD10-0A342181E0D1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763895569" sldId="257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763895569" sldId="257"/>
            <ac:spMk id="4" creationId="{8258CA88-4CE1-2FF4-DD8D-F6AFF13B654D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2201219679" sldId="258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2201219679" sldId="25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548178901" sldId="259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548178901" sldId="259"/>
            <ac:spMk id="7" creationId="{A107DBA1-F0A0-8189-26CF-52A2111B33E4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352624426" sldId="260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352624426" sldId="260"/>
            <ac:spMk id="12" creationId="{72D3E7BD-C602-41A4-7A93-C109FB4F497C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3592724316" sldId="261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3592724316" sldId="261"/>
            <ac:spMk id="7" creationId="{C6ECFF2F-42F3-F432-D5C5-AFF7C5CEC07B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968091849" sldId="262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968091849" sldId="262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920464530" sldId="263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920464530" sldId="263"/>
            <ac:spMk id="4" creationId="{9A41EC9C-251B-F8A6-37DE-3D85AE8F02C1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224677038" sldId="264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224677038" sldId="264"/>
            <ac:spMk id="4" creationId="{B011E092-9B68-7D9D-5A6D-3B64A6900E7C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337678339" sldId="265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337678339" sldId="265"/>
            <ac:spMk id="12" creationId="{EEF2DA55-7E54-69D3-01A5-91D0F412438C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2749258248" sldId="266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2749258248" sldId="266"/>
            <ac:spMk id="5" creationId="{4E3501E3-AAC6-1380-7DDD-F2953AD4342D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3564367935" sldId="267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3564367935" sldId="267"/>
            <ac:spMk id="4" creationId="{9582A007-56C2-89D3-B613-9E01FE5C1A78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2974250731" sldId="268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2974250731" sldId="268"/>
            <ac:spMk id="4" creationId="{F1ABFEEA-242B-BEC5-43A2-472024EB147C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3509586583" sldId="269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3509586583" sldId="269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306156448" sldId="270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306156448" sldId="270"/>
            <ac:spMk id="4" creationId="{7786AF1D-00FE-D07A-31FF-C52D761D9315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1300527646" sldId="271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1300527646" sldId="271"/>
            <ac:spMk id="4" creationId="{E12C68D9-D5B1-17E5-68BC-4BA8D6217B06}"/>
          </ac:spMkLst>
        </pc:spChg>
      </pc:sldChg>
      <pc:sldChg chg="modSp">
        <pc:chgData name="Bara Hamadeh" userId="S::b_hamadeh@asu.edu.jo::ba91a99f-f3ba-46e6-ad5d-582794b375a9" providerId="AD" clId="Web-{83DD308F-C320-D20E-0149-B240EDCF5A6F}" dt="2024-02-25T10:21:34.507" v="1"/>
        <pc:sldMkLst>
          <pc:docMk/>
          <pc:sldMk cId="337689748" sldId="272"/>
        </pc:sld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k cId="337689748" sldId="272"/>
            <ac:spMk id="4" creationId="{B011E092-9B68-7D9D-5A6D-3B64A6900E7C}"/>
          </ac:spMkLst>
        </pc:spChg>
      </pc:sldChg>
      <pc:sldMasterChg chg="modSp mod modSldLayout">
        <pc:chgData name="Bara Hamadeh" userId="S::b_hamadeh@asu.edu.jo::ba91a99f-f3ba-46e6-ad5d-582794b375a9" providerId="AD" clId="Web-{83DD308F-C320-D20E-0149-B240EDCF5A6F}" dt="2024-02-25T10:21:34.507" v="1"/>
        <pc:sldMasterMkLst>
          <pc:docMk/>
          <pc:sldMasterMk cId="1719295273" sldId="2147483672"/>
        </pc:sldMasterMkLst>
        <pc:spChg chg="mod">
          <ac:chgData name="Bara Hamadeh" userId="S::b_hamadeh@asu.edu.jo::ba91a99f-f3ba-46e6-ad5d-582794b375a9" providerId="AD" clId="Web-{83DD308F-C320-D20E-0149-B240EDCF5A6F}" dt="2024-02-25T10:21:34.507" v="1"/>
          <ac:spMkLst>
            <pc:docMk/>
            <pc:sldMasterMk cId="1719295273" sldId="2147483672"/>
            <ac:spMk id="5" creationId="{00000000-0000-0000-0000-000000000000}"/>
          </ac:spMkLst>
        </pc:sp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1136942225" sldId="2147483673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1136942225" sldId="2147483673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543625086" sldId="2147483674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543625086" sldId="2147483674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695053800" sldId="2147483675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695053800" sldId="2147483675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1555795183" sldId="2147483676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1555795183" sldId="2147483676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3154714844" sldId="2147483677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3154714844" sldId="2147483677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1943265441" sldId="2147483678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1943265441" sldId="2147483678"/>
              <ac:spMk id="4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1103728720" sldId="2147483679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1103728720" sldId="2147483679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3199667561" sldId="2147483680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3199667561" sldId="2147483680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1593807278" sldId="2147483681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1593807278" sldId="2147483681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4052592978" sldId="2147483682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4052592978" sldId="2147483682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83DD308F-C320-D20E-0149-B240EDCF5A6F}" dt="2024-02-25T10:21:34.507" v="1"/>
          <pc:sldLayoutMkLst>
            <pc:docMk/>
            <pc:sldMasterMk cId="1719295273" sldId="2147483672"/>
            <pc:sldLayoutMk cId="2606264647" sldId="2147483683"/>
          </pc:sldLayoutMkLst>
          <pc:spChg chg="mod">
            <ac:chgData name="Bara Hamadeh" userId="S::b_hamadeh@asu.edu.jo::ba91a99f-f3ba-46e6-ad5d-582794b375a9" providerId="AD" clId="Web-{83DD308F-C320-D20E-0149-B240EDCF5A6F}" dt="2024-02-25T10:21:34.507" v="1"/>
            <ac:spMkLst>
              <pc:docMk/>
              <pc:sldMasterMk cId="1719295273" sldId="2147483672"/>
              <pc:sldLayoutMk cId="2606264647" sldId="2147483683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B87DE-9E73-458A-8E46-5005C259709B}" type="datetimeFigureOut">
              <a:rPr lang="en-US" smtClean="0"/>
              <a:t>6/1/2024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C0B3B-8708-4C1B-BF63-D2C17A953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A141-FBD2-4828-8ED5-5354066C3322}" type="datetime1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9422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3DF3-71E6-45DB-8554-2816CBF5ABB5}" type="datetime1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508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75C69-C1A9-4269-BB98-0B8A452ABB80}" type="datetime1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05380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59528-AFE0-45E7-98AA-E4D6E319529D}" type="datetime1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518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C2991-3383-4160-BD54-A849809B3BE3}" type="datetime1">
              <a:rPr lang="en-US" smtClean="0"/>
              <a:t>6/1/2024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484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35AB0-3718-428E-A57C-D83727C52F00}" type="datetime1">
              <a:rPr lang="en-US" smtClean="0"/>
              <a:t>6/1/2024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6544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063B-8953-46D6-8143-B0887AD71EAA}" type="datetime1">
              <a:rPr lang="en-US" smtClean="0"/>
              <a:t>6/1/2024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2872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0BD8FE0-8E72-4B7A-9D35-392390C0BD6C}" type="datetime1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756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DA694-603A-4560-AE50-1E87A732D051}" type="datetime1">
              <a:rPr lang="en-US" smtClean="0"/>
              <a:t>6/1/2024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727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61F3-C598-442D-82FE-83CC9D776CD3}" type="datetime1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297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E1CBE-2AD6-49B2-A5B9-115E00E4A25A}" type="datetime1">
              <a:rPr lang="en-US" smtClean="0"/>
              <a:t>6/1/2024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464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1" y="1845734"/>
            <a:ext cx="114818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792" y="6459785"/>
            <a:ext cx="242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B245712-58FB-4AA1-A224-41405C886B58}" type="datetime1">
              <a:rPr lang="en-US" smtClean="0"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6895" y="6459785"/>
            <a:ext cx="696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930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348791" y="1737360"/>
            <a:ext cx="11481847" cy="48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29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3600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26FD-D193-2F6D-1700-2CC522B16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r>
              <a:rPr lang="en-US" dirty="0"/>
              <a:t>Introduction to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DB7FE-4890-3792-0238-F23914BC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/>
          <a:lstStyle/>
          <a:p>
            <a:r>
              <a:rPr lang="en-US" altLang="ar-SA" dirty="0"/>
              <a:t>Java Programming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 vert="horz" lIns="0" tIns="45720" rIns="0" bIns="45720" rtlCol="0" anchor="t">
            <a:normAutofit fontScale="92500" lnSpcReduction="20000"/>
          </a:bodyPr>
          <a:lstStyle/>
          <a:p>
            <a:pPr marL="179705" indent="-359410"/>
            <a:r>
              <a:rPr lang="ar-JO" altLang="en-US"/>
              <a:t>Become familiar with the Java language.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Explore Java language editions.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Become familiar with why Java language is important.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Explore Java as an independent platform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Become familiar with Java platform components (Java compiler, Java development kit (JDK),</a:t>
            </a:r>
            <a:br>
              <a:rPr lang="ar-JO" altLang="en-US" dirty="0"/>
            </a:br>
            <a:r>
              <a:rPr lang="ar-JO" altLang="en-US"/>
              <a:t>  Java runtime environment (JRE), Java virtual machine (JVM) and Java just in time compiler(JIT).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Explore the relationship between JDK,JRE,JVM and JIT.</a:t>
            </a:r>
            <a:endParaRPr lang="ar-JO" altLang="en-US">
              <a:cs typeface="Arial"/>
            </a:endParaRPr>
          </a:p>
          <a:p>
            <a:pPr marL="179705" indent="-359410"/>
            <a:r>
              <a:rPr lang="ar-JO" altLang="en-US"/>
              <a:t>Explore how Java program is processed</a:t>
            </a:r>
            <a:endParaRPr lang="ar-JO" altLang="en-US">
              <a:cs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3610D-0600-1079-1526-F916984FD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638955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Procedural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 dirty="0"/>
              <a:t>Procedural programming: writing programs made of functions that perform specific tasks</a:t>
            </a:r>
          </a:p>
          <a:p>
            <a:pPr lvl="1"/>
            <a:r>
              <a:rPr lang="en-US" altLang="en-US" dirty="0"/>
              <a:t>Procedures typically operate on data items that are separate from the procedures</a:t>
            </a:r>
          </a:p>
          <a:p>
            <a:pPr lvl="1"/>
            <a:r>
              <a:rPr lang="en-US" altLang="en-US" dirty="0"/>
              <a:t>Data items commonly passed from one procedure to another</a:t>
            </a:r>
          </a:p>
          <a:p>
            <a:pPr lvl="1"/>
            <a:r>
              <a:rPr lang="en-US" altLang="en-US" dirty="0"/>
              <a:t>Focus: to create procedures that operate on the program’s data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27DB-F81F-A12E-0FE0-8309686C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2012196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Object-Oriented Programming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en-US" dirty="0"/>
              <a:t>Object-oriented programming: focused on creating objects</a:t>
            </a:r>
          </a:p>
          <a:p>
            <a:r>
              <a:rPr lang="en-US" altLang="en-US" dirty="0"/>
              <a:t>Object: entity that contains data and procedures</a:t>
            </a:r>
          </a:p>
          <a:p>
            <a:pPr lvl="1"/>
            <a:r>
              <a:rPr lang="en-US" altLang="en-US" dirty="0"/>
              <a:t>Data is known as data attributes and procedures are known as methods</a:t>
            </a:r>
          </a:p>
          <a:p>
            <a:pPr lvl="2"/>
            <a:r>
              <a:rPr lang="en-US" altLang="en-US" dirty="0"/>
              <a:t>Methods perform operations on the data attributes</a:t>
            </a:r>
          </a:p>
        </p:txBody>
      </p:sp>
      <p:pic>
        <p:nvPicPr>
          <p:cNvPr id="1026" name="Picture 2" descr="Object-Oriented Programming 101: Understanding Basic Concepts">
            <a:extLst>
              <a:ext uri="{FF2B5EF4-FFF2-40B4-BE49-F238E27FC236}">
                <a16:creationId xmlns:a16="http://schemas.microsoft.com/office/drawing/2014/main" id="{F1018050-C6C2-86FA-6EF8-6C4988FC4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66" y="3603848"/>
            <a:ext cx="4916905" cy="2458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 124: Chapter 10 - Classes and Object-Oriented Programming Flashcards |  Quizlet">
            <a:extLst>
              <a:ext uri="{FF2B5EF4-FFF2-40B4-BE49-F238E27FC236}">
                <a16:creationId xmlns:a16="http://schemas.microsoft.com/office/drawing/2014/main" id="{E57E4E8D-DCAD-008E-55E9-9ADF5B1A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883" y="3130245"/>
            <a:ext cx="2714625" cy="3002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439A4-B833-71A6-4C52-380D20B5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54817890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E265-45DE-317E-AF02-42A1EC5D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What is Java?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66703-D1A7-DE4C-F576-08D64E7ED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dirty="0"/>
              <a:t>Java is an object-oriented programming language.</a:t>
            </a:r>
          </a:p>
          <a:p>
            <a:r>
              <a:rPr lang="en-US" altLang="ar-SA" dirty="0"/>
              <a:t>1991 - Green Team started by Sun Microsystems.</a:t>
            </a:r>
          </a:p>
          <a:p>
            <a:r>
              <a:rPr lang="en-US" dirty="0"/>
              <a:t>Designed to be for general purposes such as developing desktop applications, web applications, mobile applications, games  etc.</a:t>
            </a:r>
          </a:p>
          <a:p>
            <a:r>
              <a:rPr lang="en-US" dirty="0"/>
              <a:t>It also known as “Write Once Run Any Where” language (WORA).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01B57-8D1A-84D8-2D06-E658DC0A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0615644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Java program</a:t>
            </a:r>
            <a:br>
              <a:rPr lang="en-US" altLang="en-US" dirty="0"/>
            </a:br>
            <a:r>
              <a:rPr lang="en-US" altLang="en-US" dirty="0"/>
              <a:t>components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17B6DB-87BC-F7F6-3318-AD71949D8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590E8CF0-1C06-BC6B-A962-34C77491E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870692"/>
            <a:ext cx="7239000" cy="548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2050" name="Picture 2" descr="What Will Be The Best Java IDE's in 2020? - GeeksforGeeks">
            <a:extLst>
              <a:ext uri="{FF2B5EF4-FFF2-40B4-BE49-F238E27FC236}">
                <a16:creationId xmlns:a16="http://schemas.microsoft.com/office/drawing/2014/main" id="{FDC7FF3D-E2AC-6217-F1BD-4E5793957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1" y="3211388"/>
            <a:ext cx="4953000" cy="3090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2D668A-0112-6EED-4278-F4D4D710D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1" y="1751640"/>
            <a:ext cx="4933949" cy="145075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C50D8-FB33-D3C9-D39F-89D645F8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5262442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1F80-D22E-AFBA-ED72-175EBEA0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Java Development  Editions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0E4D-3F75-D330-728A-4D60B455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altLang="en-US" dirty="0"/>
              <a:t>Java Standard Edition (J2SE)</a:t>
            </a:r>
          </a:p>
          <a:p>
            <a:pPr lvl="1"/>
            <a:r>
              <a:rPr lang="en-US" altLang="en-US" dirty="0"/>
              <a:t>J2SE can be used to develop client-side standalone applications or applets.</a:t>
            </a:r>
          </a:p>
          <a:p>
            <a:r>
              <a:rPr lang="en-US" altLang="en-US" dirty="0"/>
              <a:t>Java Enterprise Edition (J2EE)</a:t>
            </a:r>
          </a:p>
          <a:p>
            <a:pPr lvl="1"/>
            <a:r>
              <a:rPr lang="en-US" altLang="en-US" dirty="0"/>
              <a:t>J2EE can be used to develop server-side applications such as Java servlets, Java </a:t>
            </a:r>
            <a:r>
              <a:rPr lang="en-US" altLang="en-US" dirty="0" err="1"/>
              <a:t>ServerPages</a:t>
            </a:r>
            <a:r>
              <a:rPr lang="en-US" altLang="en-US" dirty="0"/>
              <a:t>, and Java </a:t>
            </a:r>
            <a:r>
              <a:rPr lang="en-US" altLang="en-US" dirty="0" err="1"/>
              <a:t>ServerFaces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Java Micro Edition (J2ME). </a:t>
            </a:r>
          </a:p>
          <a:p>
            <a:pPr lvl="1"/>
            <a:r>
              <a:rPr lang="en-US" altLang="en-US" dirty="0"/>
              <a:t>J2ME can be used to develop applications for mobile devices such as cell phones.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This course uses J2SE.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F477F-691F-A9EB-9EFB-FE4E5DDD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0052764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dirty="0"/>
              <a:t>Components of Java Platform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dirty="0"/>
              <a:t>There are three interrelated components for Java platform:</a:t>
            </a:r>
          </a:p>
          <a:p>
            <a:pPr lvl="1"/>
            <a:r>
              <a:rPr lang="en-US" dirty="0"/>
              <a:t>JDK (Java Development Kit)</a:t>
            </a:r>
          </a:p>
          <a:p>
            <a:pPr lvl="1"/>
            <a:r>
              <a:rPr lang="en-US" dirty="0"/>
              <a:t>JRE (Java Runtime Environment)</a:t>
            </a:r>
          </a:p>
          <a:p>
            <a:pPr lvl="1"/>
            <a:r>
              <a:rPr lang="en-US" dirty="0"/>
              <a:t>JVM (Java Virtual Machine)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7F82B13-8840-4AFB-46CA-EAAD95391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825" y="2224162"/>
            <a:ext cx="5797216" cy="3257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359AC8-39B7-89F9-11A9-FC0BB990BEF4}"/>
              </a:ext>
            </a:extLst>
          </p:cNvPr>
          <p:cNvSpPr txBox="1">
            <a:spLocks/>
          </p:cNvSpPr>
          <p:nvPr/>
        </p:nvSpPr>
        <p:spPr>
          <a:xfrm>
            <a:off x="6298530" y="5635291"/>
            <a:ext cx="5797216" cy="7013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1800" kern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JDK = JRE + Development Tools</a:t>
            </a:r>
            <a:br>
              <a:rPr lang="en-US" sz="1800" kern="1200" dirty="0">
                <a:solidFill>
                  <a:srgbClr val="FF0000"/>
                </a:solidFill>
                <a:effectLst/>
                <a:latin typeface="+mj-lt"/>
                <a:ea typeface="+mn-ea"/>
                <a:cs typeface="+mn-cs"/>
              </a:rPr>
            </a:br>
            <a:r>
              <a:rPr lang="en-US" sz="1800" dirty="0">
                <a:solidFill>
                  <a:srgbClr val="FF0000"/>
                </a:solidFill>
                <a:latin typeface="+mj-lt"/>
              </a:rPr>
              <a:t> JRE = JVM + Library Classes</a:t>
            </a:r>
            <a:endParaRPr lang="en-US" sz="1800" kern="1200" dirty="0">
              <a:solidFill>
                <a:srgbClr val="FF0000"/>
              </a:solidFill>
              <a:effectLst/>
              <a:latin typeface="+mj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D350F-C79F-1BAC-FC81-89FFF5E1B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9272431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Development Kit (JDK)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dirty="0"/>
              <a:t>The JDK is used to develop Java applications.</a:t>
            </a:r>
          </a:p>
          <a:p>
            <a:r>
              <a:rPr lang="en-US" dirty="0"/>
              <a:t>JDK internally contains JRE.</a:t>
            </a:r>
          </a:p>
          <a:p>
            <a:r>
              <a:rPr lang="en-US" dirty="0"/>
              <a:t>JDK contains</a:t>
            </a:r>
          </a:p>
          <a:p>
            <a:pPr lvl="1"/>
            <a:r>
              <a:rPr lang="en-US" dirty="0"/>
              <a:t>Compiler (</a:t>
            </a:r>
            <a:r>
              <a:rPr lang="en-US" dirty="0" err="1"/>
              <a:t>javac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Core class library</a:t>
            </a:r>
          </a:p>
          <a:p>
            <a:pPr lvl="3"/>
            <a:r>
              <a:rPr lang="en-US" dirty="0"/>
              <a:t>classes.zip</a:t>
            </a:r>
          </a:p>
          <a:p>
            <a:pPr lvl="3"/>
            <a:r>
              <a:rPr lang="en-US" dirty="0"/>
              <a:t>rt.jar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2EBF-F9E2-14F4-187F-FE94A365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0958658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Development Kit (JDK)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r>
              <a:rPr lang="en-US" dirty="0"/>
              <a:t>JDK contains</a:t>
            </a:r>
          </a:p>
          <a:p>
            <a:pPr lvl="1"/>
            <a:r>
              <a:rPr lang="en-US" dirty="0"/>
              <a:t>Debugger (</a:t>
            </a:r>
            <a:r>
              <a:rPr lang="en-US" dirty="0" err="1"/>
              <a:t>jdb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Bytecode interpreter: The JVM (java)</a:t>
            </a:r>
          </a:p>
          <a:p>
            <a:pPr lvl="1"/>
            <a:r>
              <a:rPr lang="en-US" dirty="0"/>
              <a:t>Documentation generator (</a:t>
            </a:r>
            <a:r>
              <a:rPr lang="en-US" dirty="0" err="1"/>
              <a:t>javadoc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Java Archive utility (jar)</a:t>
            </a:r>
          </a:p>
          <a:p>
            <a:pPr lvl="1"/>
            <a:r>
              <a:rPr lang="en-US" dirty="0"/>
              <a:t>Others</a:t>
            </a:r>
          </a:p>
          <a:p>
            <a:r>
              <a:rPr lang="en-US" dirty="0"/>
              <a:t>Without JDK we cannot build any Java program.</a:t>
            </a:r>
          </a:p>
          <a:p>
            <a:r>
              <a:rPr lang="en-US" dirty="0"/>
              <a:t>Developers choose JDK by Java version and by package or edition.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D893-C5C3-7E90-74CE-4EC2A7E4D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96809184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Runtime Environment (JRE)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dirty="0"/>
              <a:t>The JRE is the responsible unit to run the Java program.</a:t>
            </a:r>
          </a:p>
          <a:p>
            <a:r>
              <a:rPr lang="en-US" dirty="0"/>
              <a:t>Without JRE we cannot run Java program(JDK is used to build Java program, whereas JRE is used to run Java program).</a:t>
            </a:r>
          </a:p>
          <a:p>
            <a:r>
              <a:rPr lang="en-US" dirty="0"/>
              <a:t>JRE contains JVM.</a:t>
            </a:r>
          </a:p>
          <a:p>
            <a:r>
              <a:rPr lang="en-US" dirty="0"/>
              <a:t>JRE contains all the inbuilt packages and class library files(e.g. lang , io, util,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5AA30-7A61-A3A5-BA97-9BEC9E2F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9204645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Virtual Machine (JVM)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ar-SA" dirty="0"/>
              <a:t>JVM platform independent.</a:t>
            </a:r>
          </a:p>
          <a:p>
            <a:r>
              <a:rPr lang="en-US" altLang="ar-SA" dirty="0"/>
              <a:t>JVM is available for multiple operating systems,</a:t>
            </a:r>
            <a:br>
              <a:rPr lang="en-US" altLang="ar-SA" dirty="0"/>
            </a:br>
            <a:r>
              <a:rPr lang="en-US" altLang="ar-SA" dirty="0"/>
              <a:t>and programs created with the JRE </a:t>
            </a:r>
            <a:br>
              <a:rPr lang="en-US" altLang="ar-SA" dirty="0"/>
            </a:br>
            <a:r>
              <a:rPr lang="en-US" altLang="ar-SA" dirty="0"/>
              <a:t>will run on all of them.</a:t>
            </a:r>
          </a:p>
          <a:p>
            <a:r>
              <a:rPr lang="en-US" altLang="ar-SA" dirty="0"/>
              <a:t>JVM takes .class files and </a:t>
            </a:r>
            <a:br>
              <a:rPr lang="en-US" altLang="ar-SA" dirty="0"/>
            </a:br>
            <a:r>
              <a:rPr lang="en-US" altLang="ar-SA" dirty="0"/>
              <a:t>executes it by managing the memory.</a:t>
            </a:r>
            <a:endParaRPr lang="en-US" dirty="0"/>
          </a:p>
        </p:txBody>
      </p:sp>
      <p:pic>
        <p:nvPicPr>
          <p:cNvPr id="4098" name="Picture 2" descr="What is the JVM? Introducing the Java virtual machine | InfoWorld">
            <a:extLst>
              <a:ext uri="{FF2B5EF4-FFF2-40B4-BE49-F238E27FC236}">
                <a16:creationId xmlns:a16="http://schemas.microsoft.com/office/drawing/2014/main" id="{4F94B326-23CA-C998-A6D7-6BD6AD0B0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396" y="2133236"/>
            <a:ext cx="4283242" cy="417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3926D-4576-81AB-FD79-E8463AB5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22467703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Virtual Machine (JVM)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ar-SA" dirty="0"/>
              <a:t>JVM contains JIT (Just In Time Compiler), which improves the performance of Java applications at run time</a:t>
            </a:r>
          </a:p>
          <a:p>
            <a:r>
              <a:rPr lang="en-US" altLang="ar-SA" dirty="0"/>
              <a:t>JVM loads, verifies, and executes the code and provides the runtime environment.</a:t>
            </a:r>
          </a:p>
          <a:p>
            <a:r>
              <a:rPr lang="en-US" altLang="ar-SA" dirty="0"/>
              <a:t>JVM plays a major role in Java memory management.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77F30-CB81-2D96-A4BD-D71DA176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3768974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As Independent Computing Platform (Portability)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altLang="ar-SA" dirty="0"/>
              <a:t>Portable means that a program may be written on one type of computer and then run on a wide variety of computers, with little or no modification. </a:t>
            </a:r>
          </a:p>
          <a:p>
            <a:r>
              <a:rPr lang="en-US" altLang="ar-SA" dirty="0"/>
              <a:t>Java byte code runs on the JVM and not on any particular CPU; therefore, compiled Java programs are highly portable.</a:t>
            </a:r>
          </a:p>
          <a:p>
            <a:r>
              <a:rPr lang="en-US" altLang="ar-SA" dirty="0"/>
              <a:t>JVMs exist on many platforms: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BDE571-FC08-44EC-B958-535BF5332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0389" y="3750762"/>
            <a:ext cx="6966408" cy="257597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3D496-046A-8AD4-FE1D-2DD2DA37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3767833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Java As Independent Computing Platform (Portability) </a:t>
            </a:r>
            <a:endParaRPr lang="en-US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73AB710-08C3-7B55-0161-BE6A36A61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91" y="1846263"/>
            <a:ext cx="7521518" cy="402272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99293-0145-15A1-238D-E87AC2A05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74925824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Java 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3"/>
            <a:ext cx="11481847" cy="4487955"/>
          </a:xfrm>
        </p:spPr>
        <p:txBody>
          <a:bodyPr>
            <a:normAutofit/>
          </a:bodyPr>
          <a:lstStyle/>
          <a:p>
            <a:r>
              <a:rPr lang="en-US" dirty="0"/>
              <a:t>An integrated development environment (IDE) is a software application that helps programmers develop software code efficiently. It increases developer productivity by combining capabilities such as software editing, building, testing, and packaging in an easy-to-use application.</a:t>
            </a:r>
          </a:p>
          <a:p>
            <a:r>
              <a:rPr lang="en-US" dirty="0"/>
              <a:t>NetBeans</a:t>
            </a:r>
          </a:p>
          <a:p>
            <a:r>
              <a:rPr lang="en-US" dirty="0"/>
              <a:t>Eclipse</a:t>
            </a:r>
          </a:p>
          <a:p>
            <a:r>
              <a:rPr lang="en-US" dirty="0" err="1"/>
              <a:t>blueJ</a:t>
            </a:r>
            <a:endParaRPr lang="en-US" dirty="0"/>
          </a:p>
          <a:p>
            <a:r>
              <a:rPr lang="en-US" dirty="0" err="1"/>
              <a:t>intellJ</a:t>
            </a:r>
            <a:endParaRPr lang="en-US" dirty="0"/>
          </a:p>
          <a:p>
            <a:r>
              <a:rPr lang="en-US" dirty="0"/>
              <a:t>In this course we will use NetBeans IDE.</a:t>
            </a:r>
          </a:p>
        </p:txBody>
      </p:sp>
      <p:pic>
        <p:nvPicPr>
          <p:cNvPr id="5122" name="Picture 2" descr="netbeans ide &quot; Sticker for Sale by Blue Pencil | Redbubble">
            <a:extLst>
              <a:ext uri="{FF2B5EF4-FFF2-40B4-BE49-F238E27FC236}">
                <a16:creationId xmlns:a16="http://schemas.microsoft.com/office/drawing/2014/main" id="{33C5BEA3-0B45-F0C8-C8BB-C70C66716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814" y="3078759"/>
            <a:ext cx="2924676" cy="324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FBE21-5CAD-90FD-9869-E2B2116D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6436793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dirty="0"/>
              <a:t>Introduction to Java Programming, Comprehensive Version, Student Value Edition, Daniel Liang, 12th Edition, Pearson 2019</a:t>
            </a:r>
          </a:p>
          <a:p>
            <a:r>
              <a:rPr lang="en-US" dirty="0"/>
              <a:t>lecture Notes: edugate.asu.edu.jo.</a:t>
            </a:r>
          </a:p>
          <a:p>
            <a:r>
              <a:rPr lang="en-US" dirty="0"/>
              <a:t>lecture  Videos: YouTube channel.</a:t>
            </a:r>
          </a:p>
          <a:p>
            <a:r>
              <a:rPr lang="en-US" dirty="0"/>
              <a:t>How to install JDK &amp; NetBeans IDE manual.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41D17-4E53-441A-63B9-78F50EE6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974250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92FF6E27440F4A9616568541A8C2D3" ma:contentTypeVersion="6" ma:contentTypeDescription="Create a new document." ma:contentTypeScope="" ma:versionID="e3fbfd782b729c2ea75271ecc6381aad">
  <xsd:schema xmlns:xsd="http://www.w3.org/2001/XMLSchema" xmlns:xs="http://www.w3.org/2001/XMLSchema" xmlns:p="http://schemas.microsoft.com/office/2006/metadata/properties" xmlns:ns2="60b65d92-b9ba-4fda-a6d4-fc80fee45f1e" xmlns:ns3="31c5b7b8-1c06-40e5-9112-5d0b2cb3e63a" targetNamespace="http://schemas.microsoft.com/office/2006/metadata/properties" ma:root="true" ma:fieldsID="27c10afda9c9eed6cc1dc44218ee2e2d" ns2:_="" ns3:_="">
    <xsd:import namespace="60b65d92-b9ba-4fda-a6d4-fc80fee45f1e"/>
    <xsd:import namespace="31c5b7b8-1c06-40e5-9112-5d0b2cb3e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65d92-b9ba-4fda-a6d4-fc80fee45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5b7b8-1c06-40e5-9112-5d0b2cb3e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D21629-8556-4260-8D0A-66F958DBEB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3FF577-B5C9-499D-8BBE-C4E5D4233839}">
  <ds:schemaRefs>
    <ds:schemaRef ds:uri="http://schemas.microsoft.com/office/2006/metadata/properties"/>
    <ds:schemaRef ds:uri="http://schemas.microsoft.com/office/infopath/2007/PartnerControls"/>
    <ds:schemaRef ds:uri="dec0ca4c-66b0-48e9-ad00-41e092718583"/>
    <ds:schemaRef ds:uri="ecd437d3-f4c5-4a99-b253-419d7adaefb7"/>
  </ds:schemaRefs>
</ds:datastoreItem>
</file>

<file path=customXml/itemProps3.xml><?xml version="1.0" encoding="utf-8"?>
<ds:datastoreItem xmlns:ds="http://schemas.openxmlformats.org/officeDocument/2006/customXml" ds:itemID="{9AB8ECCA-166D-4264-A65F-8BB29FDCDE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b65d92-b9ba-4fda-a6d4-fc80fee45f1e"/>
    <ds:schemaRef ds:uri="31c5b7b8-1c06-40e5-9112-5d0b2cb3e6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126</TotalTime>
  <Words>863</Words>
  <Application>Microsoft Office PowerPoint</Application>
  <PresentationFormat>Widescreen</PresentationFormat>
  <Paragraphs>107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</vt:lpstr>
      <vt:lpstr>Introduction to Java</vt:lpstr>
      <vt:lpstr>Objectives</vt:lpstr>
      <vt:lpstr>Procedural Programming</vt:lpstr>
      <vt:lpstr>Object-Oriented Programming</vt:lpstr>
      <vt:lpstr>What is Java?</vt:lpstr>
      <vt:lpstr>Java program components </vt:lpstr>
      <vt:lpstr>Java Development  Editions</vt:lpstr>
      <vt:lpstr>Components of Java Platform</vt:lpstr>
      <vt:lpstr>Java Development Kit (JDK)</vt:lpstr>
      <vt:lpstr>Java Development Kit (JDK)</vt:lpstr>
      <vt:lpstr>Java Runtime Environment (JRE)</vt:lpstr>
      <vt:lpstr>Java Virtual Machine (JVM)</vt:lpstr>
      <vt:lpstr>Java Virtual Machine (JVM)</vt:lpstr>
      <vt:lpstr>Java As Independent Computing Platform (Portability) </vt:lpstr>
      <vt:lpstr>Java As Independent Computing Platform (Portability) </vt:lpstr>
      <vt:lpstr>Java IDE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 Hamadah;b_qaddoumi@asu.edu.jo</dc:creator>
  <cp:lastModifiedBy>Bara Hamada</cp:lastModifiedBy>
  <cp:revision>25</cp:revision>
  <dcterms:created xsi:type="dcterms:W3CDTF">2023-12-21T19:04:58Z</dcterms:created>
  <dcterms:modified xsi:type="dcterms:W3CDTF">2024-06-01T19:08:58Z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0x0101008692FF6E27440F4A9616568541A8C2D3</vt:lpwstr>
  </property>
</Properties>
</file>