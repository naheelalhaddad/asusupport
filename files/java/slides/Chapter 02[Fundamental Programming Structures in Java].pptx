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72" r:id="rId4"/>
  </p:sldMasterIdLst>
  <p:notesMasterIdLst>
    <p:notesMasterId r:id="rId50"/>
  </p:notesMasterIdLst>
  <p:sldIdLst>
    <p:sldId id="256" r:id="rId5"/>
    <p:sldId id="257" r:id="rId6"/>
    <p:sldId id="258" r:id="rId7"/>
    <p:sldId id="270" r:id="rId8"/>
    <p:sldId id="271" r:id="rId9"/>
    <p:sldId id="272" r:id="rId10"/>
    <p:sldId id="259" r:id="rId11"/>
    <p:sldId id="273" r:id="rId12"/>
    <p:sldId id="261" r:id="rId13"/>
    <p:sldId id="269" r:id="rId14"/>
    <p:sldId id="262" r:id="rId15"/>
    <p:sldId id="274" r:id="rId16"/>
    <p:sldId id="287" r:id="rId17"/>
    <p:sldId id="263" r:id="rId18"/>
    <p:sldId id="275" r:id="rId19"/>
    <p:sldId id="267" r:id="rId20"/>
    <p:sldId id="268" r:id="rId21"/>
    <p:sldId id="277" r:id="rId22"/>
    <p:sldId id="278" r:id="rId23"/>
    <p:sldId id="279" r:id="rId24"/>
    <p:sldId id="280" r:id="rId25"/>
    <p:sldId id="281" r:id="rId26"/>
    <p:sldId id="282" r:id="rId27"/>
    <p:sldId id="283" r:id="rId28"/>
    <p:sldId id="284" r:id="rId29"/>
    <p:sldId id="285" r:id="rId30"/>
    <p:sldId id="276" r:id="rId31"/>
    <p:sldId id="288" r:id="rId32"/>
    <p:sldId id="289" r:id="rId33"/>
    <p:sldId id="290" r:id="rId34"/>
    <p:sldId id="291" r:id="rId35"/>
    <p:sldId id="292" r:id="rId36"/>
    <p:sldId id="293" r:id="rId37"/>
    <p:sldId id="294" r:id="rId38"/>
    <p:sldId id="295" r:id="rId39"/>
    <p:sldId id="296" r:id="rId40"/>
    <p:sldId id="297" r:id="rId41"/>
    <p:sldId id="298" r:id="rId42"/>
    <p:sldId id="299" r:id="rId43"/>
    <p:sldId id="300" r:id="rId44"/>
    <p:sldId id="301" r:id="rId45"/>
    <p:sldId id="302" r:id="rId46"/>
    <p:sldId id="303" r:id="rId47"/>
    <p:sldId id="304" r:id="rId48"/>
    <p:sldId id="286" r:id="rId4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 uri="{1BD7E111-0CB8-44D6-8891-C1BB2F81B7CC}">
      <p1710:readonlyRecommended xmlns:p1710="http://schemas.microsoft.com/office/powerpoint/2017/10/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7964F9B-ADAB-DE80-1E7A-B2115F0B0F5C}" v="4" dt="2024-02-25T22:54:14.207"/>
    <p1510:client id="{7A960743-B71C-3E3C-B665-1AD417329F0A}" v="10" dt="2024-02-25T10:21:13.133"/>
    <p1510:client id="{EFF2EF14-C879-D751-33F5-5B12E3E27B56}" v="33" dt="2024-02-25T22:53:25.752"/>
  </p1510:revLst>
</p1510:revInfo>
</file>

<file path=ppt/tableStyles.xml><?xml version="1.0" encoding="utf-8"?>
<a:tblStyleLst xmlns:a="http://schemas.openxmlformats.org/drawingml/2006/main" def="{5C22544A-7EE6-4342-B048-85BDC9FD1C3A}">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74" d="100"/>
          <a:sy n="74" d="100"/>
        </p:scale>
        <p:origin x="330" y="3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notesMaster" Target="notesMasters/notesMaster1.xml"/><Relationship Id="rId55" Type="http://schemas.microsoft.com/office/2016/11/relationships/changesInfo" Target="changesInfos/changesInfo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theme" Target="theme/theme1.xml"/><Relationship Id="rId5" Type="http://schemas.openxmlformats.org/officeDocument/2006/relationships/slide" Target="slides/slid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microsoft.com/office/2015/10/relationships/revisionInfo" Target="revisionInfo.xml"/><Relationship Id="rId8" Type="http://schemas.openxmlformats.org/officeDocument/2006/relationships/slide" Target="slides/slide4.xml"/><Relationship Id="rId51" Type="http://schemas.openxmlformats.org/officeDocument/2006/relationships/presProps" Target="presProp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ara Hamadeh" userId="S::b_hamadeh@asu.edu.jo::ba91a99f-f3ba-46e6-ad5d-582794b375a9" providerId="AD" clId="Web-{EFF2EF14-C879-D751-33F5-5B12E3E27B56}"/>
    <pc:docChg chg="mod modSld modMainMaster">
      <pc:chgData name="Bara Hamadeh" userId="S::b_hamadeh@asu.edu.jo::ba91a99f-f3ba-46e6-ad5d-582794b375a9" providerId="AD" clId="Web-{EFF2EF14-C879-D751-33F5-5B12E3E27B56}" dt="2024-02-25T22:53:25.752" v="32"/>
      <pc:docMkLst>
        <pc:docMk/>
      </pc:docMkLst>
      <pc:sldChg chg="delSp modTransition">
        <pc:chgData name="Bara Hamadeh" userId="S::b_hamadeh@asu.edu.jo::ba91a99f-f3ba-46e6-ad5d-582794b375a9" providerId="AD" clId="Web-{EFF2EF14-C879-D751-33F5-5B12E3E27B56}" dt="2024-02-25T22:53:21.565" v="31"/>
        <pc:sldMkLst>
          <pc:docMk/>
          <pc:sldMk cId="98556299" sldId="256"/>
        </pc:sldMkLst>
        <pc:spChg chg="del">
          <ac:chgData name="Bara Hamadeh" userId="S::b_hamadeh@asu.edu.jo::ba91a99f-f3ba-46e6-ad5d-582794b375a9" providerId="AD" clId="Web-{EFF2EF14-C879-D751-33F5-5B12E3E27B56}" dt="2024-02-25T22:53:21.565" v="31"/>
          <ac:spMkLst>
            <pc:docMk/>
            <pc:sldMk cId="98556299" sldId="256"/>
            <ac:spMk id="4" creationId="{3E2AE632-31A0-217D-FD10-0A342181E0D1}"/>
          </ac:spMkLst>
        </pc:spChg>
      </pc:sldChg>
      <pc:sldChg chg="modTransition">
        <pc:chgData name="Bara Hamadeh" userId="S::b_hamadeh@asu.edu.jo::ba91a99f-f3ba-46e6-ad5d-582794b375a9" providerId="AD" clId="Web-{EFF2EF14-C879-D751-33F5-5B12E3E27B56}" dt="2024-02-25T22:53:07.268" v="0"/>
        <pc:sldMkLst>
          <pc:docMk/>
          <pc:sldMk cId="3564367935" sldId="267"/>
        </pc:sldMkLst>
      </pc:sldChg>
      <pc:sldChg chg="modTransition">
        <pc:chgData name="Bara Hamadeh" userId="S::b_hamadeh@asu.edu.jo::ba91a99f-f3ba-46e6-ad5d-582794b375a9" providerId="AD" clId="Web-{EFF2EF14-C879-D751-33F5-5B12E3E27B56}" dt="2024-02-25T22:53:07.268" v="1"/>
        <pc:sldMkLst>
          <pc:docMk/>
          <pc:sldMk cId="2974250731" sldId="268"/>
        </pc:sldMkLst>
      </pc:sldChg>
      <pc:sldChg chg="modTransition">
        <pc:chgData name="Bara Hamadeh" userId="S::b_hamadeh@asu.edu.jo::ba91a99f-f3ba-46e6-ad5d-582794b375a9" providerId="AD" clId="Web-{EFF2EF14-C879-D751-33F5-5B12E3E27B56}" dt="2024-02-25T22:53:07.299" v="11"/>
        <pc:sldMkLst>
          <pc:docMk/>
          <pc:sldMk cId="1751722470" sldId="276"/>
        </pc:sldMkLst>
      </pc:sldChg>
      <pc:sldChg chg="modTransition">
        <pc:chgData name="Bara Hamadeh" userId="S::b_hamadeh@asu.edu.jo::ba91a99f-f3ba-46e6-ad5d-582794b375a9" providerId="AD" clId="Web-{EFF2EF14-C879-D751-33F5-5B12E3E27B56}" dt="2024-02-25T22:53:07.283" v="2"/>
        <pc:sldMkLst>
          <pc:docMk/>
          <pc:sldMk cId="501358722" sldId="277"/>
        </pc:sldMkLst>
      </pc:sldChg>
      <pc:sldChg chg="modTransition">
        <pc:chgData name="Bara Hamadeh" userId="S::b_hamadeh@asu.edu.jo::ba91a99f-f3ba-46e6-ad5d-582794b375a9" providerId="AD" clId="Web-{EFF2EF14-C879-D751-33F5-5B12E3E27B56}" dt="2024-02-25T22:53:07.283" v="3"/>
        <pc:sldMkLst>
          <pc:docMk/>
          <pc:sldMk cId="4014638210" sldId="278"/>
        </pc:sldMkLst>
      </pc:sldChg>
      <pc:sldChg chg="modTransition">
        <pc:chgData name="Bara Hamadeh" userId="S::b_hamadeh@asu.edu.jo::ba91a99f-f3ba-46e6-ad5d-582794b375a9" providerId="AD" clId="Web-{EFF2EF14-C879-D751-33F5-5B12E3E27B56}" dt="2024-02-25T22:53:07.283" v="4"/>
        <pc:sldMkLst>
          <pc:docMk/>
          <pc:sldMk cId="2414530302" sldId="279"/>
        </pc:sldMkLst>
      </pc:sldChg>
      <pc:sldChg chg="modTransition">
        <pc:chgData name="Bara Hamadeh" userId="S::b_hamadeh@asu.edu.jo::ba91a99f-f3ba-46e6-ad5d-582794b375a9" providerId="AD" clId="Web-{EFF2EF14-C879-D751-33F5-5B12E3E27B56}" dt="2024-02-25T22:53:07.283" v="5"/>
        <pc:sldMkLst>
          <pc:docMk/>
          <pc:sldMk cId="852819118" sldId="280"/>
        </pc:sldMkLst>
      </pc:sldChg>
      <pc:sldChg chg="modTransition">
        <pc:chgData name="Bara Hamadeh" userId="S::b_hamadeh@asu.edu.jo::ba91a99f-f3ba-46e6-ad5d-582794b375a9" providerId="AD" clId="Web-{EFF2EF14-C879-D751-33F5-5B12E3E27B56}" dt="2024-02-25T22:53:07.283" v="6"/>
        <pc:sldMkLst>
          <pc:docMk/>
          <pc:sldMk cId="3792502377" sldId="281"/>
        </pc:sldMkLst>
      </pc:sldChg>
      <pc:sldChg chg="modTransition">
        <pc:chgData name="Bara Hamadeh" userId="S::b_hamadeh@asu.edu.jo::ba91a99f-f3ba-46e6-ad5d-582794b375a9" providerId="AD" clId="Web-{EFF2EF14-C879-D751-33F5-5B12E3E27B56}" dt="2024-02-25T22:53:07.299" v="7"/>
        <pc:sldMkLst>
          <pc:docMk/>
          <pc:sldMk cId="3993605378" sldId="282"/>
        </pc:sldMkLst>
      </pc:sldChg>
      <pc:sldChg chg="modTransition">
        <pc:chgData name="Bara Hamadeh" userId="S::b_hamadeh@asu.edu.jo::ba91a99f-f3ba-46e6-ad5d-582794b375a9" providerId="AD" clId="Web-{EFF2EF14-C879-D751-33F5-5B12E3E27B56}" dt="2024-02-25T22:53:07.299" v="8"/>
        <pc:sldMkLst>
          <pc:docMk/>
          <pc:sldMk cId="3214123208" sldId="283"/>
        </pc:sldMkLst>
      </pc:sldChg>
      <pc:sldChg chg="modTransition">
        <pc:chgData name="Bara Hamadeh" userId="S::b_hamadeh@asu.edu.jo::ba91a99f-f3ba-46e6-ad5d-582794b375a9" providerId="AD" clId="Web-{EFF2EF14-C879-D751-33F5-5B12E3E27B56}" dt="2024-02-25T22:53:07.299" v="9"/>
        <pc:sldMkLst>
          <pc:docMk/>
          <pc:sldMk cId="271115997" sldId="284"/>
        </pc:sldMkLst>
      </pc:sldChg>
      <pc:sldChg chg="modTransition">
        <pc:chgData name="Bara Hamadeh" userId="S::b_hamadeh@asu.edu.jo::ba91a99f-f3ba-46e6-ad5d-582794b375a9" providerId="AD" clId="Web-{EFF2EF14-C879-D751-33F5-5B12E3E27B56}" dt="2024-02-25T22:53:07.299" v="10"/>
        <pc:sldMkLst>
          <pc:docMk/>
          <pc:sldMk cId="134718247" sldId="285"/>
        </pc:sldMkLst>
      </pc:sldChg>
      <pc:sldChg chg="modTransition">
        <pc:chgData name="Bara Hamadeh" userId="S::b_hamadeh@asu.edu.jo::ba91a99f-f3ba-46e6-ad5d-582794b375a9" providerId="AD" clId="Web-{EFF2EF14-C879-D751-33F5-5B12E3E27B56}" dt="2024-02-25T22:53:07.314" v="29"/>
        <pc:sldMkLst>
          <pc:docMk/>
          <pc:sldMk cId="3545318064" sldId="286"/>
        </pc:sldMkLst>
      </pc:sldChg>
      <pc:sldChg chg="modTransition">
        <pc:chgData name="Bara Hamadeh" userId="S::b_hamadeh@asu.edu.jo::ba91a99f-f3ba-46e6-ad5d-582794b375a9" providerId="AD" clId="Web-{EFF2EF14-C879-D751-33F5-5B12E3E27B56}" dt="2024-02-25T22:53:07.299" v="12"/>
        <pc:sldMkLst>
          <pc:docMk/>
          <pc:sldMk cId="2936856304" sldId="288"/>
        </pc:sldMkLst>
      </pc:sldChg>
      <pc:sldChg chg="modTransition">
        <pc:chgData name="Bara Hamadeh" userId="S::b_hamadeh@asu.edu.jo::ba91a99f-f3ba-46e6-ad5d-582794b375a9" providerId="AD" clId="Web-{EFF2EF14-C879-D751-33F5-5B12E3E27B56}" dt="2024-02-25T22:53:07.299" v="13"/>
        <pc:sldMkLst>
          <pc:docMk/>
          <pc:sldMk cId="1365988075" sldId="289"/>
        </pc:sldMkLst>
      </pc:sldChg>
      <pc:sldChg chg="modTransition">
        <pc:chgData name="Bara Hamadeh" userId="S::b_hamadeh@asu.edu.jo::ba91a99f-f3ba-46e6-ad5d-582794b375a9" providerId="AD" clId="Web-{EFF2EF14-C879-D751-33F5-5B12E3E27B56}" dt="2024-02-25T22:53:07.299" v="14"/>
        <pc:sldMkLst>
          <pc:docMk/>
          <pc:sldMk cId="507376437" sldId="290"/>
        </pc:sldMkLst>
      </pc:sldChg>
      <pc:sldChg chg="modTransition">
        <pc:chgData name="Bara Hamadeh" userId="S::b_hamadeh@asu.edu.jo::ba91a99f-f3ba-46e6-ad5d-582794b375a9" providerId="AD" clId="Web-{EFF2EF14-C879-D751-33F5-5B12E3E27B56}" dt="2024-02-25T22:53:07.299" v="15"/>
        <pc:sldMkLst>
          <pc:docMk/>
          <pc:sldMk cId="397195409" sldId="291"/>
        </pc:sldMkLst>
      </pc:sldChg>
      <pc:sldChg chg="modTransition">
        <pc:chgData name="Bara Hamadeh" userId="S::b_hamadeh@asu.edu.jo::ba91a99f-f3ba-46e6-ad5d-582794b375a9" providerId="AD" clId="Web-{EFF2EF14-C879-D751-33F5-5B12E3E27B56}" dt="2024-02-25T22:53:07.314" v="16"/>
        <pc:sldMkLst>
          <pc:docMk/>
          <pc:sldMk cId="4240461909" sldId="292"/>
        </pc:sldMkLst>
      </pc:sldChg>
      <pc:sldChg chg="modTransition">
        <pc:chgData name="Bara Hamadeh" userId="S::b_hamadeh@asu.edu.jo::ba91a99f-f3ba-46e6-ad5d-582794b375a9" providerId="AD" clId="Web-{EFF2EF14-C879-D751-33F5-5B12E3E27B56}" dt="2024-02-25T22:53:07.314" v="17"/>
        <pc:sldMkLst>
          <pc:docMk/>
          <pc:sldMk cId="810407884" sldId="293"/>
        </pc:sldMkLst>
      </pc:sldChg>
      <pc:sldChg chg="modTransition">
        <pc:chgData name="Bara Hamadeh" userId="S::b_hamadeh@asu.edu.jo::ba91a99f-f3ba-46e6-ad5d-582794b375a9" providerId="AD" clId="Web-{EFF2EF14-C879-D751-33F5-5B12E3E27B56}" dt="2024-02-25T22:53:07.314" v="18"/>
        <pc:sldMkLst>
          <pc:docMk/>
          <pc:sldMk cId="1270117232" sldId="294"/>
        </pc:sldMkLst>
      </pc:sldChg>
      <pc:sldChg chg="modTransition">
        <pc:chgData name="Bara Hamadeh" userId="S::b_hamadeh@asu.edu.jo::ba91a99f-f3ba-46e6-ad5d-582794b375a9" providerId="AD" clId="Web-{EFF2EF14-C879-D751-33F5-5B12E3E27B56}" dt="2024-02-25T22:53:07.314" v="19"/>
        <pc:sldMkLst>
          <pc:docMk/>
          <pc:sldMk cId="3160375693" sldId="295"/>
        </pc:sldMkLst>
      </pc:sldChg>
      <pc:sldChg chg="modTransition">
        <pc:chgData name="Bara Hamadeh" userId="S::b_hamadeh@asu.edu.jo::ba91a99f-f3ba-46e6-ad5d-582794b375a9" providerId="AD" clId="Web-{EFF2EF14-C879-D751-33F5-5B12E3E27B56}" dt="2024-02-25T22:53:07.314" v="20"/>
        <pc:sldMkLst>
          <pc:docMk/>
          <pc:sldMk cId="1878368245" sldId="296"/>
        </pc:sldMkLst>
      </pc:sldChg>
      <pc:sldChg chg="modTransition">
        <pc:chgData name="Bara Hamadeh" userId="S::b_hamadeh@asu.edu.jo::ba91a99f-f3ba-46e6-ad5d-582794b375a9" providerId="AD" clId="Web-{EFF2EF14-C879-D751-33F5-5B12E3E27B56}" dt="2024-02-25T22:53:07.314" v="21"/>
        <pc:sldMkLst>
          <pc:docMk/>
          <pc:sldMk cId="1541282407" sldId="297"/>
        </pc:sldMkLst>
      </pc:sldChg>
      <pc:sldChg chg="modTransition">
        <pc:chgData name="Bara Hamadeh" userId="S::b_hamadeh@asu.edu.jo::ba91a99f-f3ba-46e6-ad5d-582794b375a9" providerId="AD" clId="Web-{EFF2EF14-C879-D751-33F5-5B12E3E27B56}" dt="2024-02-25T22:53:07.314" v="22"/>
        <pc:sldMkLst>
          <pc:docMk/>
          <pc:sldMk cId="1815557269" sldId="298"/>
        </pc:sldMkLst>
      </pc:sldChg>
      <pc:sldChg chg="modTransition">
        <pc:chgData name="Bara Hamadeh" userId="S::b_hamadeh@asu.edu.jo::ba91a99f-f3ba-46e6-ad5d-582794b375a9" providerId="AD" clId="Web-{EFF2EF14-C879-D751-33F5-5B12E3E27B56}" dt="2024-02-25T22:53:07.314" v="23"/>
        <pc:sldMkLst>
          <pc:docMk/>
          <pc:sldMk cId="2469172306" sldId="299"/>
        </pc:sldMkLst>
      </pc:sldChg>
      <pc:sldChg chg="modTransition">
        <pc:chgData name="Bara Hamadeh" userId="S::b_hamadeh@asu.edu.jo::ba91a99f-f3ba-46e6-ad5d-582794b375a9" providerId="AD" clId="Web-{EFF2EF14-C879-D751-33F5-5B12E3E27B56}" dt="2024-02-25T22:53:07.314" v="24"/>
        <pc:sldMkLst>
          <pc:docMk/>
          <pc:sldMk cId="1607837966" sldId="300"/>
        </pc:sldMkLst>
      </pc:sldChg>
      <pc:sldChg chg="modTransition">
        <pc:chgData name="Bara Hamadeh" userId="S::b_hamadeh@asu.edu.jo::ba91a99f-f3ba-46e6-ad5d-582794b375a9" providerId="AD" clId="Web-{EFF2EF14-C879-D751-33F5-5B12E3E27B56}" dt="2024-02-25T22:53:07.314" v="25"/>
        <pc:sldMkLst>
          <pc:docMk/>
          <pc:sldMk cId="639376944" sldId="301"/>
        </pc:sldMkLst>
      </pc:sldChg>
      <pc:sldChg chg="modTransition">
        <pc:chgData name="Bara Hamadeh" userId="S::b_hamadeh@asu.edu.jo::ba91a99f-f3ba-46e6-ad5d-582794b375a9" providerId="AD" clId="Web-{EFF2EF14-C879-D751-33F5-5B12E3E27B56}" dt="2024-02-25T22:53:07.314" v="26"/>
        <pc:sldMkLst>
          <pc:docMk/>
          <pc:sldMk cId="929242391" sldId="302"/>
        </pc:sldMkLst>
      </pc:sldChg>
      <pc:sldChg chg="modTransition">
        <pc:chgData name="Bara Hamadeh" userId="S::b_hamadeh@asu.edu.jo::ba91a99f-f3ba-46e6-ad5d-582794b375a9" providerId="AD" clId="Web-{EFF2EF14-C879-D751-33F5-5B12E3E27B56}" dt="2024-02-25T22:53:07.314" v="27"/>
        <pc:sldMkLst>
          <pc:docMk/>
          <pc:sldMk cId="745165915" sldId="303"/>
        </pc:sldMkLst>
      </pc:sldChg>
      <pc:sldChg chg="modTransition">
        <pc:chgData name="Bara Hamadeh" userId="S::b_hamadeh@asu.edu.jo::ba91a99f-f3ba-46e6-ad5d-582794b375a9" providerId="AD" clId="Web-{EFF2EF14-C879-D751-33F5-5B12E3E27B56}" dt="2024-02-25T22:53:07.314" v="28"/>
        <pc:sldMkLst>
          <pc:docMk/>
          <pc:sldMk cId="2912064553" sldId="304"/>
        </pc:sldMkLst>
      </pc:sldChg>
      <pc:sldMasterChg chg="mod modSldLayout">
        <pc:chgData name="Bara Hamadeh" userId="S::b_hamadeh@asu.edu.jo::ba91a99f-f3ba-46e6-ad5d-582794b375a9" providerId="AD" clId="Web-{EFF2EF14-C879-D751-33F5-5B12E3E27B56}" dt="2024-02-25T22:53:25.752" v="32"/>
        <pc:sldMasterMkLst>
          <pc:docMk/>
          <pc:sldMasterMk cId="1719295273" sldId="2147483672"/>
        </pc:sldMasterMkLst>
        <pc:sldLayoutChg chg="mod">
          <pc:chgData name="Bara Hamadeh" userId="S::b_hamadeh@asu.edu.jo::ba91a99f-f3ba-46e6-ad5d-582794b375a9" providerId="AD" clId="Web-{EFF2EF14-C879-D751-33F5-5B12E3E27B56}" dt="2024-02-25T22:53:25.752" v="32"/>
          <pc:sldLayoutMkLst>
            <pc:docMk/>
            <pc:sldMasterMk cId="1719295273" sldId="2147483672"/>
            <pc:sldLayoutMk cId="1136942225" sldId="2147483673"/>
          </pc:sldLayoutMkLst>
        </pc:sldLayoutChg>
        <pc:sldLayoutChg chg="mod">
          <pc:chgData name="Bara Hamadeh" userId="S::b_hamadeh@asu.edu.jo::ba91a99f-f3ba-46e6-ad5d-582794b375a9" providerId="AD" clId="Web-{EFF2EF14-C879-D751-33F5-5B12E3E27B56}" dt="2024-02-25T22:53:25.752" v="32"/>
          <pc:sldLayoutMkLst>
            <pc:docMk/>
            <pc:sldMasterMk cId="1719295273" sldId="2147483672"/>
            <pc:sldLayoutMk cId="543625086" sldId="2147483674"/>
          </pc:sldLayoutMkLst>
        </pc:sldLayoutChg>
        <pc:sldLayoutChg chg="mod">
          <pc:chgData name="Bara Hamadeh" userId="S::b_hamadeh@asu.edu.jo::ba91a99f-f3ba-46e6-ad5d-582794b375a9" providerId="AD" clId="Web-{EFF2EF14-C879-D751-33F5-5B12E3E27B56}" dt="2024-02-25T22:53:25.752" v="32"/>
          <pc:sldLayoutMkLst>
            <pc:docMk/>
            <pc:sldMasterMk cId="1719295273" sldId="2147483672"/>
            <pc:sldLayoutMk cId="695053800" sldId="2147483675"/>
          </pc:sldLayoutMkLst>
        </pc:sldLayoutChg>
        <pc:sldLayoutChg chg="mod">
          <pc:chgData name="Bara Hamadeh" userId="S::b_hamadeh@asu.edu.jo::ba91a99f-f3ba-46e6-ad5d-582794b375a9" providerId="AD" clId="Web-{EFF2EF14-C879-D751-33F5-5B12E3E27B56}" dt="2024-02-25T22:53:25.752" v="32"/>
          <pc:sldLayoutMkLst>
            <pc:docMk/>
            <pc:sldMasterMk cId="1719295273" sldId="2147483672"/>
            <pc:sldLayoutMk cId="1555795183" sldId="2147483676"/>
          </pc:sldLayoutMkLst>
        </pc:sldLayoutChg>
        <pc:sldLayoutChg chg="mod">
          <pc:chgData name="Bara Hamadeh" userId="S::b_hamadeh@asu.edu.jo::ba91a99f-f3ba-46e6-ad5d-582794b375a9" providerId="AD" clId="Web-{EFF2EF14-C879-D751-33F5-5B12E3E27B56}" dt="2024-02-25T22:53:25.752" v="32"/>
          <pc:sldLayoutMkLst>
            <pc:docMk/>
            <pc:sldMasterMk cId="1719295273" sldId="2147483672"/>
            <pc:sldLayoutMk cId="3154714844" sldId="2147483677"/>
          </pc:sldLayoutMkLst>
        </pc:sldLayoutChg>
        <pc:sldLayoutChg chg="mod">
          <pc:chgData name="Bara Hamadeh" userId="S::b_hamadeh@asu.edu.jo::ba91a99f-f3ba-46e6-ad5d-582794b375a9" providerId="AD" clId="Web-{EFF2EF14-C879-D751-33F5-5B12E3E27B56}" dt="2024-02-25T22:53:25.752" v="32"/>
          <pc:sldLayoutMkLst>
            <pc:docMk/>
            <pc:sldMasterMk cId="1719295273" sldId="2147483672"/>
            <pc:sldLayoutMk cId="1943265441" sldId="2147483678"/>
          </pc:sldLayoutMkLst>
        </pc:sldLayoutChg>
        <pc:sldLayoutChg chg="mod">
          <pc:chgData name="Bara Hamadeh" userId="S::b_hamadeh@asu.edu.jo::ba91a99f-f3ba-46e6-ad5d-582794b375a9" providerId="AD" clId="Web-{EFF2EF14-C879-D751-33F5-5B12E3E27B56}" dt="2024-02-25T22:53:25.752" v="32"/>
          <pc:sldLayoutMkLst>
            <pc:docMk/>
            <pc:sldMasterMk cId="1719295273" sldId="2147483672"/>
            <pc:sldLayoutMk cId="1103728720" sldId="2147483679"/>
          </pc:sldLayoutMkLst>
        </pc:sldLayoutChg>
        <pc:sldLayoutChg chg="mod">
          <pc:chgData name="Bara Hamadeh" userId="S::b_hamadeh@asu.edu.jo::ba91a99f-f3ba-46e6-ad5d-582794b375a9" providerId="AD" clId="Web-{EFF2EF14-C879-D751-33F5-5B12E3E27B56}" dt="2024-02-25T22:53:25.752" v="32"/>
          <pc:sldLayoutMkLst>
            <pc:docMk/>
            <pc:sldMasterMk cId="1719295273" sldId="2147483672"/>
            <pc:sldLayoutMk cId="3199667561" sldId="2147483680"/>
          </pc:sldLayoutMkLst>
        </pc:sldLayoutChg>
        <pc:sldLayoutChg chg="mod">
          <pc:chgData name="Bara Hamadeh" userId="S::b_hamadeh@asu.edu.jo::ba91a99f-f3ba-46e6-ad5d-582794b375a9" providerId="AD" clId="Web-{EFF2EF14-C879-D751-33F5-5B12E3E27B56}" dt="2024-02-25T22:53:25.752" v="32"/>
          <pc:sldLayoutMkLst>
            <pc:docMk/>
            <pc:sldMasterMk cId="1719295273" sldId="2147483672"/>
            <pc:sldLayoutMk cId="1593807278" sldId="2147483681"/>
          </pc:sldLayoutMkLst>
        </pc:sldLayoutChg>
        <pc:sldLayoutChg chg="mod">
          <pc:chgData name="Bara Hamadeh" userId="S::b_hamadeh@asu.edu.jo::ba91a99f-f3ba-46e6-ad5d-582794b375a9" providerId="AD" clId="Web-{EFF2EF14-C879-D751-33F5-5B12E3E27B56}" dt="2024-02-25T22:53:25.752" v="32"/>
          <pc:sldLayoutMkLst>
            <pc:docMk/>
            <pc:sldMasterMk cId="1719295273" sldId="2147483672"/>
            <pc:sldLayoutMk cId="4052592978" sldId="2147483682"/>
          </pc:sldLayoutMkLst>
        </pc:sldLayoutChg>
        <pc:sldLayoutChg chg="mod">
          <pc:chgData name="Bara Hamadeh" userId="S::b_hamadeh@asu.edu.jo::ba91a99f-f3ba-46e6-ad5d-582794b375a9" providerId="AD" clId="Web-{EFF2EF14-C879-D751-33F5-5B12E3E27B56}" dt="2024-02-25T22:53:25.752" v="32"/>
          <pc:sldLayoutMkLst>
            <pc:docMk/>
            <pc:sldMasterMk cId="1719295273" sldId="2147483672"/>
            <pc:sldLayoutMk cId="2606264647" sldId="2147483683"/>
          </pc:sldLayoutMkLst>
        </pc:sldLayoutChg>
      </pc:sldMasterChg>
    </pc:docChg>
  </pc:docChgLst>
  <pc:docChgLst>
    <pc:chgData name="Bara Hamadeh" userId="S::b_hamadeh@asu.edu.jo::ba91a99f-f3ba-46e6-ad5d-582794b375a9" providerId="AD" clId="Web-{7A960743-B71C-3E3C-B665-1AD417329F0A}"/>
    <pc:docChg chg="modSld modMainMaster">
      <pc:chgData name="Bara Hamadeh" userId="S::b_hamadeh@asu.edu.jo::ba91a99f-f3ba-46e6-ad5d-582794b375a9" providerId="AD" clId="Web-{7A960743-B71C-3E3C-B665-1AD417329F0A}" dt="2024-02-25T10:21:13.133" v="9"/>
      <pc:docMkLst>
        <pc:docMk/>
      </pc:docMkLst>
      <pc:sldChg chg="modSp">
        <pc:chgData name="Bara Hamadeh" userId="S::b_hamadeh@asu.edu.jo::ba91a99f-f3ba-46e6-ad5d-582794b375a9" providerId="AD" clId="Web-{7A960743-B71C-3E3C-B665-1AD417329F0A}" dt="2024-02-25T10:21:05.086" v="8"/>
        <pc:sldMkLst>
          <pc:docMk/>
          <pc:sldMk cId="98556299" sldId="256"/>
        </pc:sldMkLst>
        <pc:spChg chg="mod">
          <ac:chgData name="Bara Hamadeh" userId="S::b_hamadeh@asu.edu.jo::ba91a99f-f3ba-46e6-ad5d-582794b375a9" providerId="AD" clId="Web-{7A960743-B71C-3E3C-B665-1AD417329F0A}" dt="2024-02-25T10:21:05.086" v="8"/>
          <ac:spMkLst>
            <pc:docMk/>
            <pc:sldMk cId="98556299" sldId="256"/>
            <ac:spMk id="4" creationId="{3E2AE632-31A0-217D-FD10-0A342181E0D1}"/>
          </ac:spMkLst>
        </pc:spChg>
      </pc:sldChg>
      <pc:sldChg chg="modSp">
        <pc:chgData name="Bara Hamadeh" userId="S::b_hamadeh@asu.edu.jo::ba91a99f-f3ba-46e6-ad5d-582794b375a9" providerId="AD" clId="Web-{7A960743-B71C-3E3C-B665-1AD417329F0A}" dt="2024-02-25T10:21:05.086" v="8"/>
        <pc:sldMkLst>
          <pc:docMk/>
          <pc:sldMk cId="763895569" sldId="257"/>
        </pc:sldMkLst>
        <pc:spChg chg="mod">
          <ac:chgData name="Bara Hamadeh" userId="S::b_hamadeh@asu.edu.jo::ba91a99f-f3ba-46e6-ad5d-582794b375a9" providerId="AD" clId="Web-{7A960743-B71C-3E3C-B665-1AD417329F0A}" dt="2024-02-25T10:21:05.086" v="8"/>
          <ac:spMkLst>
            <pc:docMk/>
            <pc:sldMk cId="763895569" sldId="257"/>
            <ac:spMk id="4" creationId="{8258CA88-4CE1-2FF4-DD8D-F6AFF13B654D}"/>
          </ac:spMkLst>
        </pc:spChg>
      </pc:sldChg>
      <pc:sldChg chg="modSp">
        <pc:chgData name="Bara Hamadeh" userId="S::b_hamadeh@asu.edu.jo::ba91a99f-f3ba-46e6-ad5d-582794b375a9" providerId="AD" clId="Web-{7A960743-B71C-3E3C-B665-1AD417329F0A}" dt="2024-02-25T10:21:05.086" v="8"/>
        <pc:sldMkLst>
          <pc:docMk/>
          <pc:sldMk cId="2201219679" sldId="258"/>
        </pc:sldMkLst>
        <pc:spChg chg="mod">
          <ac:chgData name="Bara Hamadeh" userId="S::b_hamadeh@asu.edu.jo::ba91a99f-f3ba-46e6-ad5d-582794b375a9" providerId="AD" clId="Web-{7A960743-B71C-3E3C-B665-1AD417329F0A}" dt="2024-02-25T10:21:05.086" v="8"/>
          <ac:spMkLst>
            <pc:docMk/>
            <pc:sldMk cId="2201219679" sldId="258"/>
            <ac:spMk id="4" creationId="{66738BBB-0AA8-3DCA-D70D-202ADE3D7914}"/>
          </ac:spMkLst>
        </pc:spChg>
      </pc:sldChg>
      <pc:sldChg chg="modSp">
        <pc:chgData name="Bara Hamadeh" userId="S::b_hamadeh@asu.edu.jo::ba91a99f-f3ba-46e6-ad5d-582794b375a9" providerId="AD" clId="Web-{7A960743-B71C-3E3C-B665-1AD417329F0A}" dt="2024-02-25T10:21:05.086" v="8"/>
        <pc:sldMkLst>
          <pc:docMk/>
          <pc:sldMk cId="548178901" sldId="259"/>
        </pc:sldMkLst>
        <pc:spChg chg="mod">
          <ac:chgData name="Bara Hamadeh" userId="S::b_hamadeh@asu.edu.jo::ba91a99f-f3ba-46e6-ad5d-582794b375a9" providerId="AD" clId="Web-{7A960743-B71C-3E3C-B665-1AD417329F0A}" dt="2024-02-25T10:21:05.086" v="8"/>
          <ac:spMkLst>
            <pc:docMk/>
            <pc:sldMk cId="548178901" sldId="259"/>
            <ac:spMk id="7" creationId="{A107DBA1-F0A0-8189-26CF-52A2111B33E4}"/>
          </ac:spMkLst>
        </pc:spChg>
      </pc:sldChg>
      <pc:sldChg chg="modSp">
        <pc:chgData name="Bara Hamadeh" userId="S::b_hamadeh@asu.edu.jo::ba91a99f-f3ba-46e6-ad5d-582794b375a9" providerId="AD" clId="Web-{7A960743-B71C-3E3C-B665-1AD417329F0A}" dt="2024-02-25T10:21:05.086" v="8"/>
        <pc:sldMkLst>
          <pc:docMk/>
          <pc:sldMk cId="3592724316" sldId="261"/>
        </pc:sldMkLst>
        <pc:spChg chg="mod">
          <ac:chgData name="Bara Hamadeh" userId="S::b_hamadeh@asu.edu.jo::ba91a99f-f3ba-46e6-ad5d-582794b375a9" providerId="AD" clId="Web-{7A960743-B71C-3E3C-B665-1AD417329F0A}" dt="2024-02-25T10:21:05.086" v="8"/>
          <ac:spMkLst>
            <pc:docMk/>
            <pc:sldMk cId="3592724316" sldId="261"/>
            <ac:spMk id="7" creationId="{C6ECFF2F-42F3-F432-D5C5-AFF7C5CEC07B}"/>
          </ac:spMkLst>
        </pc:spChg>
      </pc:sldChg>
      <pc:sldChg chg="modSp">
        <pc:chgData name="Bara Hamadeh" userId="S::b_hamadeh@asu.edu.jo::ba91a99f-f3ba-46e6-ad5d-582794b375a9" providerId="AD" clId="Web-{7A960743-B71C-3E3C-B665-1AD417329F0A}" dt="2024-02-25T10:21:05.086" v="8"/>
        <pc:sldMkLst>
          <pc:docMk/>
          <pc:sldMk cId="1968091849" sldId="262"/>
        </pc:sldMkLst>
        <pc:spChg chg="mod">
          <ac:chgData name="Bara Hamadeh" userId="S::b_hamadeh@asu.edu.jo::ba91a99f-f3ba-46e6-ad5d-582794b375a9" providerId="AD" clId="Web-{7A960743-B71C-3E3C-B665-1AD417329F0A}" dt="2024-02-25T10:21:05.086" v="8"/>
          <ac:spMkLst>
            <pc:docMk/>
            <pc:sldMk cId="1968091849" sldId="262"/>
            <ac:spMk id="4" creationId="{09DB375A-5DA4-4702-5ED7-8F647F235B95}"/>
          </ac:spMkLst>
        </pc:spChg>
      </pc:sldChg>
      <pc:sldChg chg="modSp">
        <pc:chgData name="Bara Hamadeh" userId="S::b_hamadeh@asu.edu.jo::ba91a99f-f3ba-46e6-ad5d-582794b375a9" providerId="AD" clId="Web-{7A960743-B71C-3E3C-B665-1AD417329F0A}" dt="2024-02-25T10:21:05.086" v="8"/>
        <pc:sldMkLst>
          <pc:docMk/>
          <pc:sldMk cId="1920464530" sldId="263"/>
        </pc:sldMkLst>
        <pc:spChg chg="mod">
          <ac:chgData name="Bara Hamadeh" userId="S::b_hamadeh@asu.edu.jo::ba91a99f-f3ba-46e6-ad5d-582794b375a9" providerId="AD" clId="Web-{7A960743-B71C-3E3C-B665-1AD417329F0A}" dt="2024-02-25T10:21:05.086" v="8"/>
          <ac:spMkLst>
            <pc:docMk/>
            <pc:sldMk cId="1920464530" sldId="263"/>
            <ac:spMk id="4" creationId="{9A41EC9C-251B-F8A6-37DE-3D85AE8F02C1}"/>
          </ac:spMkLst>
        </pc:spChg>
      </pc:sldChg>
      <pc:sldChg chg="modSp">
        <pc:chgData name="Bara Hamadeh" userId="S::b_hamadeh@asu.edu.jo::ba91a99f-f3ba-46e6-ad5d-582794b375a9" providerId="AD" clId="Web-{7A960743-B71C-3E3C-B665-1AD417329F0A}" dt="2024-02-25T10:21:05.086" v="8"/>
        <pc:sldMkLst>
          <pc:docMk/>
          <pc:sldMk cId="3564367935" sldId="267"/>
        </pc:sldMkLst>
        <pc:spChg chg="mod">
          <ac:chgData name="Bara Hamadeh" userId="S::b_hamadeh@asu.edu.jo::ba91a99f-f3ba-46e6-ad5d-582794b375a9" providerId="AD" clId="Web-{7A960743-B71C-3E3C-B665-1AD417329F0A}" dt="2024-02-25T10:21:05.086" v="8"/>
          <ac:spMkLst>
            <pc:docMk/>
            <pc:sldMk cId="3564367935" sldId="267"/>
            <ac:spMk id="4" creationId="{9582A007-56C2-89D3-B613-9E01FE5C1A78}"/>
          </ac:spMkLst>
        </pc:spChg>
      </pc:sldChg>
      <pc:sldChg chg="modSp">
        <pc:chgData name="Bara Hamadeh" userId="S::b_hamadeh@asu.edu.jo::ba91a99f-f3ba-46e6-ad5d-582794b375a9" providerId="AD" clId="Web-{7A960743-B71C-3E3C-B665-1AD417329F0A}" dt="2024-02-25T10:21:05.086" v="8"/>
        <pc:sldMkLst>
          <pc:docMk/>
          <pc:sldMk cId="2974250731" sldId="268"/>
        </pc:sldMkLst>
        <pc:spChg chg="mod">
          <ac:chgData name="Bara Hamadeh" userId="S::b_hamadeh@asu.edu.jo::ba91a99f-f3ba-46e6-ad5d-582794b375a9" providerId="AD" clId="Web-{7A960743-B71C-3E3C-B665-1AD417329F0A}" dt="2024-02-25T10:21:05.086" v="8"/>
          <ac:spMkLst>
            <pc:docMk/>
            <pc:sldMk cId="2974250731" sldId="268"/>
            <ac:spMk id="4" creationId="{F1ABFEEA-242B-BEC5-43A2-472024EB147C}"/>
          </ac:spMkLst>
        </pc:spChg>
      </pc:sldChg>
      <pc:sldChg chg="modSp">
        <pc:chgData name="Bara Hamadeh" userId="S::b_hamadeh@asu.edu.jo::ba91a99f-f3ba-46e6-ad5d-582794b375a9" providerId="AD" clId="Web-{7A960743-B71C-3E3C-B665-1AD417329F0A}" dt="2024-02-25T10:21:05.086" v="8"/>
        <pc:sldMkLst>
          <pc:docMk/>
          <pc:sldMk cId="3509586583" sldId="269"/>
        </pc:sldMkLst>
        <pc:spChg chg="mod">
          <ac:chgData name="Bara Hamadeh" userId="S::b_hamadeh@asu.edu.jo::ba91a99f-f3ba-46e6-ad5d-582794b375a9" providerId="AD" clId="Web-{7A960743-B71C-3E3C-B665-1AD417329F0A}" dt="2024-02-25T10:21:05.086" v="8"/>
          <ac:spMkLst>
            <pc:docMk/>
            <pc:sldMk cId="3509586583" sldId="269"/>
            <ac:spMk id="4" creationId="{09DB375A-5DA4-4702-5ED7-8F647F235B95}"/>
          </ac:spMkLst>
        </pc:spChg>
      </pc:sldChg>
      <pc:sldChg chg="modSp">
        <pc:chgData name="Bara Hamadeh" userId="S::b_hamadeh@asu.edu.jo::ba91a99f-f3ba-46e6-ad5d-582794b375a9" providerId="AD" clId="Web-{7A960743-B71C-3E3C-B665-1AD417329F0A}" dt="2024-02-25T10:21:05.086" v="8"/>
        <pc:sldMkLst>
          <pc:docMk/>
          <pc:sldMk cId="1747910232" sldId="270"/>
        </pc:sldMkLst>
        <pc:spChg chg="mod">
          <ac:chgData name="Bara Hamadeh" userId="S::b_hamadeh@asu.edu.jo::ba91a99f-f3ba-46e6-ad5d-582794b375a9" providerId="AD" clId="Web-{7A960743-B71C-3E3C-B665-1AD417329F0A}" dt="2024-02-25T10:21:05.086" v="8"/>
          <ac:spMkLst>
            <pc:docMk/>
            <pc:sldMk cId="1747910232" sldId="270"/>
            <ac:spMk id="4" creationId="{66738BBB-0AA8-3DCA-D70D-202ADE3D7914}"/>
          </ac:spMkLst>
        </pc:spChg>
      </pc:sldChg>
      <pc:sldChg chg="modSp">
        <pc:chgData name="Bara Hamadeh" userId="S::b_hamadeh@asu.edu.jo::ba91a99f-f3ba-46e6-ad5d-582794b375a9" providerId="AD" clId="Web-{7A960743-B71C-3E3C-B665-1AD417329F0A}" dt="2024-02-25T10:21:05.086" v="8"/>
        <pc:sldMkLst>
          <pc:docMk/>
          <pc:sldMk cId="350041372" sldId="271"/>
        </pc:sldMkLst>
        <pc:spChg chg="mod">
          <ac:chgData name="Bara Hamadeh" userId="S::b_hamadeh@asu.edu.jo::ba91a99f-f3ba-46e6-ad5d-582794b375a9" providerId="AD" clId="Web-{7A960743-B71C-3E3C-B665-1AD417329F0A}" dt="2024-02-25T10:21:05.086" v="8"/>
          <ac:spMkLst>
            <pc:docMk/>
            <pc:sldMk cId="350041372" sldId="271"/>
            <ac:spMk id="4" creationId="{66738BBB-0AA8-3DCA-D70D-202ADE3D7914}"/>
          </ac:spMkLst>
        </pc:spChg>
      </pc:sldChg>
      <pc:sldChg chg="modSp">
        <pc:chgData name="Bara Hamadeh" userId="S::b_hamadeh@asu.edu.jo::ba91a99f-f3ba-46e6-ad5d-582794b375a9" providerId="AD" clId="Web-{7A960743-B71C-3E3C-B665-1AD417329F0A}" dt="2024-02-25T10:21:05.086" v="8"/>
        <pc:sldMkLst>
          <pc:docMk/>
          <pc:sldMk cId="906306643" sldId="272"/>
        </pc:sldMkLst>
        <pc:spChg chg="mod">
          <ac:chgData name="Bara Hamadeh" userId="S::b_hamadeh@asu.edu.jo::ba91a99f-f3ba-46e6-ad5d-582794b375a9" providerId="AD" clId="Web-{7A960743-B71C-3E3C-B665-1AD417329F0A}" dt="2024-02-25T10:21:05.086" v="8"/>
          <ac:spMkLst>
            <pc:docMk/>
            <pc:sldMk cId="906306643" sldId="272"/>
            <ac:spMk id="4" creationId="{66738BBB-0AA8-3DCA-D70D-202ADE3D7914}"/>
          </ac:spMkLst>
        </pc:spChg>
      </pc:sldChg>
      <pc:sldChg chg="modSp">
        <pc:chgData name="Bara Hamadeh" userId="S::b_hamadeh@asu.edu.jo::ba91a99f-f3ba-46e6-ad5d-582794b375a9" providerId="AD" clId="Web-{7A960743-B71C-3E3C-B665-1AD417329F0A}" dt="2024-02-25T10:21:05.086" v="8"/>
        <pc:sldMkLst>
          <pc:docMk/>
          <pc:sldMk cId="2478326002" sldId="273"/>
        </pc:sldMkLst>
        <pc:spChg chg="mod">
          <ac:chgData name="Bara Hamadeh" userId="S::b_hamadeh@asu.edu.jo::ba91a99f-f3ba-46e6-ad5d-582794b375a9" providerId="AD" clId="Web-{7A960743-B71C-3E3C-B665-1AD417329F0A}" dt="2024-02-25T10:21:05.086" v="8"/>
          <ac:spMkLst>
            <pc:docMk/>
            <pc:sldMk cId="2478326002" sldId="273"/>
            <ac:spMk id="7" creationId="{A107DBA1-F0A0-8189-26CF-52A2111B33E4}"/>
          </ac:spMkLst>
        </pc:spChg>
      </pc:sldChg>
      <pc:sldChg chg="modSp">
        <pc:chgData name="Bara Hamadeh" userId="S::b_hamadeh@asu.edu.jo::ba91a99f-f3ba-46e6-ad5d-582794b375a9" providerId="AD" clId="Web-{7A960743-B71C-3E3C-B665-1AD417329F0A}" dt="2024-02-25T10:21:05.086" v="8"/>
        <pc:sldMkLst>
          <pc:docMk/>
          <pc:sldMk cId="145990170" sldId="274"/>
        </pc:sldMkLst>
        <pc:spChg chg="mod">
          <ac:chgData name="Bara Hamadeh" userId="S::b_hamadeh@asu.edu.jo::ba91a99f-f3ba-46e6-ad5d-582794b375a9" providerId="AD" clId="Web-{7A960743-B71C-3E3C-B665-1AD417329F0A}" dt="2024-02-25T10:21:05.086" v="8"/>
          <ac:spMkLst>
            <pc:docMk/>
            <pc:sldMk cId="145990170" sldId="274"/>
            <ac:spMk id="4" creationId="{09DB375A-5DA4-4702-5ED7-8F647F235B95}"/>
          </ac:spMkLst>
        </pc:spChg>
      </pc:sldChg>
      <pc:sldChg chg="modSp">
        <pc:chgData name="Bara Hamadeh" userId="S::b_hamadeh@asu.edu.jo::ba91a99f-f3ba-46e6-ad5d-582794b375a9" providerId="AD" clId="Web-{7A960743-B71C-3E3C-B665-1AD417329F0A}" dt="2024-02-25T10:21:05.086" v="8"/>
        <pc:sldMkLst>
          <pc:docMk/>
          <pc:sldMk cId="2439243971" sldId="275"/>
        </pc:sldMkLst>
        <pc:spChg chg="mod">
          <ac:chgData name="Bara Hamadeh" userId="S::b_hamadeh@asu.edu.jo::ba91a99f-f3ba-46e6-ad5d-582794b375a9" providerId="AD" clId="Web-{7A960743-B71C-3E3C-B665-1AD417329F0A}" dt="2024-02-25T10:21:05.086" v="8"/>
          <ac:spMkLst>
            <pc:docMk/>
            <pc:sldMk cId="2439243971" sldId="275"/>
            <ac:spMk id="4" creationId="{09DB375A-5DA4-4702-5ED7-8F647F235B95}"/>
          </ac:spMkLst>
        </pc:spChg>
      </pc:sldChg>
      <pc:sldChg chg="modSp">
        <pc:chgData name="Bara Hamadeh" userId="S::b_hamadeh@asu.edu.jo::ba91a99f-f3ba-46e6-ad5d-582794b375a9" providerId="AD" clId="Web-{7A960743-B71C-3E3C-B665-1AD417329F0A}" dt="2024-02-25T10:21:05.086" v="8"/>
        <pc:sldMkLst>
          <pc:docMk/>
          <pc:sldMk cId="1751722470" sldId="276"/>
        </pc:sldMkLst>
        <pc:spChg chg="mod">
          <ac:chgData name="Bara Hamadeh" userId="S::b_hamadeh@asu.edu.jo::ba91a99f-f3ba-46e6-ad5d-582794b375a9" providerId="AD" clId="Web-{7A960743-B71C-3E3C-B665-1AD417329F0A}" dt="2024-02-25T10:21:05.086" v="8"/>
          <ac:spMkLst>
            <pc:docMk/>
            <pc:sldMk cId="1751722470" sldId="276"/>
            <ac:spMk id="4" creationId="{F1ABFEEA-242B-BEC5-43A2-472024EB147C}"/>
          </ac:spMkLst>
        </pc:spChg>
      </pc:sldChg>
      <pc:sldChg chg="modSp">
        <pc:chgData name="Bara Hamadeh" userId="S::b_hamadeh@asu.edu.jo::ba91a99f-f3ba-46e6-ad5d-582794b375a9" providerId="AD" clId="Web-{7A960743-B71C-3E3C-B665-1AD417329F0A}" dt="2024-02-25T10:21:05.086" v="8"/>
        <pc:sldMkLst>
          <pc:docMk/>
          <pc:sldMk cId="501358722" sldId="277"/>
        </pc:sldMkLst>
        <pc:spChg chg="mod">
          <ac:chgData name="Bara Hamadeh" userId="S::b_hamadeh@asu.edu.jo::ba91a99f-f3ba-46e6-ad5d-582794b375a9" providerId="AD" clId="Web-{7A960743-B71C-3E3C-B665-1AD417329F0A}" dt="2024-02-25T10:21:05.086" v="8"/>
          <ac:spMkLst>
            <pc:docMk/>
            <pc:sldMk cId="501358722" sldId="277"/>
            <ac:spMk id="4" creationId="{F1ABFEEA-242B-BEC5-43A2-472024EB147C}"/>
          </ac:spMkLst>
        </pc:spChg>
      </pc:sldChg>
      <pc:sldChg chg="modSp">
        <pc:chgData name="Bara Hamadeh" userId="S::b_hamadeh@asu.edu.jo::ba91a99f-f3ba-46e6-ad5d-582794b375a9" providerId="AD" clId="Web-{7A960743-B71C-3E3C-B665-1AD417329F0A}" dt="2024-02-25T10:21:05.086" v="8"/>
        <pc:sldMkLst>
          <pc:docMk/>
          <pc:sldMk cId="4014638210" sldId="278"/>
        </pc:sldMkLst>
        <pc:spChg chg="mod">
          <ac:chgData name="Bara Hamadeh" userId="S::b_hamadeh@asu.edu.jo::ba91a99f-f3ba-46e6-ad5d-582794b375a9" providerId="AD" clId="Web-{7A960743-B71C-3E3C-B665-1AD417329F0A}" dt="2024-02-25T10:21:05.086" v="8"/>
          <ac:spMkLst>
            <pc:docMk/>
            <pc:sldMk cId="4014638210" sldId="278"/>
            <ac:spMk id="4" creationId="{F1ABFEEA-242B-BEC5-43A2-472024EB147C}"/>
          </ac:spMkLst>
        </pc:spChg>
      </pc:sldChg>
      <pc:sldChg chg="modSp">
        <pc:chgData name="Bara Hamadeh" userId="S::b_hamadeh@asu.edu.jo::ba91a99f-f3ba-46e6-ad5d-582794b375a9" providerId="AD" clId="Web-{7A960743-B71C-3E3C-B665-1AD417329F0A}" dt="2024-02-25T10:21:05.086" v="8"/>
        <pc:sldMkLst>
          <pc:docMk/>
          <pc:sldMk cId="2414530302" sldId="279"/>
        </pc:sldMkLst>
        <pc:spChg chg="mod">
          <ac:chgData name="Bara Hamadeh" userId="S::b_hamadeh@asu.edu.jo::ba91a99f-f3ba-46e6-ad5d-582794b375a9" providerId="AD" clId="Web-{7A960743-B71C-3E3C-B665-1AD417329F0A}" dt="2024-02-25T10:21:05.086" v="8"/>
          <ac:spMkLst>
            <pc:docMk/>
            <pc:sldMk cId="2414530302" sldId="279"/>
            <ac:spMk id="4" creationId="{F1ABFEEA-242B-BEC5-43A2-472024EB147C}"/>
          </ac:spMkLst>
        </pc:spChg>
      </pc:sldChg>
      <pc:sldChg chg="modSp">
        <pc:chgData name="Bara Hamadeh" userId="S::b_hamadeh@asu.edu.jo::ba91a99f-f3ba-46e6-ad5d-582794b375a9" providerId="AD" clId="Web-{7A960743-B71C-3E3C-B665-1AD417329F0A}" dt="2024-02-25T10:21:05.086" v="8"/>
        <pc:sldMkLst>
          <pc:docMk/>
          <pc:sldMk cId="852819118" sldId="280"/>
        </pc:sldMkLst>
        <pc:spChg chg="mod">
          <ac:chgData name="Bara Hamadeh" userId="S::b_hamadeh@asu.edu.jo::ba91a99f-f3ba-46e6-ad5d-582794b375a9" providerId="AD" clId="Web-{7A960743-B71C-3E3C-B665-1AD417329F0A}" dt="2024-02-25T10:21:05.086" v="8"/>
          <ac:spMkLst>
            <pc:docMk/>
            <pc:sldMk cId="852819118" sldId="280"/>
            <ac:spMk id="4" creationId="{F1ABFEEA-242B-BEC5-43A2-472024EB147C}"/>
          </ac:spMkLst>
        </pc:spChg>
      </pc:sldChg>
      <pc:sldChg chg="modSp">
        <pc:chgData name="Bara Hamadeh" userId="S::b_hamadeh@asu.edu.jo::ba91a99f-f3ba-46e6-ad5d-582794b375a9" providerId="AD" clId="Web-{7A960743-B71C-3E3C-B665-1AD417329F0A}" dt="2024-02-25T10:21:05.086" v="8"/>
        <pc:sldMkLst>
          <pc:docMk/>
          <pc:sldMk cId="3792502377" sldId="281"/>
        </pc:sldMkLst>
        <pc:spChg chg="mod">
          <ac:chgData name="Bara Hamadeh" userId="S::b_hamadeh@asu.edu.jo::ba91a99f-f3ba-46e6-ad5d-582794b375a9" providerId="AD" clId="Web-{7A960743-B71C-3E3C-B665-1AD417329F0A}" dt="2024-02-25T10:21:05.086" v="8"/>
          <ac:spMkLst>
            <pc:docMk/>
            <pc:sldMk cId="3792502377" sldId="281"/>
            <ac:spMk id="4" creationId="{F1ABFEEA-242B-BEC5-43A2-472024EB147C}"/>
          </ac:spMkLst>
        </pc:spChg>
      </pc:sldChg>
      <pc:sldChg chg="modSp">
        <pc:chgData name="Bara Hamadeh" userId="S::b_hamadeh@asu.edu.jo::ba91a99f-f3ba-46e6-ad5d-582794b375a9" providerId="AD" clId="Web-{7A960743-B71C-3E3C-B665-1AD417329F0A}" dt="2024-02-25T10:21:05.086" v="8"/>
        <pc:sldMkLst>
          <pc:docMk/>
          <pc:sldMk cId="3993605378" sldId="282"/>
        </pc:sldMkLst>
        <pc:spChg chg="mod">
          <ac:chgData name="Bara Hamadeh" userId="S::b_hamadeh@asu.edu.jo::ba91a99f-f3ba-46e6-ad5d-582794b375a9" providerId="AD" clId="Web-{7A960743-B71C-3E3C-B665-1AD417329F0A}" dt="2024-02-25T10:21:05.086" v="8"/>
          <ac:spMkLst>
            <pc:docMk/>
            <pc:sldMk cId="3993605378" sldId="282"/>
            <ac:spMk id="4" creationId="{F1ABFEEA-242B-BEC5-43A2-472024EB147C}"/>
          </ac:spMkLst>
        </pc:spChg>
      </pc:sldChg>
      <pc:sldChg chg="modSp">
        <pc:chgData name="Bara Hamadeh" userId="S::b_hamadeh@asu.edu.jo::ba91a99f-f3ba-46e6-ad5d-582794b375a9" providerId="AD" clId="Web-{7A960743-B71C-3E3C-B665-1AD417329F0A}" dt="2024-02-25T10:21:05.086" v="8"/>
        <pc:sldMkLst>
          <pc:docMk/>
          <pc:sldMk cId="3214123208" sldId="283"/>
        </pc:sldMkLst>
        <pc:spChg chg="mod">
          <ac:chgData name="Bara Hamadeh" userId="S::b_hamadeh@asu.edu.jo::ba91a99f-f3ba-46e6-ad5d-582794b375a9" providerId="AD" clId="Web-{7A960743-B71C-3E3C-B665-1AD417329F0A}" dt="2024-02-25T10:21:05.086" v="8"/>
          <ac:spMkLst>
            <pc:docMk/>
            <pc:sldMk cId="3214123208" sldId="283"/>
            <ac:spMk id="4" creationId="{F1ABFEEA-242B-BEC5-43A2-472024EB147C}"/>
          </ac:spMkLst>
        </pc:spChg>
      </pc:sldChg>
      <pc:sldChg chg="modSp">
        <pc:chgData name="Bara Hamadeh" userId="S::b_hamadeh@asu.edu.jo::ba91a99f-f3ba-46e6-ad5d-582794b375a9" providerId="AD" clId="Web-{7A960743-B71C-3E3C-B665-1AD417329F0A}" dt="2024-02-25T10:21:05.086" v="8"/>
        <pc:sldMkLst>
          <pc:docMk/>
          <pc:sldMk cId="271115997" sldId="284"/>
        </pc:sldMkLst>
        <pc:spChg chg="mod">
          <ac:chgData name="Bara Hamadeh" userId="S::b_hamadeh@asu.edu.jo::ba91a99f-f3ba-46e6-ad5d-582794b375a9" providerId="AD" clId="Web-{7A960743-B71C-3E3C-B665-1AD417329F0A}" dt="2024-02-25T10:21:05.086" v="8"/>
          <ac:spMkLst>
            <pc:docMk/>
            <pc:sldMk cId="271115997" sldId="284"/>
            <ac:spMk id="4" creationId="{F1ABFEEA-242B-BEC5-43A2-472024EB147C}"/>
          </ac:spMkLst>
        </pc:spChg>
      </pc:sldChg>
      <pc:sldChg chg="modSp">
        <pc:chgData name="Bara Hamadeh" userId="S::b_hamadeh@asu.edu.jo::ba91a99f-f3ba-46e6-ad5d-582794b375a9" providerId="AD" clId="Web-{7A960743-B71C-3E3C-B665-1AD417329F0A}" dt="2024-02-25T10:21:05.086" v="8"/>
        <pc:sldMkLst>
          <pc:docMk/>
          <pc:sldMk cId="134718247" sldId="285"/>
        </pc:sldMkLst>
        <pc:spChg chg="mod">
          <ac:chgData name="Bara Hamadeh" userId="S::b_hamadeh@asu.edu.jo::ba91a99f-f3ba-46e6-ad5d-582794b375a9" providerId="AD" clId="Web-{7A960743-B71C-3E3C-B665-1AD417329F0A}" dt="2024-02-25T10:21:05.086" v="8"/>
          <ac:spMkLst>
            <pc:docMk/>
            <pc:sldMk cId="134718247" sldId="285"/>
            <ac:spMk id="4" creationId="{F1ABFEEA-242B-BEC5-43A2-472024EB147C}"/>
          </ac:spMkLst>
        </pc:spChg>
      </pc:sldChg>
      <pc:sldChg chg="modSp">
        <pc:chgData name="Bara Hamadeh" userId="S::b_hamadeh@asu.edu.jo::ba91a99f-f3ba-46e6-ad5d-582794b375a9" providerId="AD" clId="Web-{7A960743-B71C-3E3C-B665-1AD417329F0A}" dt="2024-02-25T10:20:48.944" v="7"/>
        <pc:sldMkLst>
          <pc:docMk/>
          <pc:sldMk cId="3545318064" sldId="286"/>
        </pc:sldMkLst>
        <pc:spChg chg="mod">
          <ac:chgData name="Bara Hamadeh" userId="S::b_hamadeh@asu.edu.jo::ba91a99f-f3ba-46e6-ad5d-582794b375a9" providerId="AD" clId="Web-{7A960743-B71C-3E3C-B665-1AD417329F0A}" dt="2024-02-25T10:20:48.944" v="7"/>
          <ac:spMkLst>
            <pc:docMk/>
            <pc:sldMk cId="3545318064" sldId="286"/>
            <ac:spMk id="4" creationId="{F1ABFEEA-242B-BEC5-43A2-472024EB147C}"/>
          </ac:spMkLst>
        </pc:spChg>
      </pc:sldChg>
      <pc:sldChg chg="modSp">
        <pc:chgData name="Bara Hamadeh" userId="S::b_hamadeh@asu.edu.jo::ba91a99f-f3ba-46e6-ad5d-582794b375a9" providerId="AD" clId="Web-{7A960743-B71C-3E3C-B665-1AD417329F0A}" dt="2024-02-25T10:21:05.086" v="8"/>
        <pc:sldMkLst>
          <pc:docMk/>
          <pc:sldMk cId="3510033810" sldId="287"/>
        </pc:sldMkLst>
        <pc:spChg chg="mod">
          <ac:chgData name="Bara Hamadeh" userId="S::b_hamadeh@asu.edu.jo::ba91a99f-f3ba-46e6-ad5d-582794b375a9" providerId="AD" clId="Web-{7A960743-B71C-3E3C-B665-1AD417329F0A}" dt="2024-02-25T10:21:05.086" v="8"/>
          <ac:spMkLst>
            <pc:docMk/>
            <pc:sldMk cId="3510033810" sldId="287"/>
            <ac:spMk id="4" creationId="{6A9ED0C8-2F9A-7768-1528-079BD0271964}"/>
          </ac:spMkLst>
        </pc:spChg>
      </pc:sldChg>
      <pc:sldChg chg="modSp">
        <pc:chgData name="Bara Hamadeh" userId="S::b_hamadeh@asu.edu.jo::ba91a99f-f3ba-46e6-ad5d-582794b375a9" providerId="AD" clId="Web-{7A960743-B71C-3E3C-B665-1AD417329F0A}" dt="2024-02-25T10:21:05.086" v="8"/>
        <pc:sldMkLst>
          <pc:docMk/>
          <pc:sldMk cId="2936856304" sldId="288"/>
        </pc:sldMkLst>
        <pc:spChg chg="mod">
          <ac:chgData name="Bara Hamadeh" userId="S::b_hamadeh@asu.edu.jo::ba91a99f-f3ba-46e6-ad5d-582794b375a9" providerId="AD" clId="Web-{7A960743-B71C-3E3C-B665-1AD417329F0A}" dt="2024-02-25T10:21:05.086" v="8"/>
          <ac:spMkLst>
            <pc:docMk/>
            <pc:sldMk cId="2936856304" sldId="288"/>
            <ac:spMk id="4" creationId="{223601C3-0C3B-93D9-F3CB-CED283D4CDC6}"/>
          </ac:spMkLst>
        </pc:spChg>
      </pc:sldChg>
      <pc:sldChg chg="modSp">
        <pc:chgData name="Bara Hamadeh" userId="S::b_hamadeh@asu.edu.jo::ba91a99f-f3ba-46e6-ad5d-582794b375a9" providerId="AD" clId="Web-{7A960743-B71C-3E3C-B665-1AD417329F0A}" dt="2024-02-25T10:21:05.086" v="8"/>
        <pc:sldMkLst>
          <pc:docMk/>
          <pc:sldMk cId="1365988075" sldId="289"/>
        </pc:sldMkLst>
        <pc:spChg chg="mod">
          <ac:chgData name="Bara Hamadeh" userId="S::b_hamadeh@asu.edu.jo::ba91a99f-f3ba-46e6-ad5d-582794b375a9" providerId="AD" clId="Web-{7A960743-B71C-3E3C-B665-1AD417329F0A}" dt="2024-02-25T10:21:05.086" v="8"/>
          <ac:spMkLst>
            <pc:docMk/>
            <pc:sldMk cId="1365988075" sldId="289"/>
            <ac:spMk id="4" creationId="{18D923D0-FFBD-027D-1515-490D7F3AA12D}"/>
          </ac:spMkLst>
        </pc:spChg>
      </pc:sldChg>
      <pc:sldChg chg="modSp">
        <pc:chgData name="Bara Hamadeh" userId="S::b_hamadeh@asu.edu.jo::ba91a99f-f3ba-46e6-ad5d-582794b375a9" providerId="AD" clId="Web-{7A960743-B71C-3E3C-B665-1AD417329F0A}" dt="2024-02-25T10:21:05.086" v="8"/>
        <pc:sldMkLst>
          <pc:docMk/>
          <pc:sldMk cId="507376437" sldId="290"/>
        </pc:sldMkLst>
        <pc:spChg chg="mod">
          <ac:chgData name="Bara Hamadeh" userId="S::b_hamadeh@asu.edu.jo::ba91a99f-f3ba-46e6-ad5d-582794b375a9" providerId="AD" clId="Web-{7A960743-B71C-3E3C-B665-1AD417329F0A}" dt="2024-02-25T10:21:05.086" v="8"/>
          <ac:spMkLst>
            <pc:docMk/>
            <pc:sldMk cId="507376437" sldId="290"/>
            <ac:spMk id="4" creationId="{2AC0C0E7-409B-388F-2DC6-22A64ADB7860}"/>
          </ac:spMkLst>
        </pc:spChg>
      </pc:sldChg>
      <pc:sldChg chg="modSp">
        <pc:chgData name="Bara Hamadeh" userId="S::b_hamadeh@asu.edu.jo::ba91a99f-f3ba-46e6-ad5d-582794b375a9" providerId="AD" clId="Web-{7A960743-B71C-3E3C-B665-1AD417329F0A}" dt="2024-02-25T10:21:05.086" v="8"/>
        <pc:sldMkLst>
          <pc:docMk/>
          <pc:sldMk cId="397195409" sldId="291"/>
        </pc:sldMkLst>
        <pc:spChg chg="mod">
          <ac:chgData name="Bara Hamadeh" userId="S::b_hamadeh@asu.edu.jo::ba91a99f-f3ba-46e6-ad5d-582794b375a9" providerId="AD" clId="Web-{7A960743-B71C-3E3C-B665-1AD417329F0A}" dt="2024-02-25T10:21:05.086" v="8"/>
          <ac:spMkLst>
            <pc:docMk/>
            <pc:sldMk cId="397195409" sldId="291"/>
            <ac:spMk id="4" creationId="{174C1DB0-8168-BF78-8F50-8046CC59E26C}"/>
          </ac:spMkLst>
        </pc:spChg>
      </pc:sldChg>
      <pc:sldChg chg="modSp">
        <pc:chgData name="Bara Hamadeh" userId="S::b_hamadeh@asu.edu.jo::ba91a99f-f3ba-46e6-ad5d-582794b375a9" providerId="AD" clId="Web-{7A960743-B71C-3E3C-B665-1AD417329F0A}" dt="2024-02-25T10:21:05.086" v="8"/>
        <pc:sldMkLst>
          <pc:docMk/>
          <pc:sldMk cId="4240461909" sldId="292"/>
        </pc:sldMkLst>
        <pc:spChg chg="mod">
          <ac:chgData name="Bara Hamadeh" userId="S::b_hamadeh@asu.edu.jo::ba91a99f-f3ba-46e6-ad5d-582794b375a9" providerId="AD" clId="Web-{7A960743-B71C-3E3C-B665-1AD417329F0A}" dt="2024-02-25T10:21:05.086" v="8"/>
          <ac:spMkLst>
            <pc:docMk/>
            <pc:sldMk cId="4240461909" sldId="292"/>
            <ac:spMk id="4" creationId="{A2BC7C67-E54F-34AF-D859-49897134A7C0}"/>
          </ac:spMkLst>
        </pc:spChg>
      </pc:sldChg>
      <pc:sldChg chg="modSp">
        <pc:chgData name="Bara Hamadeh" userId="S::b_hamadeh@asu.edu.jo::ba91a99f-f3ba-46e6-ad5d-582794b375a9" providerId="AD" clId="Web-{7A960743-B71C-3E3C-B665-1AD417329F0A}" dt="2024-02-25T10:21:05.086" v="8"/>
        <pc:sldMkLst>
          <pc:docMk/>
          <pc:sldMk cId="810407884" sldId="293"/>
        </pc:sldMkLst>
        <pc:spChg chg="mod">
          <ac:chgData name="Bara Hamadeh" userId="S::b_hamadeh@asu.edu.jo::ba91a99f-f3ba-46e6-ad5d-582794b375a9" providerId="AD" clId="Web-{7A960743-B71C-3E3C-B665-1AD417329F0A}" dt="2024-02-25T10:21:05.086" v="8"/>
          <ac:spMkLst>
            <pc:docMk/>
            <pc:sldMk cId="810407884" sldId="293"/>
            <ac:spMk id="4" creationId="{C0261793-9E97-EEB4-D08B-EAE7B3060CFA}"/>
          </ac:spMkLst>
        </pc:spChg>
      </pc:sldChg>
      <pc:sldChg chg="modSp">
        <pc:chgData name="Bara Hamadeh" userId="S::b_hamadeh@asu.edu.jo::ba91a99f-f3ba-46e6-ad5d-582794b375a9" providerId="AD" clId="Web-{7A960743-B71C-3E3C-B665-1AD417329F0A}" dt="2024-02-25T10:21:05.086" v="8"/>
        <pc:sldMkLst>
          <pc:docMk/>
          <pc:sldMk cId="1270117232" sldId="294"/>
        </pc:sldMkLst>
        <pc:spChg chg="mod">
          <ac:chgData name="Bara Hamadeh" userId="S::b_hamadeh@asu.edu.jo::ba91a99f-f3ba-46e6-ad5d-582794b375a9" providerId="AD" clId="Web-{7A960743-B71C-3E3C-B665-1AD417329F0A}" dt="2024-02-25T10:21:05.086" v="8"/>
          <ac:spMkLst>
            <pc:docMk/>
            <pc:sldMk cId="1270117232" sldId="294"/>
            <ac:spMk id="4" creationId="{CA754F3D-75B4-3805-D024-43BE870E78C2}"/>
          </ac:spMkLst>
        </pc:spChg>
      </pc:sldChg>
      <pc:sldChg chg="modSp">
        <pc:chgData name="Bara Hamadeh" userId="S::b_hamadeh@asu.edu.jo::ba91a99f-f3ba-46e6-ad5d-582794b375a9" providerId="AD" clId="Web-{7A960743-B71C-3E3C-B665-1AD417329F0A}" dt="2024-02-25T10:21:05.086" v="8"/>
        <pc:sldMkLst>
          <pc:docMk/>
          <pc:sldMk cId="3160375693" sldId="295"/>
        </pc:sldMkLst>
        <pc:spChg chg="mod">
          <ac:chgData name="Bara Hamadeh" userId="S::b_hamadeh@asu.edu.jo::ba91a99f-f3ba-46e6-ad5d-582794b375a9" providerId="AD" clId="Web-{7A960743-B71C-3E3C-B665-1AD417329F0A}" dt="2024-02-25T10:21:05.086" v="8"/>
          <ac:spMkLst>
            <pc:docMk/>
            <pc:sldMk cId="3160375693" sldId="295"/>
            <ac:spMk id="4" creationId="{B214E589-DD0F-6836-C79D-C2368A7C35EC}"/>
          </ac:spMkLst>
        </pc:spChg>
      </pc:sldChg>
      <pc:sldChg chg="modSp">
        <pc:chgData name="Bara Hamadeh" userId="S::b_hamadeh@asu.edu.jo::ba91a99f-f3ba-46e6-ad5d-582794b375a9" providerId="AD" clId="Web-{7A960743-B71C-3E3C-B665-1AD417329F0A}" dt="2024-02-25T10:21:05.086" v="8"/>
        <pc:sldMkLst>
          <pc:docMk/>
          <pc:sldMk cId="1878368245" sldId="296"/>
        </pc:sldMkLst>
        <pc:spChg chg="mod">
          <ac:chgData name="Bara Hamadeh" userId="S::b_hamadeh@asu.edu.jo::ba91a99f-f3ba-46e6-ad5d-582794b375a9" providerId="AD" clId="Web-{7A960743-B71C-3E3C-B665-1AD417329F0A}" dt="2024-02-25T10:21:05.086" v="8"/>
          <ac:spMkLst>
            <pc:docMk/>
            <pc:sldMk cId="1878368245" sldId="296"/>
            <ac:spMk id="4" creationId="{C4287F06-5601-2ECE-DE73-E4F8F6BA898D}"/>
          </ac:spMkLst>
        </pc:spChg>
      </pc:sldChg>
      <pc:sldChg chg="modSp">
        <pc:chgData name="Bara Hamadeh" userId="S::b_hamadeh@asu.edu.jo::ba91a99f-f3ba-46e6-ad5d-582794b375a9" providerId="AD" clId="Web-{7A960743-B71C-3E3C-B665-1AD417329F0A}" dt="2024-02-25T10:21:05.086" v="8"/>
        <pc:sldMkLst>
          <pc:docMk/>
          <pc:sldMk cId="1541282407" sldId="297"/>
        </pc:sldMkLst>
        <pc:spChg chg="mod">
          <ac:chgData name="Bara Hamadeh" userId="S::b_hamadeh@asu.edu.jo::ba91a99f-f3ba-46e6-ad5d-582794b375a9" providerId="AD" clId="Web-{7A960743-B71C-3E3C-B665-1AD417329F0A}" dt="2024-02-25T10:21:05.086" v="8"/>
          <ac:spMkLst>
            <pc:docMk/>
            <pc:sldMk cId="1541282407" sldId="297"/>
            <ac:spMk id="4" creationId="{96C7792D-7576-E584-344F-9128395EABB8}"/>
          </ac:spMkLst>
        </pc:spChg>
      </pc:sldChg>
      <pc:sldChg chg="modSp">
        <pc:chgData name="Bara Hamadeh" userId="S::b_hamadeh@asu.edu.jo::ba91a99f-f3ba-46e6-ad5d-582794b375a9" providerId="AD" clId="Web-{7A960743-B71C-3E3C-B665-1AD417329F0A}" dt="2024-02-25T10:21:05.086" v="8"/>
        <pc:sldMkLst>
          <pc:docMk/>
          <pc:sldMk cId="1815557269" sldId="298"/>
        </pc:sldMkLst>
        <pc:spChg chg="mod">
          <ac:chgData name="Bara Hamadeh" userId="S::b_hamadeh@asu.edu.jo::ba91a99f-f3ba-46e6-ad5d-582794b375a9" providerId="AD" clId="Web-{7A960743-B71C-3E3C-B665-1AD417329F0A}" dt="2024-02-25T10:21:05.086" v="8"/>
          <ac:spMkLst>
            <pc:docMk/>
            <pc:sldMk cId="1815557269" sldId="298"/>
            <ac:spMk id="4" creationId="{FD0D8DFD-B26D-B644-5D45-46C82294CBA8}"/>
          </ac:spMkLst>
        </pc:spChg>
      </pc:sldChg>
      <pc:sldChg chg="modSp">
        <pc:chgData name="Bara Hamadeh" userId="S::b_hamadeh@asu.edu.jo::ba91a99f-f3ba-46e6-ad5d-582794b375a9" providerId="AD" clId="Web-{7A960743-B71C-3E3C-B665-1AD417329F0A}" dt="2024-02-25T10:21:05.086" v="8"/>
        <pc:sldMkLst>
          <pc:docMk/>
          <pc:sldMk cId="2469172306" sldId="299"/>
        </pc:sldMkLst>
        <pc:spChg chg="mod">
          <ac:chgData name="Bara Hamadeh" userId="S::b_hamadeh@asu.edu.jo::ba91a99f-f3ba-46e6-ad5d-582794b375a9" providerId="AD" clId="Web-{7A960743-B71C-3E3C-B665-1AD417329F0A}" dt="2024-02-25T10:21:05.086" v="8"/>
          <ac:spMkLst>
            <pc:docMk/>
            <pc:sldMk cId="2469172306" sldId="299"/>
            <ac:spMk id="4" creationId="{DF1DE296-83E4-CF69-1F9D-BB420D484398}"/>
          </ac:spMkLst>
        </pc:spChg>
      </pc:sldChg>
      <pc:sldChg chg="modSp">
        <pc:chgData name="Bara Hamadeh" userId="S::b_hamadeh@asu.edu.jo::ba91a99f-f3ba-46e6-ad5d-582794b375a9" providerId="AD" clId="Web-{7A960743-B71C-3E3C-B665-1AD417329F0A}" dt="2024-02-25T10:21:05.086" v="8"/>
        <pc:sldMkLst>
          <pc:docMk/>
          <pc:sldMk cId="1607837966" sldId="300"/>
        </pc:sldMkLst>
        <pc:spChg chg="mod">
          <ac:chgData name="Bara Hamadeh" userId="S::b_hamadeh@asu.edu.jo::ba91a99f-f3ba-46e6-ad5d-582794b375a9" providerId="AD" clId="Web-{7A960743-B71C-3E3C-B665-1AD417329F0A}" dt="2024-02-25T10:21:05.086" v="8"/>
          <ac:spMkLst>
            <pc:docMk/>
            <pc:sldMk cId="1607837966" sldId="300"/>
            <ac:spMk id="4" creationId="{D01DC16B-A846-B15B-C016-91885D5CA8C6}"/>
          </ac:spMkLst>
        </pc:spChg>
      </pc:sldChg>
      <pc:sldChg chg="modSp">
        <pc:chgData name="Bara Hamadeh" userId="S::b_hamadeh@asu.edu.jo::ba91a99f-f3ba-46e6-ad5d-582794b375a9" providerId="AD" clId="Web-{7A960743-B71C-3E3C-B665-1AD417329F0A}" dt="2024-02-25T10:21:05.086" v="8"/>
        <pc:sldMkLst>
          <pc:docMk/>
          <pc:sldMk cId="639376944" sldId="301"/>
        </pc:sldMkLst>
        <pc:spChg chg="mod">
          <ac:chgData name="Bara Hamadeh" userId="S::b_hamadeh@asu.edu.jo::ba91a99f-f3ba-46e6-ad5d-582794b375a9" providerId="AD" clId="Web-{7A960743-B71C-3E3C-B665-1AD417329F0A}" dt="2024-02-25T10:21:05.086" v="8"/>
          <ac:spMkLst>
            <pc:docMk/>
            <pc:sldMk cId="639376944" sldId="301"/>
            <ac:spMk id="4" creationId="{987D0748-E6B6-BB42-CC7B-77E18B995BA8}"/>
          </ac:spMkLst>
        </pc:spChg>
      </pc:sldChg>
      <pc:sldChg chg="modSp">
        <pc:chgData name="Bara Hamadeh" userId="S::b_hamadeh@asu.edu.jo::ba91a99f-f3ba-46e6-ad5d-582794b375a9" providerId="AD" clId="Web-{7A960743-B71C-3E3C-B665-1AD417329F0A}" dt="2024-02-25T10:21:05.086" v="8"/>
        <pc:sldMkLst>
          <pc:docMk/>
          <pc:sldMk cId="929242391" sldId="302"/>
        </pc:sldMkLst>
        <pc:spChg chg="mod">
          <ac:chgData name="Bara Hamadeh" userId="S::b_hamadeh@asu.edu.jo::ba91a99f-f3ba-46e6-ad5d-582794b375a9" providerId="AD" clId="Web-{7A960743-B71C-3E3C-B665-1AD417329F0A}" dt="2024-02-25T10:21:05.086" v="8"/>
          <ac:spMkLst>
            <pc:docMk/>
            <pc:sldMk cId="929242391" sldId="302"/>
            <ac:spMk id="4" creationId="{E35EAD22-B9DD-A4AE-8E6B-CFCA86CBCC73}"/>
          </ac:spMkLst>
        </pc:spChg>
      </pc:sldChg>
      <pc:sldChg chg="modSp">
        <pc:chgData name="Bara Hamadeh" userId="S::b_hamadeh@asu.edu.jo::ba91a99f-f3ba-46e6-ad5d-582794b375a9" providerId="AD" clId="Web-{7A960743-B71C-3E3C-B665-1AD417329F0A}" dt="2024-02-25T10:21:05.086" v="8"/>
        <pc:sldMkLst>
          <pc:docMk/>
          <pc:sldMk cId="745165915" sldId="303"/>
        </pc:sldMkLst>
        <pc:spChg chg="mod">
          <ac:chgData name="Bara Hamadeh" userId="S::b_hamadeh@asu.edu.jo::ba91a99f-f3ba-46e6-ad5d-582794b375a9" providerId="AD" clId="Web-{7A960743-B71C-3E3C-B665-1AD417329F0A}" dt="2024-02-25T10:21:05.086" v="8"/>
          <ac:spMkLst>
            <pc:docMk/>
            <pc:sldMk cId="745165915" sldId="303"/>
            <ac:spMk id="4" creationId="{7B248975-8F59-2997-A06C-F9E9B91190FE}"/>
          </ac:spMkLst>
        </pc:spChg>
      </pc:sldChg>
      <pc:sldChg chg="modSp">
        <pc:chgData name="Bara Hamadeh" userId="S::b_hamadeh@asu.edu.jo::ba91a99f-f3ba-46e6-ad5d-582794b375a9" providerId="AD" clId="Web-{7A960743-B71C-3E3C-B665-1AD417329F0A}" dt="2024-02-25T10:21:05.086" v="8"/>
        <pc:sldMkLst>
          <pc:docMk/>
          <pc:sldMk cId="2912064553" sldId="304"/>
        </pc:sldMkLst>
        <pc:spChg chg="mod">
          <ac:chgData name="Bara Hamadeh" userId="S::b_hamadeh@asu.edu.jo::ba91a99f-f3ba-46e6-ad5d-582794b375a9" providerId="AD" clId="Web-{7A960743-B71C-3E3C-B665-1AD417329F0A}" dt="2024-02-25T10:21:05.086" v="8"/>
          <ac:spMkLst>
            <pc:docMk/>
            <pc:sldMk cId="2912064553" sldId="304"/>
            <ac:spMk id="4" creationId="{55FE15FB-6675-1EAB-A47D-8E5119FB2A17}"/>
          </ac:spMkLst>
        </pc:spChg>
      </pc:sldChg>
      <pc:sldMasterChg chg="modSp mod modSldLayout">
        <pc:chgData name="Bara Hamadeh" userId="S::b_hamadeh@asu.edu.jo::ba91a99f-f3ba-46e6-ad5d-582794b375a9" providerId="AD" clId="Web-{7A960743-B71C-3E3C-B665-1AD417329F0A}" dt="2024-02-25T10:21:13.133" v="9"/>
        <pc:sldMasterMkLst>
          <pc:docMk/>
          <pc:sldMasterMk cId="1719295273" sldId="2147483672"/>
        </pc:sldMasterMkLst>
        <pc:spChg chg="mod">
          <ac:chgData name="Bara Hamadeh" userId="S::b_hamadeh@asu.edu.jo::ba91a99f-f3ba-46e6-ad5d-582794b375a9" providerId="AD" clId="Web-{7A960743-B71C-3E3C-B665-1AD417329F0A}" dt="2024-02-25T10:21:05.086" v="8"/>
          <ac:spMkLst>
            <pc:docMk/>
            <pc:sldMasterMk cId="1719295273" sldId="2147483672"/>
            <ac:spMk id="5" creationId="{00000000-0000-0000-0000-000000000000}"/>
          </ac:spMkLst>
        </pc:spChg>
        <pc:sldLayoutChg chg="modSp mod">
          <pc:chgData name="Bara Hamadeh" userId="S::b_hamadeh@asu.edu.jo::ba91a99f-f3ba-46e6-ad5d-582794b375a9" providerId="AD" clId="Web-{7A960743-B71C-3E3C-B665-1AD417329F0A}" dt="2024-02-25T10:21:13.133" v="9"/>
          <pc:sldLayoutMkLst>
            <pc:docMk/>
            <pc:sldMasterMk cId="1719295273" sldId="2147483672"/>
            <pc:sldLayoutMk cId="1136942225" sldId="2147483673"/>
          </pc:sldLayoutMkLst>
          <pc:spChg chg="mod">
            <ac:chgData name="Bara Hamadeh" userId="S::b_hamadeh@asu.edu.jo::ba91a99f-f3ba-46e6-ad5d-582794b375a9" providerId="AD" clId="Web-{7A960743-B71C-3E3C-B665-1AD417329F0A}" dt="2024-02-25T10:21:05.086" v="8"/>
            <ac:spMkLst>
              <pc:docMk/>
              <pc:sldMasterMk cId="1719295273" sldId="2147483672"/>
              <pc:sldLayoutMk cId="1136942225" sldId="2147483673"/>
              <ac:spMk id="5" creationId="{00000000-0000-0000-0000-000000000000}"/>
            </ac:spMkLst>
          </pc:spChg>
        </pc:sldLayoutChg>
        <pc:sldLayoutChg chg="modSp mod">
          <pc:chgData name="Bara Hamadeh" userId="S::b_hamadeh@asu.edu.jo::ba91a99f-f3ba-46e6-ad5d-582794b375a9" providerId="AD" clId="Web-{7A960743-B71C-3E3C-B665-1AD417329F0A}" dt="2024-02-25T10:21:13.133" v="9"/>
          <pc:sldLayoutMkLst>
            <pc:docMk/>
            <pc:sldMasterMk cId="1719295273" sldId="2147483672"/>
            <pc:sldLayoutMk cId="543625086" sldId="2147483674"/>
          </pc:sldLayoutMkLst>
          <pc:spChg chg="mod">
            <ac:chgData name="Bara Hamadeh" userId="S::b_hamadeh@asu.edu.jo::ba91a99f-f3ba-46e6-ad5d-582794b375a9" providerId="AD" clId="Web-{7A960743-B71C-3E3C-B665-1AD417329F0A}" dt="2024-02-25T10:21:05.086" v="8"/>
            <ac:spMkLst>
              <pc:docMk/>
              <pc:sldMasterMk cId="1719295273" sldId="2147483672"/>
              <pc:sldLayoutMk cId="543625086" sldId="2147483674"/>
              <ac:spMk id="5" creationId="{00000000-0000-0000-0000-000000000000}"/>
            </ac:spMkLst>
          </pc:spChg>
        </pc:sldLayoutChg>
        <pc:sldLayoutChg chg="modSp mod">
          <pc:chgData name="Bara Hamadeh" userId="S::b_hamadeh@asu.edu.jo::ba91a99f-f3ba-46e6-ad5d-582794b375a9" providerId="AD" clId="Web-{7A960743-B71C-3E3C-B665-1AD417329F0A}" dt="2024-02-25T10:21:13.133" v="9"/>
          <pc:sldLayoutMkLst>
            <pc:docMk/>
            <pc:sldMasterMk cId="1719295273" sldId="2147483672"/>
            <pc:sldLayoutMk cId="695053800" sldId="2147483675"/>
          </pc:sldLayoutMkLst>
          <pc:spChg chg="mod">
            <ac:chgData name="Bara Hamadeh" userId="S::b_hamadeh@asu.edu.jo::ba91a99f-f3ba-46e6-ad5d-582794b375a9" providerId="AD" clId="Web-{7A960743-B71C-3E3C-B665-1AD417329F0A}" dt="2024-02-25T10:21:05.086" v="8"/>
            <ac:spMkLst>
              <pc:docMk/>
              <pc:sldMasterMk cId="1719295273" sldId="2147483672"/>
              <pc:sldLayoutMk cId="695053800" sldId="2147483675"/>
              <ac:spMk id="5" creationId="{00000000-0000-0000-0000-000000000000}"/>
            </ac:spMkLst>
          </pc:spChg>
        </pc:sldLayoutChg>
        <pc:sldLayoutChg chg="modSp mod">
          <pc:chgData name="Bara Hamadeh" userId="S::b_hamadeh@asu.edu.jo::ba91a99f-f3ba-46e6-ad5d-582794b375a9" providerId="AD" clId="Web-{7A960743-B71C-3E3C-B665-1AD417329F0A}" dt="2024-02-25T10:21:13.133" v="9"/>
          <pc:sldLayoutMkLst>
            <pc:docMk/>
            <pc:sldMasterMk cId="1719295273" sldId="2147483672"/>
            <pc:sldLayoutMk cId="1555795183" sldId="2147483676"/>
          </pc:sldLayoutMkLst>
          <pc:spChg chg="mod">
            <ac:chgData name="Bara Hamadeh" userId="S::b_hamadeh@asu.edu.jo::ba91a99f-f3ba-46e6-ad5d-582794b375a9" providerId="AD" clId="Web-{7A960743-B71C-3E3C-B665-1AD417329F0A}" dt="2024-02-25T10:21:05.086" v="8"/>
            <ac:spMkLst>
              <pc:docMk/>
              <pc:sldMasterMk cId="1719295273" sldId="2147483672"/>
              <pc:sldLayoutMk cId="1555795183" sldId="2147483676"/>
              <ac:spMk id="6" creationId="{00000000-0000-0000-0000-000000000000}"/>
            </ac:spMkLst>
          </pc:spChg>
        </pc:sldLayoutChg>
        <pc:sldLayoutChg chg="modSp mod">
          <pc:chgData name="Bara Hamadeh" userId="S::b_hamadeh@asu.edu.jo::ba91a99f-f3ba-46e6-ad5d-582794b375a9" providerId="AD" clId="Web-{7A960743-B71C-3E3C-B665-1AD417329F0A}" dt="2024-02-25T10:21:13.133" v="9"/>
          <pc:sldLayoutMkLst>
            <pc:docMk/>
            <pc:sldMasterMk cId="1719295273" sldId="2147483672"/>
            <pc:sldLayoutMk cId="3154714844" sldId="2147483677"/>
          </pc:sldLayoutMkLst>
          <pc:spChg chg="mod">
            <ac:chgData name="Bara Hamadeh" userId="S::b_hamadeh@asu.edu.jo::ba91a99f-f3ba-46e6-ad5d-582794b375a9" providerId="AD" clId="Web-{7A960743-B71C-3E3C-B665-1AD417329F0A}" dt="2024-02-25T10:21:05.086" v="8"/>
            <ac:spMkLst>
              <pc:docMk/>
              <pc:sldMasterMk cId="1719295273" sldId="2147483672"/>
              <pc:sldLayoutMk cId="3154714844" sldId="2147483677"/>
              <ac:spMk id="8" creationId="{00000000-0000-0000-0000-000000000000}"/>
            </ac:spMkLst>
          </pc:spChg>
        </pc:sldLayoutChg>
        <pc:sldLayoutChg chg="modSp mod">
          <pc:chgData name="Bara Hamadeh" userId="S::b_hamadeh@asu.edu.jo::ba91a99f-f3ba-46e6-ad5d-582794b375a9" providerId="AD" clId="Web-{7A960743-B71C-3E3C-B665-1AD417329F0A}" dt="2024-02-25T10:21:13.133" v="9"/>
          <pc:sldLayoutMkLst>
            <pc:docMk/>
            <pc:sldMasterMk cId="1719295273" sldId="2147483672"/>
            <pc:sldLayoutMk cId="1943265441" sldId="2147483678"/>
          </pc:sldLayoutMkLst>
          <pc:spChg chg="mod">
            <ac:chgData name="Bara Hamadeh" userId="S::b_hamadeh@asu.edu.jo::ba91a99f-f3ba-46e6-ad5d-582794b375a9" providerId="AD" clId="Web-{7A960743-B71C-3E3C-B665-1AD417329F0A}" dt="2024-02-25T10:21:05.086" v="8"/>
            <ac:spMkLst>
              <pc:docMk/>
              <pc:sldMasterMk cId="1719295273" sldId="2147483672"/>
              <pc:sldLayoutMk cId="1943265441" sldId="2147483678"/>
              <ac:spMk id="4" creationId="{00000000-0000-0000-0000-000000000000}"/>
            </ac:spMkLst>
          </pc:spChg>
        </pc:sldLayoutChg>
        <pc:sldLayoutChg chg="modSp mod">
          <pc:chgData name="Bara Hamadeh" userId="S::b_hamadeh@asu.edu.jo::ba91a99f-f3ba-46e6-ad5d-582794b375a9" providerId="AD" clId="Web-{7A960743-B71C-3E3C-B665-1AD417329F0A}" dt="2024-02-25T10:21:13.133" v="9"/>
          <pc:sldLayoutMkLst>
            <pc:docMk/>
            <pc:sldMasterMk cId="1719295273" sldId="2147483672"/>
            <pc:sldLayoutMk cId="1103728720" sldId="2147483679"/>
          </pc:sldLayoutMkLst>
          <pc:spChg chg="mod">
            <ac:chgData name="Bara Hamadeh" userId="S::b_hamadeh@asu.edu.jo::ba91a99f-f3ba-46e6-ad5d-582794b375a9" providerId="AD" clId="Web-{7A960743-B71C-3E3C-B665-1AD417329F0A}" dt="2024-02-25T10:21:05.086" v="8"/>
            <ac:spMkLst>
              <pc:docMk/>
              <pc:sldMasterMk cId="1719295273" sldId="2147483672"/>
              <pc:sldLayoutMk cId="1103728720" sldId="2147483679"/>
              <ac:spMk id="8" creationId="{00000000-0000-0000-0000-000000000000}"/>
            </ac:spMkLst>
          </pc:spChg>
        </pc:sldLayoutChg>
        <pc:sldLayoutChg chg="modSp mod">
          <pc:chgData name="Bara Hamadeh" userId="S::b_hamadeh@asu.edu.jo::ba91a99f-f3ba-46e6-ad5d-582794b375a9" providerId="AD" clId="Web-{7A960743-B71C-3E3C-B665-1AD417329F0A}" dt="2024-02-25T10:21:13.133" v="9"/>
          <pc:sldLayoutMkLst>
            <pc:docMk/>
            <pc:sldMasterMk cId="1719295273" sldId="2147483672"/>
            <pc:sldLayoutMk cId="3199667561" sldId="2147483680"/>
          </pc:sldLayoutMkLst>
          <pc:spChg chg="mod">
            <ac:chgData name="Bara Hamadeh" userId="S::b_hamadeh@asu.edu.jo::ba91a99f-f3ba-46e6-ad5d-582794b375a9" providerId="AD" clId="Web-{7A960743-B71C-3E3C-B665-1AD417329F0A}" dt="2024-02-25T10:21:05.086" v="8"/>
            <ac:spMkLst>
              <pc:docMk/>
              <pc:sldMasterMk cId="1719295273" sldId="2147483672"/>
              <pc:sldLayoutMk cId="3199667561" sldId="2147483680"/>
              <ac:spMk id="6" creationId="{00000000-0000-0000-0000-000000000000}"/>
            </ac:spMkLst>
          </pc:spChg>
        </pc:sldLayoutChg>
        <pc:sldLayoutChg chg="modSp mod">
          <pc:chgData name="Bara Hamadeh" userId="S::b_hamadeh@asu.edu.jo::ba91a99f-f3ba-46e6-ad5d-582794b375a9" providerId="AD" clId="Web-{7A960743-B71C-3E3C-B665-1AD417329F0A}" dt="2024-02-25T10:21:13.133" v="9"/>
          <pc:sldLayoutMkLst>
            <pc:docMk/>
            <pc:sldMasterMk cId="1719295273" sldId="2147483672"/>
            <pc:sldLayoutMk cId="1593807278" sldId="2147483681"/>
          </pc:sldLayoutMkLst>
          <pc:spChg chg="mod">
            <ac:chgData name="Bara Hamadeh" userId="S::b_hamadeh@asu.edu.jo::ba91a99f-f3ba-46e6-ad5d-582794b375a9" providerId="AD" clId="Web-{7A960743-B71C-3E3C-B665-1AD417329F0A}" dt="2024-02-25T10:21:05.086" v="8"/>
            <ac:spMkLst>
              <pc:docMk/>
              <pc:sldMasterMk cId="1719295273" sldId="2147483672"/>
              <pc:sldLayoutMk cId="1593807278" sldId="2147483681"/>
              <ac:spMk id="6" creationId="{00000000-0000-0000-0000-000000000000}"/>
            </ac:spMkLst>
          </pc:spChg>
        </pc:sldLayoutChg>
        <pc:sldLayoutChg chg="modSp mod">
          <pc:chgData name="Bara Hamadeh" userId="S::b_hamadeh@asu.edu.jo::ba91a99f-f3ba-46e6-ad5d-582794b375a9" providerId="AD" clId="Web-{7A960743-B71C-3E3C-B665-1AD417329F0A}" dt="2024-02-25T10:21:13.133" v="9"/>
          <pc:sldLayoutMkLst>
            <pc:docMk/>
            <pc:sldMasterMk cId="1719295273" sldId="2147483672"/>
            <pc:sldLayoutMk cId="4052592978" sldId="2147483682"/>
          </pc:sldLayoutMkLst>
          <pc:spChg chg="mod">
            <ac:chgData name="Bara Hamadeh" userId="S::b_hamadeh@asu.edu.jo::ba91a99f-f3ba-46e6-ad5d-582794b375a9" providerId="AD" clId="Web-{7A960743-B71C-3E3C-B665-1AD417329F0A}" dt="2024-02-25T10:21:05.086" v="8"/>
            <ac:spMkLst>
              <pc:docMk/>
              <pc:sldMasterMk cId="1719295273" sldId="2147483672"/>
              <pc:sldLayoutMk cId="4052592978" sldId="2147483682"/>
              <ac:spMk id="5" creationId="{00000000-0000-0000-0000-000000000000}"/>
            </ac:spMkLst>
          </pc:spChg>
        </pc:sldLayoutChg>
        <pc:sldLayoutChg chg="modSp mod">
          <pc:chgData name="Bara Hamadeh" userId="S::b_hamadeh@asu.edu.jo::ba91a99f-f3ba-46e6-ad5d-582794b375a9" providerId="AD" clId="Web-{7A960743-B71C-3E3C-B665-1AD417329F0A}" dt="2024-02-25T10:21:13.133" v="9"/>
          <pc:sldLayoutMkLst>
            <pc:docMk/>
            <pc:sldMasterMk cId="1719295273" sldId="2147483672"/>
            <pc:sldLayoutMk cId="2606264647" sldId="2147483683"/>
          </pc:sldLayoutMkLst>
          <pc:spChg chg="mod">
            <ac:chgData name="Bara Hamadeh" userId="S::b_hamadeh@asu.edu.jo::ba91a99f-f3ba-46e6-ad5d-582794b375a9" providerId="AD" clId="Web-{7A960743-B71C-3E3C-B665-1AD417329F0A}" dt="2024-02-25T10:21:05.086" v="8"/>
            <ac:spMkLst>
              <pc:docMk/>
              <pc:sldMasterMk cId="1719295273" sldId="2147483672"/>
              <pc:sldLayoutMk cId="2606264647" sldId="2147483683"/>
              <ac:spMk id="5" creationId="{00000000-0000-0000-0000-000000000000}"/>
            </ac:spMkLst>
          </pc:spChg>
        </pc:sldLayoutChg>
      </pc:sldMasterChg>
    </pc:docChg>
  </pc:docChgLst>
  <pc:docChgLst>
    <pc:chgData name="Bara Hamadeh" userId="S::b_hamadeh@asu.edu.jo::ba91a99f-f3ba-46e6-ad5d-582794b375a9" providerId="AD" clId="Web-{57964F9B-ADAB-DE80-1E7A-B2115F0B0F5C}"/>
    <pc:docChg chg="modSld">
      <pc:chgData name="Bara Hamadeh" userId="S::b_hamadeh@asu.edu.jo::ba91a99f-f3ba-46e6-ad5d-582794b375a9" providerId="AD" clId="Web-{57964F9B-ADAB-DE80-1E7A-B2115F0B0F5C}" dt="2024-02-25T22:54:10.816" v="2" actId="20577"/>
      <pc:docMkLst>
        <pc:docMk/>
      </pc:docMkLst>
      <pc:sldChg chg="modSp">
        <pc:chgData name="Bara Hamadeh" userId="S::b_hamadeh@asu.edu.jo::ba91a99f-f3ba-46e6-ad5d-582794b375a9" providerId="AD" clId="Web-{57964F9B-ADAB-DE80-1E7A-B2115F0B0F5C}" dt="2024-02-25T22:54:10.816" v="2" actId="20577"/>
        <pc:sldMkLst>
          <pc:docMk/>
          <pc:sldMk cId="98556299" sldId="256"/>
        </pc:sldMkLst>
        <pc:spChg chg="mod">
          <ac:chgData name="Bara Hamadeh" userId="S::b_hamadeh@asu.edu.jo::ba91a99f-f3ba-46e6-ad5d-582794b375a9" providerId="AD" clId="Web-{57964F9B-ADAB-DE80-1E7A-B2115F0B0F5C}" dt="2024-02-25T22:54:10.816" v="2" actId="20577"/>
          <ac:spMkLst>
            <pc:docMk/>
            <pc:sldMk cId="98556299" sldId="256"/>
            <ac:spMk id="2" creationId="{0E3426FD-D193-2F6D-1700-2CC522B16D18}"/>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85B87DE-9E73-458A-8E46-5005C259709B}" type="datetimeFigureOut">
              <a:rPr lang="en-US" smtClean="0"/>
              <a:t>2/25/2024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D5C0B3B-8708-4C1B-BF63-D2C17A953311}" type="slidenum">
              <a:rPr lang="en-US" smtClean="0"/>
              <a:t>‹#›</a:t>
            </a:fld>
            <a:endParaRPr lang="en-US"/>
          </a:p>
        </p:txBody>
      </p:sp>
    </p:spTree>
    <p:extLst>
      <p:ext uri="{BB962C8B-B14F-4D97-AF65-F5344CB8AC3E}">
        <p14:creationId xmlns:p14="http://schemas.microsoft.com/office/powerpoint/2010/main" val="33823561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 y="6334316"/>
            <a:ext cx="12192000"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1"/>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F26318AE-C515-4BD9-A2E8-A5AEC6EE251E}" type="datetime1">
              <a:rPr lang="en-US" smtClean="0"/>
              <a:t>2/25/2024</a:t>
            </a:fld>
            <a:endParaRPr lang="en-US"/>
          </a:p>
        </p:txBody>
      </p:sp>
      <p:sp>
        <p:nvSpPr>
          <p:cNvPr id="5" name="Footer Placeholder 4"/>
          <p:cNvSpPr>
            <a:spLocks noGrp="1"/>
          </p:cNvSpPr>
          <p:nvPr>
            <p:ph type="ftr" sz="quarter" idx="11"/>
          </p:nvPr>
        </p:nvSpPr>
        <p:spPr/>
        <p:txBody>
          <a:bodyPr/>
          <a:lstStyle/>
          <a:p>
            <a:r>
              <a:rPr lang="en-US"/>
              <a:t>Edited and Reviewed By: I. Bara' Qadomi &amp; I. Bara' Hamadah (FIT, Applied Science Private University)</a:t>
            </a:r>
          </a:p>
        </p:txBody>
      </p:sp>
      <p:sp>
        <p:nvSpPr>
          <p:cNvPr id="6" name="Slide Number Placeholder 5"/>
          <p:cNvSpPr>
            <a:spLocks noGrp="1"/>
          </p:cNvSpPr>
          <p:nvPr>
            <p:ph type="sldNum" sz="quarter" idx="12"/>
          </p:nvPr>
        </p:nvSpPr>
        <p:spPr/>
        <p:txBody>
          <a:bodyPr/>
          <a:lstStyle/>
          <a:p>
            <a:fld id="{CC396071-E751-40D2-A926-BDB6331B5672}"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36942225"/>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C03A19A-0028-474F-B81B-20C365900322}" type="datetime1">
              <a:rPr lang="en-US" smtClean="0"/>
              <a:t>2/25/2024</a:t>
            </a:fld>
            <a:endParaRPr lang="en-US"/>
          </a:p>
        </p:txBody>
      </p:sp>
      <p:sp>
        <p:nvSpPr>
          <p:cNvPr id="5" name="Footer Placeholder 4"/>
          <p:cNvSpPr>
            <a:spLocks noGrp="1"/>
          </p:cNvSpPr>
          <p:nvPr>
            <p:ph type="ftr" sz="quarter" idx="11"/>
          </p:nvPr>
        </p:nvSpPr>
        <p:spPr/>
        <p:txBody>
          <a:bodyPr/>
          <a:lstStyle/>
          <a:p>
            <a:r>
              <a:rPr lang="en-US"/>
              <a:t>Edited and Reviewed By: I. Bara' Qadomi &amp; I. Bara' Hamadah (FIT, Applied Science Private University)</a:t>
            </a:r>
          </a:p>
        </p:txBody>
      </p:sp>
      <p:sp>
        <p:nvSpPr>
          <p:cNvPr id="6" name="Slide Number Placeholder 5"/>
          <p:cNvSpPr>
            <a:spLocks noGrp="1"/>
          </p:cNvSpPr>
          <p:nvPr>
            <p:ph type="sldNum" sz="quarter" idx="12"/>
          </p:nvPr>
        </p:nvSpPr>
        <p:spPr/>
        <p:txBody>
          <a:bodyPr/>
          <a:lstStyle/>
          <a:p>
            <a:fld id="{CC396071-E751-40D2-A926-BDB6331B5672}" type="slidenum">
              <a:rPr lang="en-US" smtClean="0"/>
              <a:t>‹#›</a:t>
            </a:fld>
            <a:endParaRPr lang="en-US"/>
          </a:p>
        </p:txBody>
      </p:sp>
    </p:spTree>
    <p:extLst>
      <p:ext uri="{BB962C8B-B14F-4D97-AF65-F5344CB8AC3E}">
        <p14:creationId xmlns:p14="http://schemas.microsoft.com/office/powerpoint/2010/main" val="543625086"/>
      </p:ext>
    </p:extLst>
  </p:cSld>
  <p:clrMapOvr>
    <a:masterClrMapping/>
  </p:clrMapOvr>
  <p:hf sldNum="0" hd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31552A3-BB60-4170-A4E3-5FE96D68541A}" type="datetime1">
              <a:rPr lang="en-US" smtClean="0"/>
              <a:t>2/25/2024</a:t>
            </a:fld>
            <a:endParaRPr lang="en-US"/>
          </a:p>
        </p:txBody>
      </p:sp>
      <p:sp>
        <p:nvSpPr>
          <p:cNvPr id="5" name="Footer Placeholder 4"/>
          <p:cNvSpPr>
            <a:spLocks noGrp="1"/>
          </p:cNvSpPr>
          <p:nvPr>
            <p:ph type="ftr" sz="quarter" idx="11"/>
          </p:nvPr>
        </p:nvSpPr>
        <p:spPr/>
        <p:txBody>
          <a:bodyPr/>
          <a:lstStyle/>
          <a:p>
            <a:r>
              <a:rPr lang="en-US"/>
              <a:t>Edited and Reviewed By: I. Bara' Qadomi &amp; I. Bara' Hamadah (FIT, Applied Science Private University)</a:t>
            </a:r>
          </a:p>
        </p:txBody>
      </p:sp>
      <p:sp>
        <p:nvSpPr>
          <p:cNvPr id="6" name="Slide Number Placeholder 5"/>
          <p:cNvSpPr>
            <a:spLocks noGrp="1"/>
          </p:cNvSpPr>
          <p:nvPr>
            <p:ph type="sldNum" sz="quarter" idx="12"/>
          </p:nvPr>
        </p:nvSpPr>
        <p:spPr/>
        <p:txBody>
          <a:bodyPr/>
          <a:lstStyle/>
          <a:p>
            <a:fld id="{CC396071-E751-40D2-A926-BDB6331B5672}"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95053800"/>
      </p:ext>
    </p:extLst>
  </p:cSld>
  <p:clrMapOvr>
    <a:masterClrMapping/>
  </p:clrMapOvr>
  <p:hf sldNum="0" hd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80" y="1845734"/>
            <a:ext cx="4937760" cy="402335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9D4420A-7CFC-4F76-B545-8C864EB2651C}" type="datetime1">
              <a:rPr lang="en-US" smtClean="0"/>
              <a:t>2/25/2024</a:t>
            </a:fld>
            <a:endParaRPr lang="en-US"/>
          </a:p>
        </p:txBody>
      </p:sp>
      <p:sp>
        <p:nvSpPr>
          <p:cNvPr id="6" name="Footer Placeholder 5"/>
          <p:cNvSpPr>
            <a:spLocks noGrp="1"/>
          </p:cNvSpPr>
          <p:nvPr>
            <p:ph type="ftr" sz="quarter" idx="11"/>
          </p:nvPr>
        </p:nvSpPr>
        <p:spPr/>
        <p:txBody>
          <a:bodyPr/>
          <a:lstStyle/>
          <a:p>
            <a:r>
              <a:rPr lang="en-US"/>
              <a:t>Edited and Reviewed By: I. Bara' Qadomi &amp; I. Bara' Hamadah (FIT, Applied Science Private University)</a:t>
            </a:r>
          </a:p>
        </p:txBody>
      </p:sp>
      <p:sp>
        <p:nvSpPr>
          <p:cNvPr id="7" name="Slide Number Placeholder 6"/>
          <p:cNvSpPr>
            <a:spLocks noGrp="1"/>
          </p:cNvSpPr>
          <p:nvPr>
            <p:ph type="sldNum" sz="quarter" idx="12"/>
          </p:nvPr>
        </p:nvSpPr>
        <p:spPr/>
        <p:txBody>
          <a:bodyPr/>
          <a:lstStyle/>
          <a:p>
            <a:fld id="{CC396071-E751-40D2-A926-BDB6331B5672}" type="slidenum">
              <a:rPr lang="en-US" smtClean="0"/>
              <a:t>‹#›</a:t>
            </a:fld>
            <a:endParaRPr lang="en-US"/>
          </a:p>
        </p:txBody>
      </p:sp>
    </p:spTree>
    <p:extLst>
      <p:ext uri="{BB962C8B-B14F-4D97-AF65-F5344CB8AC3E}">
        <p14:creationId xmlns:p14="http://schemas.microsoft.com/office/powerpoint/2010/main" val="1555795183"/>
      </p:ext>
    </p:extLst>
  </p:cSld>
  <p:clrMapOvr>
    <a:masterClrMapping/>
  </p:clrMapOvr>
  <p:hf sldNum="0" hd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5"/>
            <a:ext cx="4937760" cy="32867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2867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DF2A7BF-3697-47C6-A2B2-E172D3FFCE4C}" type="datetime1">
              <a:rPr lang="en-US" smtClean="0"/>
              <a:t>2/25/2024</a:t>
            </a:fld>
            <a:endParaRPr lang="en-US"/>
          </a:p>
        </p:txBody>
      </p:sp>
      <p:sp>
        <p:nvSpPr>
          <p:cNvPr id="8" name="Footer Placeholder 7"/>
          <p:cNvSpPr>
            <a:spLocks noGrp="1"/>
          </p:cNvSpPr>
          <p:nvPr>
            <p:ph type="ftr" sz="quarter" idx="11"/>
          </p:nvPr>
        </p:nvSpPr>
        <p:spPr/>
        <p:txBody>
          <a:bodyPr/>
          <a:lstStyle/>
          <a:p>
            <a:r>
              <a:rPr lang="en-US"/>
              <a:t>Edited and Reviewed By: I. Bara' Qadomi &amp; I. Bara' Hamadah (FIT, Applied Science Private University)</a:t>
            </a:r>
          </a:p>
        </p:txBody>
      </p:sp>
      <p:sp>
        <p:nvSpPr>
          <p:cNvPr id="9" name="Slide Number Placeholder 8"/>
          <p:cNvSpPr>
            <a:spLocks noGrp="1"/>
          </p:cNvSpPr>
          <p:nvPr>
            <p:ph type="sldNum" sz="quarter" idx="12"/>
          </p:nvPr>
        </p:nvSpPr>
        <p:spPr/>
        <p:txBody>
          <a:bodyPr/>
          <a:lstStyle/>
          <a:p>
            <a:fld id="{CC396071-E751-40D2-A926-BDB6331B5672}" type="slidenum">
              <a:rPr lang="en-US" smtClean="0"/>
              <a:t>‹#›</a:t>
            </a:fld>
            <a:endParaRPr lang="en-US"/>
          </a:p>
        </p:txBody>
      </p:sp>
    </p:spTree>
    <p:extLst>
      <p:ext uri="{BB962C8B-B14F-4D97-AF65-F5344CB8AC3E}">
        <p14:creationId xmlns:p14="http://schemas.microsoft.com/office/powerpoint/2010/main" val="3154714844"/>
      </p:ext>
    </p:extLst>
  </p:cSld>
  <p:clrMapOvr>
    <a:masterClrMapping/>
  </p:clrMapOvr>
  <p:hf sldNum="0" hd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B03EE4F-65D1-4ECA-8D99-F72B303B45A7}" type="datetime1">
              <a:rPr lang="en-US" smtClean="0"/>
              <a:t>2/25/2024</a:t>
            </a:fld>
            <a:endParaRPr lang="en-US"/>
          </a:p>
        </p:txBody>
      </p:sp>
      <p:sp>
        <p:nvSpPr>
          <p:cNvPr id="4" name="Footer Placeholder 3"/>
          <p:cNvSpPr>
            <a:spLocks noGrp="1"/>
          </p:cNvSpPr>
          <p:nvPr>
            <p:ph type="ftr" sz="quarter" idx="11"/>
          </p:nvPr>
        </p:nvSpPr>
        <p:spPr/>
        <p:txBody>
          <a:bodyPr/>
          <a:lstStyle/>
          <a:p>
            <a:r>
              <a:rPr lang="en-US"/>
              <a:t>Edited and Reviewed By: I. Bara' Qadomi &amp; I. Bara' Hamadah (FIT, Applied Science Private University)</a:t>
            </a:r>
          </a:p>
        </p:txBody>
      </p:sp>
      <p:sp>
        <p:nvSpPr>
          <p:cNvPr id="5" name="Slide Number Placeholder 4"/>
          <p:cNvSpPr>
            <a:spLocks noGrp="1"/>
          </p:cNvSpPr>
          <p:nvPr>
            <p:ph type="sldNum" sz="quarter" idx="12"/>
          </p:nvPr>
        </p:nvSpPr>
        <p:spPr/>
        <p:txBody>
          <a:bodyPr/>
          <a:lstStyle/>
          <a:p>
            <a:fld id="{CC396071-E751-40D2-A926-BDB6331B5672}" type="slidenum">
              <a:rPr lang="en-US" smtClean="0"/>
              <a:t>‹#›</a:t>
            </a:fld>
            <a:endParaRPr lang="en-US"/>
          </a:p>
        </p:txBody>
      </p:sp>
    </p:spTree>
    <p:extLst>
      <p:ext uri="{BB962C8B-B14F-4D97-AF65-F5344CB8AC3E}">
        <p14:creationId xmlns:p14="http://schemas.microsoft.com/office/powerpoint/2010/main" val="1943265441"/>
      </p:ext>
    </p:extLst>
  </p:cSld>
  <p:clrMapOvr>
    <a:masterClrMapping/>
  </p:clrMapOvr>
  <p:hf sldNum="0" hdr="0" dt="0"/>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BF8E5A5B-E81D-4D37-B840-E1AF5F292CB0}" type="datetime1">
              <a:rPr lang="en-US" smtClean="0"/>
              <a:t>2/25/2024</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r>
              <a:rPr lang="en-US"/>
              <a:t>Edited and Reviewed By: I. Bara' Qadomi &amp; I. Bara' Hamadah (FIT, Applied Science Private University)</a:t>
            </a:r>
          </a:p>
        </p:txBody>
      </p:sp>
      <p:sp>
        <p:nvSpPr>
          <p:cNvPr id="9" name="Slide Number Placeholder 8"/>
          <p:cNvSpPr>
            <a:spLocks noGrp="1"/>
          </p:cNvSpPr>
          <p:nvPr>
            <p:ph type="sldNum" sz="quarter" idx="12"/>
          </p:nvPr>
        </p:nvSpPr>
        <p:spPr/>
        <p:txBody>
          <a:bodyPr/>
          <a:lstStyle/>
          <a:p>
            <a:fld id="{CC396071-E751-40D2-A926-BDB6331B5672}" type="slidenum">
              <a:rPr lang="en-US" smtClean="0"/>
              <a:t>‹#›</a:t>
            </a:fld>
            <a:endParaRPr lang="en-US"/>
          </a:p>
        </p:txBody>
      </p:sp>
    </p:spTree>
    <p:extLst>
      <p:ext uri="{BB962C8B-B14F-4D97-AF65-F5344CB8AC3E}">
        <p14:creationId xmlns:p14="http://schemas.microsoft.com/office/powerpoint/2010/main" val="1103728720"/>
      </p:ext>
    </p:extLst>
  </p:cSld>
  <p:clrMapOvr>
    <a:masterClrMapping/>
  </p:clrMapOvr>
  <p:hf sldNum="0" hdr="0" dt="0"/>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C300D0B5-FE84-4809-9E1B-FD52FA4A163B}" type="datetime1">
              <a:rPr lang="en-US" smtClean="0"/>
              <a:t>2/25/2024</a:t>
            </a:fld>
            <a:endParaRPr 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r>
              <a:rPr lang="en-US"/>
              <a:t>Edited and Reviewed By: I. Bara' Qadomi &amp; I. Bara' Hamadah (FIT, Applied Science Private University)</a:t>
            </a:r>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CC396071-E751-40D2-A926-BDB6331B5672}" type="slidenum">
              <a:rPr lang="en-US" smtClean="0"/>
              <a:t>‹#›</a:t>
            </a:fld>
            <a:endParaRPr lang="en-US"/>
          </a:p>
        </p:txBody>
      </p:sp>
    </p:spTree>
    <p:extLst>
      <p:ext uri="{BB962C8B-B14F-4D97-AF65-F5344CB8AC3E}">
        <p14:creationId xmlns:p14="http://schemas.microsoft.com/office/powerpoint/2010/main" val="3199667561"/>
      </p:ext>
    </p:extLst>
  </p:cSld>
  <p:clrMapOvr>
    <a:masterClrMapping/>
  </p:clrMapOvr>
  <p:hf sldNum="0" hdr="0" dt="0"/>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645" cy="822960"/>
          </a:xfrm>
        </p:spPr>
        <p:txBody>
          <a:bodyPr tIns="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solidFill>
            <a:schemeClr val="bg2">
              <a:lumMod val="90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4"/>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0315195-40ED-4663-B36A-634BED8E0447}" type="datetime1">
              <a:rPr lang="en-US" smtClean="0"/>
              <a:t>2/25/2024</a:t>
            </a:fld>
            <a:endParaRPr lang="en-US"/>
          </a:p>
        </p:txBody>
      </p:sp>
      <p:sp>
        <p:nvSpPr>
          <p:cNvPr id="6" name="Footer Placeholder 5"/>
          <p:cNvSpPr>
            <a:spLocks noGrp="1"/>
          </p:cNvSpPr>
          <p:nvPr>
            <p:ph type="ftr" sz="quarter" idx="11"/>
          </p:nvPr>
        </p:nvSpPr>
        <p:spPr/>
        <p:txBody>
          <a:bodyPr/>
          <a:lstStyle/>
          <a:p>
            <a:r>
              <a:rPr lang="en-US"/>
              <a:t>Edited and Reviewed By: I. Bara' Qadomi &amp; I. Bara' Hamadah (FIT, Applied Science Private University)</a:t>
            </a:r>
          </a:p>
        </p:txBody>
      </p:sp>
      <p:sp>
        <p:nvSpPr>
          <p:cNvPr id="7" name="Slide Number Placeholder 6"/>
          <p:cNvSpPr>
            <a:spLocks noGrp="1"/>
          </p:cNvSpPr>
          <p:nvPr>
            <p:ph type="sldNum" sz="quarter" idx="12"/>
          </p:nvPr>
        </p:nvSpPr>
        <p:spPr/>
        <p:txBody>
          <a:bodyPr/>
          <a:lstStyle/>
          <a:p>
            <a:fld id="{CC396071-E751-40D2-A926-BDB6331B5672}" type="slidenum">
              <a:rPr lang="en-US" smtClean="0"/>
              <a:t>‹#›</a:t>
            </a:fld>
            <a:endParaRPr lang="en-US"/>
          </a:p>
        </p:txBody>
      </p:sp>
    </p:spTree>
    <p:extLst>
      <p:ext uri="{BB962C8B-B14F-4D97-AF65-F5344CB8AC3E}">
        <p14:creationId xmlns:p14="http://schemas.microsoft.com/office/powerpoint/2010/main" val="1593807278"/>
      </p:ext>
    </p:extLst>
  </p:cSld>
  <p:clrMapOvr>
    <a:masterClrMapping/>
  </p:clrMapOvr>
  <p:hf sldNum="0" hd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1641374-E292-4590-A31B-44B86EF3C9EE}" type="datetime1">
              <a:rPr lang="en-US" smtClean="0"/>
              <a:t>2/25/2024</a:t>
            </a:fld>
            <a:endParaRPr lang="en-US"/>
          </a:p>
        </p:txBody>
      </p:sp>
      <p:sp>
        <p:nvSpPr>
          <p:cNvPr id="5" name="Footer Placeholder 4"/>
          <p:cNvSpPr>
            <a:spLocks noGrp="1"/>
          </p:cNvSpPr>
          <p:nvPr>
            <p:ph type="ftr" sz="quarter" idx="11"/>
          </p:nvPr>
        </p:nvSpPr>
        <p:spPr/>
        <p:txBody>
          <a:bodyPr/>
          <a:lstStyle/>
          <a:p>
            <a:r>
              <a:rPr lang="en-US"/>
              <a:t>Edited and Reviewed By: I. Bara' Qadomi &amp; I. Bara' Hamadah (FIT, Applied Science Private University)</a:t>
            </a:r>
          </a:p>
        </p:txBody>
      </p:sp>
      <p:sp>
        <p:nvSpPr>
          <p:cNvPr id="6" name="Slide Number Placeholder 5"/>
          <p:cNvSpPr>
            <a:spLocks noGrp="1"/>
          </p:cNvSpPr>
          <p:nvPr>
            <p:ph type="sldNum" sz="quarter" idx="12"/>
          </p:nvPr>
        </p:nvSpPr>
        <p:spPr/>
        <p:txBody>
          <a:bodyPr/>
          <a:lstStyle/>
          <a:p>
            <a:fld id="{CC396071-E751-40D2-A926-BDB6331B5672}" type="slidenum">
              <a:rPr lang="en-US" smtClean="0"/>
              <a:t>‹#›</a:t>
            </a:fld>
            <a:endParaRPr lang="en-US"/>
          </a:p>
        </p:txBody>
      </p:sp>
    </p:spTree>
    <p:extLst>
      <p:ext uri="{BB962C8B-B14F-4D97-AF65-F5344CB8AC3E}">
        <p14:creationId xmlns:p14="http://schemas.microsoft.com/office/powerpoint/2010/main" val="4052592978"/>
      </p:ext>
    </p:extLst>
  </p:cSld>
  <p:clrMapOvr>
    <a:masterClrMapping/>
  </p:clrMapOvr>
  <p:hf sldNum="0" hdr="0" dt="0"/>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2302"/>
            <a:ext cx="2628900" cy="575989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2302"/>
            <a:ext cx="7734300" cy="5759898"/>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5B11762-A426-4899-A1E8-E4CD201E4EA5}" type="datetime1">
              <a:rPr lang="en-US" smtClean="0"/>
              <a:t>2/25/2024</a:t>
            </a:fld>
            <a:endParaRPr lang="en-US"/>
          </a:p>
        </p:txBody>
      </p:sp>
      <p:sp>
        <p:nvSpPr>
          <p:cNvPr id="5" name="Footer Placeholder 4"/>
          <p:cNvSpPr>
            <a:spLocks noGrp="1"/>
          </p:cNvSpPr>
          <p:nvPr>
            <p:ph type="ftr" sz="quarter" idx="11"/>
          </p:nvPr>
        </p:nvSpPr>
        <p:spPr/>
        <p:txBody>
          <a:bodyPr/>
          <a:lstStyle/>
          <a:p>
            <a:r>
              <a:rPr lang="en-US"/>
              <a:t>Edited and Reviewed By: I. Bara' Qadomi &amp; I. Bara' Hamadah (FIT, Applied Science Private University)</a:t>
            </a:r>
          </a:p>
        </p:txBody>
      </p:sp>
      <p:sp>
        <p:nvSpPr>
          <p:cNvPr id="6" name="Slide Number Placeholder 5"/>
          <p:cNvSpPr>
            <a:spLocks noGrp="1"/>
          </p:cNvSpPr>
          <p:nvPr>
            <p:ph type="sldNum" sz="quarter" idx="12"/>
          </p:nvPr>
        </p:nvSpPr>
        <p:spPr/>
        <p:txBody>
          <a:bodyPr/>
          <a:lstStyle/>
          <a:p>
            <a:fld id="{CC396071-E751-40D2-A926-BDB6331B5672}" type="slidenum">
              <a:rPr lang="en-US" smtClean="0"/>
              <a:t>‹#›</a:t>
            </a:fld>
            <a:endParaRPr lang="en-US"/>
          </a:p>
        </p:txBody>
      </p:sp>
    </p:spTree>
    <p:extLst>
      <p:ext uri="{BB962C8B-B14F-4D97-AF65-F5344CB8AC3E}">
        <p14:creationId xmlns:p14="http://schemas.microsoft.com/office/powerpoint/2010/main" val="2606264647"/>
      </p:ext>
    </p:extLst>
  </p:cSld>
  <p:clrMapOvr>
    <a:masterClrMapping/>
  </p:clrMapOvr>
  <p:hf sldNum="0" hd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348791" y="286603"/>
            <a:ext cx="11481847"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348791" y="1845734"/>
            <a:ext cx="11481847" cy="4023360"/>
          </a:xfrm>
          <a:prstGeom prst="rect">
            <a:avLst/>
          </a:prstGeom>
        </p:spPr>
        <p:txBody>
          <a:bodyPr vert="horz" lIns="0" tIns="45720" rIns="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348792" y="6459785"/>
            <a:ext cx="2422688" cy="365125"/>
          </a:xfrm>
          <a:prstGeom prst="rect">
            <a:avLst/>
          </a:prstGeom>
        </p:spPr>
        <p:txBody>
          <a:bodyPr vert="horz" lIns="91440" tIns="45720" rIns="91440" bIns="45720" rtlCol="0" anchor="ctr"/>
          <a:lstStyle>
            <a:lvl1pPr algn="l">
              <a:defRPr sz="900">
                <a:solidFill>
                  <a:srgbClr val="FFFFFF"/>
                </a:solidFill>
              </a:defRPr>
            </a:lvl1pPr>
          </a:lstStyle>
          <a:p>
            <a:fld id="{3C76807C-AC67-4B5C-A8DB-AD6C08ED2446}" type="datetime1">
              <a:rPr lang="en-US" smtClean="0"/>
              <a:t>2/25/2024</a:t>
            </a:fld>
            <a:endParaRPr lang="en-US" dirty="0"/>
          </a:p>
        </p:txBody>
      </p:sp>
      <p:sp>
        <p:nvSpPr>
          <p:cNvPr id="5" name="Footer Placeholder 4"/>
          <p:cNvSpPr>
            <a:spLocks noGrp="1"/>
          </p:cNvSpPr>
          <p:nvPr>
            <p:ph type="ftr" sz="quarter" idx="3"/>
          </p:nvPr>
        </p:nvSpPr>
        <p:spPr>
          <a:xfrm>
            <a:off x="2846895" y="6459785"/>
            <a:ext cx="6966408" cy="365125"/>
          </a:xfrm>
          <a:prstGeom prst="rect">
            <a:avLst/>
          </a:prstGeom>
        </p:spPr>
        <p:txBody>
          <a:bodyPr vert="horz" lIns="91440" tIns="45720" rIns="91440" bIns="45720" rtlCol="0" anchor="ctr"/>
          <a:lstStyle>
            <a:lvl1pPr algn="ctr">
              <a:defRPr sz="900" cap="all" baseline="0">
                <a:solidFill>
                  <a:srgbClr val="FFFFFF"/>
                </a:solidFill>
              </a:defRPr>
            </a:lvl1pPr>
          </a:lstStyle>
          <a:p>
            <a:r>
              <a:rPr lang="en-US"/>
              <a:t>Edited and Reviewed By: I. Bara' Qadomi &amp; I. Bara' Hamadah (FIT, Applied Science Private University)</a:t>
            </a:r>
            <a:endParaRPr lang="en-US" dirty="0"/>
          </a:p>
        </p:txBody>
      </p:sp>
      <p:sp>
        <p:nvSpPr>
          <p:cNvPr id="6" name="Slide Number Placeholder 5"/>
          <p:cNvSpPr>
            <a:spLocks noGrp="1"/>
          </p:cNvSpPr>
          <p:nvPr>
            <p:ph type="sldNum" sz="quarter" idx="4"/>
          </p:nvPr>
        </p:nvSpPr>
        <p:spPr>
          <a:xfrm>
            <a:off x="9900458" y="6459785"/>
            <a:ext cx="1930180" cy="365125"/>
          </a:xfrm>
          <a:prstGeom prst="rect">
            <a:avLst/>
          </a:prstGeom>
        </p:spPr>
        <p:txBody>
          <a:bodyPr vert="horz" lIns="91440" tIns="45720" rIns="91440" bIns="45720" rtlCol="0" anchor="ctr"/>
          <a:lstStyle>
            <a:lvl1pPr algn="r">
              <a:defRPr sz="1050">
                <a:solidFill>
                  <a:srgbClr val="FFFFFF"/>
                </a:solidFill>
              </a:defRPr>
            </a:lvl1pPr>
          </a:lstStyle>
          <a:p>
            <a:fld id="{CC396071-E751-40D2-A926-BDB6331B5672}" type="slidenum">
              <a:rPr lang="en-US" smtClean="0"/>
              <a:t>‹#›</a:t>
            </a:fld>
            <a:endParaRPr lang="en-US"/>
          </a:p>
        </p:txBody>
      </p:sp>
      <p:cxnSp>
        <p:nvCxnSpPr>
          <p:cNvPr id="10" name="Straight Connector 9"/>
          <p:cNvCxnSpPr>
            <a:cxnSpLocks/>
          </p:cNvCxnSpPr>
          <p:nvPr/>
        </p:nvCxnSpPr>
        <p:spPr>
          <a:xfrm flipV="1">
            <a:off x="348791" y="1737360"/>
            <a:ext cx="11481847" cy="485"/>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19295273"/>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sldNum="0" hdr="0" dt="0"/>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180000" indent="-360000" algn="l" defTabSz="914400" rtl="0" eaLnBrk="1" latinLnBrk="0" hangingPunct="1">
        <a:lnSpc>
          <a:spcPct val="100000"/>
        </a:lnSpc>
        <a:spcBef>
          <a:spcPts val="1200"/>
        </a:spcBef>
        <a:spcAft>
          <a:spcPts val="200"/>
        </a:spcAft>
        <a:buClr>
          <a:schemeClr val="accent1"/>
        </a:buClr>
        <a:buSzPct val="100000"/>
        <a:buFont typeface="Wingdings" panose="05000000000000000000" pitchFamily="2" charset="2"/>
        <a:buChar char="§"/>
        <a:defRPr sz="2400" kern="1200">
          <a:solidFill>
            <a:schemeClr val="tx1">
              <a:lumMod val="75000"/>
              <a:lumOff val="25000"/>
            </a:schemeClr>
          </a:solidFill>
          <a:latin typeface="+mn-lt"/>
          <a:ea typeface="+mn-ea"/>
          <a:cs typeface="+mn-cs"/>
        </a:defRPr>
      </a:lvl1pPr>
      <a:lvl2pPr marL="720000" indent="-360000" algn="l" defTabSz="914400" rtl="0" eaLnBrk="1" latinLnBrk="0" hangingPunct="1">
        <a:lnSpc>
          <a:spcPct val="100000"/>
        </a:lnSpc>
        <a:spcBef>
          <a:spcPts val="200"/>
        </a:spcBef>
        <a:spcAft>
          <a:spcPts val="400"/>
        </a:spcAft>
        <a:buClr>
          <a:schemeClr val="accent1"/>
        </a:buClr>
        <a:buFont typeface="Arial" panose="020B0604020202020204" pitchFamily="34" charset="0"/>
        <a:buChar char="•"/>
        <a:defRPr sz="2200" kern="1200">
          <a:solidFill>
            <a:schemeClr val="tx1">
              <a:lumMod val="75000"/>
              <a:lumOff val="25000"/>
            </a:schemeClr>
          </a:solidFill>
          <a:latin typeface="+mn-lt"/>
          <a:ea typeface="+mn-ea"/>
          <a:cs typeface="+mn-cs"/>
        </a:defRPr>
      </a:lvl2pPr>
      <a:lvl3pPr marL="1080000" indent="-360000" algn="l" defTabSz="914400" rtl="0" eaLnBrk="1" latinLnBrk="0" hangingPunct="1">
        <a:lnSpc>
          <a:spcPct val="100000"/>
        </a:lnSpc>
        <a:spcBef>
          <a:spcPts val="200"/>
        </a:spcBef>
        <a:spcAft>
          <a:spcPts val="400"/>
        </a:spcAft>
        <a:buClr>
          <a:schemeClr val="accent1"/>
        </a:buClr>
        <a:buFont typeface="Calibri" pitchFamily="34" charset="0"/>
        <a:buChar char="◦"/>
        <a:defRPr sz="20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2.wmf"/><Relationship Id="rId2" Type="http://schemas.openxmlformats.org/officeDocument/2006/relationships/oleObject" Target="../embeddings/oleObject1.bin"/><Relationship Id="rId1" Type="http://schemas.openxmlformats.org/officeDocument/2006/relationships/slideLayout" Target="../slideLayouts/slideLayout2.xml"/><Relationship Id="rId5" Type="http://schemas.openxmlformats.org/officeDocument/2006/relationships/image" Target="../media/image13.wmf"/><Relationship Id="rId4" Type="http://schemas.openxmlformats.org/officeDocument/2006/relationships/oleObject" Target="../embeddings/oleObject2.bin"/></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oleObject" Target="../embeddings/oleObject3.bin"/><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3426FD-D193-2F6D-1700-2CC522B16D18}"/>
              </a:ext>
            </a:extLst>
          </p:cNvPr>
          <p:cNvSpPr>
            <a:spLocks noGrp="1"/>
          </p:cNvSpPr>
          <p:nvPr>
            <p:ph type="ctrTitle"/>
          </p:nvPr>
        </p:nvSpPr>
        <p:spPr>
          <a:xfrm>
            <a:off x="1097280" y="758952"/>
            <a:ext cx="10058400" cy="3566160"/>
          </a:xfrm>
        </p:spPr>
        <p:txBody>
          <a:bodyPr/>
          <a:lstStyle/>
          <a:p>
            <a:r>
              <a:rPr lang="en-GB" altLang="ar-SA" dirty="0">
                <a:cs typeface="Arial"/>
              </a:rPr>
              <a:t>Fundamental Programming in JAVA</a:t>
            </a:r>
            <a:endParaRPr lang="en-US" dirty="0">
              <a:cs typeface="Arial"/>
            </a:endParaRPr>
          </a:p>
        </p:txBody>
      </p:sp>
      <p:sp>
        <p:nvSpPr>
          <p:cNvPr id="3" name="Subtitle 2">
            <a:extLst>
              <a:ext uri="{FF2B5EF4-FFF2-40B4-BE49-F238E27FC236}">
                <a16:creationId xmlns:a16="http://schemas.microsoft.com/office/drawing/2014/main" id="{F67DB7FE-4890-3792-0238-F23914BC3E4F}"/>
              </a:ext>
            </a:extLst>
          </p:cNvPr>
          <p:cNvSpPr>
            <a:spLocks noGrp="1"/>
          </p:cNvSpPr>
          <p:nvPr>
            <p:ph type="subTitle" idx="1"/>
          </p:nvPr>
        </p:nvSpPr>
        <p:spPr>
          <a:xfrm>
            <a:off x="1100051" y="4455621"/>
            <a:ext cx="10058400" cy="1143000"/>
          </a:xfrm>
        </p:spPr>
        <p:txBody>
          <a:bodyPr/>
          <a:lstStyle/>
          <a:p>
            <a:r>
              <a:rPr lang="en-US" altLang="ar-SA" sz="2400" b="1" dirty="0">
                <a:solidFill>
                  <a:srgbClr val="000000"/>
                </a:solidFill>
                <a:latin typeface="Arial" panose="020B0604020202020204" pitchFamily="34" charset="0"/>
                <a:cs typeface="Arial" panose="020B0604020202020204" pitchFamily="34" charset="0"/>
              </a:rPr>
              <a:t>Basics of Java Programming</a:t>
            </a:r>
            <a:endParaRPr lang="en-US" dirty="0"/>
          </a:p>
        </p:txBody>
      </p:sp>
    </p:spTree>
    <p:extLst>
      <p:ext uri="{BB962C8B-B14F-4D97-AF65-F5344CB8AC3E}">
        <p14:creationId xmlns:p14="http://schemas.microsoft.com/office/powerpoint/2010/main" val="9855629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7E5B45-8D88-ED12-F886-5CB527D7BEF3}"/>
              </a:ext>
            </a:extLst>
          </p:cNvPr>
          <p:cNvSpPr>
            <a:spLocks noGrp="1"/>
          </p:cNvSpPr>
          <p:nvPr>
            <p:ph type="title"/>
          </p:nvPr>
        </p:nvSpPr>
        <p:spPr>
          <a:xfrm>
            <a:off x="348791" y="286603"/>
            <a:ext cx="11481847" cy="1450757"/>
          </a:xfrm>
        </p:spPr>
        <p:txBody>
          <a:bodyPr/>
          <a:lstStyle/>
          <a:p>
            <a:r>
              <a:rPr lang="en-US" altLang="ar-SA" dirty="0"/>
              <a:t>Objectives</a:t>
            </a:r>
            <a:endParaRPr lang="en-US" dirty="0"/>
          </a:p>
        </p:txBody>
      </p:sp>
      <p:sp>
        <p:nvSpPr>
          <p:cNvPr id="3" name="Content Placeholder 2">
            <a:extLst>
              <a:ext uri="{FF2B5EF4-FFF2-40B4-BE49-F238E27FC236}">
                <a16:creationId xmlns:a16="http://schemas.microsoft.com/office/drawing/2014/main" id="{0C2E1710-1895-E34B-968E-9A6498584B1B}"/>
              </a:ext>
            </a:extLst>
          </p:cNvPr>
          <p:cNvSpPr>
            <a:spLocks noGrp="1"/>
          </p:cNvSpPr>
          <p:nvPr>
            <p:ph idx="1"/>
          </p:nvPr>
        </p:nvSpPr>
        <p:spPr>
          <a:xfrm>
            <a:off x="348791" y="1845733"/>
            <a:ext cx="11481847" cy="4498919"/>
          </a:xfrm>
        </p:spPr>
        <p:txBody>
          <a:bodyPr>
            <a:normAutofit fontScale="85000" lnSpcReduction="10000"/>
          </a:bodyPr>
          <a:lstStyle/>
          <a:p>
            <a:pPr algn="just">
              <a:spcBef>
                <a:spcPct val="40000"/>
              </a:spcBef>
              <a:buFont typeface="Wingdings" panose="05000000000000000000" pitchFamily="2" charset="2"/>
              <a:buChar char="§"/>
              <a:defRPr/>
            </a:pPr>
            <a:r>
              <a:rPr lang="en-US" sz="2400" dirty="0">
                <a:cs typeface="Arial" panose="020B0604020202020204" pitchFamily="34" charset="0"/>
              </a:rPr>
              <a:t>Describe the structure of a simple Java program.</a:t>
            </a:r>
          </a:p>
          <a:p>
            <a:pPr algn="just">
              <a:spcBef>
                <a:spcPct val="40000"/>
              </a:spcBef>
              <a:buFont typeface="Wingdings" panose="05000000000000000000" pitchFamily="2" charset="2"/>
              <a:buChar char="§"/>
              <a:defRPr/>
            </a:pPr>
            <a:r>
              <a:rPr lang="en-US" sz="2400" dirty="0">
                <a:cs typeface="Arial" panose="020B0604020202020204" pitchFamily="34" charset="0"/>
              </a:rPr>
              <a:t>Write a simple Java program. </a:t>
            </a:r>
          </a:p>
          <a:p>
            <a:pPr algn="just">
              <a:spcBef>
                <a:spcPct val="40000"/>
              </a:spcBef>
              <a:buFont typeface="Wingdings" panose="05000000000000000000" pitchFamily="2" charset="2"/>
              <a:buChar char="§"/>
              <a:defRPr/>
            </a:pPr>
            <a:r>
              <a:rPr lang="en-US" sz="2400" dirty="0">
                <a:cs typeface="Arial" panose="020B0604020202020204" pitchFamily="34" charset="0"/>
              </a:rPr>
              <a:t>Be familiar with printing outputs in Java.</a:t>
            </a:r>
          </a:p>
          <a:p>
            <a:pPr algn="just">
              <a:spcBef>
                <a:spcPct val="40000"/>
              </a:spcBef>
              <a:buFont typeface="Wingdings" panose="05000000000000000000" pitchFamily="2" charset="2"/>
              <a:buChar char="§"/>
              <a:defRPr/>
            </a:pPr>
            <a:r>
              <a:rPr lang="en-US" sz="2400" dirty="0">
                <a:cs typeface="Arial" panose="020B0604020202020204" pitchFamily="34" charset="0"/>
              </a:rPr>
              <a:t>Be aware of reserved keywords in Java.</a:t>
            </a:r>
          </a:p>
          <a:p>
            <a:pPr algn="just">
              <a:spcBef>
                <a:spcPct val="40000"/>
              </a:spcBef>
              <a:buFont typeface="Wingdings" panose="05000000000000000000" pitchFamily="2" charset="2"/>
              <a:buChar char="§"/>
              <a:defRPr/>
            </a:pPr>
            <a:r>
              <a:rPr lang="en-US" sz="2400" dirty="0">
                <a:cs typeface="Arial" panose="020B0604020202020204" pitchFamily="34" charset="0"/>
              </a:rPr>
              <a:t>Use of comments in Java programs</a:t>
            </a:r>
          </a:p>
          <a:p>
            <a:pPr algn="just">
              <a:spcBef>
                <a:spcPct val="40000"/>
              </a:spcBef>
              <a:buFont typeface="Wingdings" panose="05000000000000000000" pitchFamily="2" charset="2"/>
              <a:buChar char="§"/>
              <a:defRPr/>
            </a:pPr>
            <a:r>
              <a:rPr lang="en-US" sz="2400" dirty="0">
                <a:cs typeface="Arial" panose="020B0604020202020204" pitchFamily="34" charset="0"/>
              </a:rPr>
              <a:t>Become familiar with identifiers naming conventions in Java (e.g. variables , constants, classes , methods and packages).</a:t>
            </a:r>
          </a:p>
          <a:p>
            <a:pPr algn="just">
              <a:spcBef>
                <a:spcPct val="40000"/>
              </a:spcBef>
              <a:buFont typeface="Wingdings" panose="05000000000000000000" pitchFamily="2" charset="2"/>
              <a:buChar char="§"/>
              <a:defRPr/>
            </a:pPr>
            <a:r>
              <a:rPr lang="en-US" sz="2400" dirty="0">
                <a:cs typeface="Arial" panose="020B0604020202020204" pitchFamily="34" charset="0"/>
              </a:rPr>
              <a:t> Become familiar with primitive data types</a:t>
            </a:r>
          </a:p>
          <a:p>
            <a:pPr algn="just">
              <a:spcBef>
                <a:spcPct val="40000"/>
              </a:spcBef>
              <a:buFont typeface="Wingdings" panose="05000000000000000000" pitchFamily="2" charset="2"/>
              <a:buChar char="§"/>
              <a:defRPr/>
            </a:pPr>
            <a:r>
              <a:rPr lang="en-US" sz="2400" dirty="0">
                <a:cs typeface="Arial" panose="020B0604020202020204" pitchFamily="34" charset="0"/>
              </a:rPr>
              <a:t>To obtain input from the console using the Scanner class.</a:t>
            </a:r>
          </a:p>
          <a:p>
            <a:pPr algn="just">
              <a:spcBef>
                <a:spcPct val="40000"/>
              </a:spcBef>
              <a:buFont typeface="Wingdings" panose="05000000000000000000" pitchFamily="2" charset="2"/>
              <a:buChar char="§"/>
              <a:defRPr/>
            </a:pPr>
            <a:r>
              <a:rPr lang="en-US" sz="2400" dirty="0">
                <a:cs typeface="Arial" panose="020B0604020202020204" pitchFamily="34" charset="0"/>
              </a:rPr>
              <a:t>To read a int,,  float, double ,String ,char or Boolean  value from the keyboard</a:t>
            </a:r>
          </a:p>
          <a:p>
            <a:pPr algn="just">
              <a:spcBef>
                <a:spcPct val="40000"/>
              </a:spcBef>
              <a:buFont typeface="Wingdings" panose="05000000000000000000" pitchFamily="2" charset="2"/>
              <a:buChar char="§"/>
              <a:defRPr/>
            </a:pPr>
            <a:r>
              <a:rPr lang="en-US" sz="2400" dirty="0">
                <a:cs typeface="Arial" panose="020B0604020202020204" pitchFamily="34" charset="0"/>
              </a:rPr>
              <a:t>To cast the value of one type to another type.</a:t>
            </a:r>
          </a:p>
          <a:p>
            <a:pPr algn="just">
              <a:spcBef>
                <a:spcPct val="40000"/>
              </a:spcBef>
              <a:buFont typeface="Wingdings" panose="05000000000000000000" pitchFamily="2" charset="2"/>
              <a:buChar char="§"/>
              <a:defRPr/>
            </a:pPr>
            <a:endParaRPr lang="en-US" sz="2400" dirty="0">
              <a:cs typeface="Arial" panose="020B0604020202020204" pitchFamily="34" charset="0"/>
            </a:endParaRPr>
          </a:p>
          <a:p>
            <a:pPr algn="just">
              <a:spcBef>
                <a:spcPct val="40000"/>
              </a:spcBef>
              <a:buFont typeface="Wingdings" panose="05000000000000000000" pitchFamily="2" charset="2"/>
              <a:buChar char="§"/>
              <a:defRPr/>
            </a:pPr>
            <a:endParaRPr lang="en-US" sz="2400" dirty="0">
              <a:cs typeface="Arial" panose="020B0604020202020204" pitchFamily="34" charset="0"/>
            </a:endParaRPr>
          </a:p>
          <a:p>
            <a:pPr>
              <a:buFont typeface="Wingdings" panose="05000000000000000000" pitchFamily="2" charset="2"/>
              <a:buChar char="§"/>
            </a:pPr>
            <a:endParaRPr lang="en-US" dirty="0"/>
          </a:p>
        </p:txBody>
      </p:sp>
      <p:sp>
        <p:nvSpPr>
          <p:cNvPr id="4" name="Footer Placeholder 3">
            <a:extLst>
              <a:ext uri="{FF2B5EF4-FFF2-40B4-BE49-F238E27FC236}">
                <a16:creationId xmlns:a16="http://schemas.microsoft.com/office/drawing/2014/main" id="{8258CA88-4CE1-2FF4-DD8D-F6AFF13B654D}"/>
              </a:ext>
            </a:extLst>
          </p:cNvPr>
          <p:cNvSpPr>
            <a:spLocks noGrp="1"/>
          </p:cNvSpPr>
          <p:nvPr>
            <p:ph type="ftr" sz="quarter" idx="11"/>
          </p:nvPr>
        </p:nvSpPr>
        <p:spPr>
          <a:xfrm>
            <a:off x="2846895" y="6459785"/>
            <a:ext cx="6966408" cy="365125"/>
          </a:xfrm>
        </p:spPr>
        <p:txBody>
          <a:bodyPr/>
          <a:lstStyle/>
          <a:p>
            <a:r>
              <a:rPr lang="en-US"/>
              <a:t>Edited and Reviewed By: I. Bara' Qadomi &amp; I. Bara' Hamadah (FIT, Applied Science Private University)</a:t>
            </a:r>
          </a:p>
        </p:txBody>
      </p:sp>
    </p:spTree>
    <p:extLst>
      <p:ext uri="{BB962C8B-B14F-4D97-AF65-F5344CB8AC3E}">
        <p14:creationId xmlns:p14="http://schemas.microsoft.com/office/powerpoint/2010/main" val="763895569"/>
      </p:ext>
    </p:extLst>
  </p:cSld>
  <p:clrMapOvr>
    <a:masterClrMapping/>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7E5B45-8D88-ED12-F886-5CB527D7BEF3}"/>
              </a:ext>
            </a:extLst>
          </p:cNvPr>
          <p:cNvSpPr>
            <a:spLocks noGrp="1"/>
          </p:cNvSpPr>
          <p:nvPr>
            <p:ph type="title"/>
          </p:nvPr>
        </p:nvSpPr>
        <p:spPr>
          <a:xfrm>
            <a:off x="348791" y="286603"/>
            <a:ext cx="11481847" cy="1450757"/>
          </a:xfrm>
        </p:spPr>
        <p:txBody>
          <a:bodyPr/>
          <a:lstStyle/>
          <a:p>
            <a:r>
              <a:rPr lang="en-US" dirty="0"/>
              <a:t>Creating first java project </a:t>
            </a:r>
          </a:p>
        </p:txBody>
      </p:sp>
      <p:sp>
        <p:nvSpPr>
          <p:cNvPr id="3" name="Content Placeholder 2">
            <a:extLst>
              <a:ext uri="{FF2B5EF4-FFF2-40B4-BE49-F238E27FC236}">
                <a16:creationId xmlns:a16="http://schemas.microsoft.com/office/drawing/2014/main" id="{0C2E1710-1895-E34B-968E-9A6498584B1B}"/>
              </a:ext>
            </a:extLst>
          </p:cNvPr>
          <p:cNvSpPr>
            <a:spLocks noGrp="1"/>
          </p:cNvSpPr>
          <p:nvPr>
            <p:ph idx="1"/>
          </p:nvPr>
        </p:nvSpPr>
        <p:spPr>
          <a:xfrm>
            <a:off x="348791" y="1845734"/>
            <a:ext cx="11481847" cy="4023360"/>
          </a:xfrm>
        </p:spPr>
        <p:txBody>
          <a:bodyPr/>
          <a:lstStyle/>
          <a:p>
            <a:r>
              <a:rPr lang="en-US" altLang="en-US" dirty="0"/>
              <a:t>To create a Java project:</a:t>
            </a:r>
          </a:p>
          <a:p>
            <a:r>
              <a:rPr lang="en-US" altLang="en-US" dirty="0"/>
              <a:t>Step one:</a:t>
            </a:r>
          </a:p>
          <a:p>
            <a:pPr lvl="1"/>
            <a:r>
              <a:rPr lang="en-US" altLang="en-US" dirty="0"/>
              <a:t>Start Apache NetBeans IDE.</a:t>
            </a:r>
          </a:p>
        </p:txBody>
      </p:sp>
      <p:sp>
        <p:nvSpPr>
          <p:cNvPr id="4" name="Footer Placeholder 3">
            <a:extLst>
              <a:ext uri="{FF2B5EF4-FFF2-40B4-BE49-F238E27FC236}">
                <a16:creationId xmlns:a16="http://schemas.microsoft.com/office/drawing/2014/main" id="{66738BBB-0AA8-3DCA-D70D-202ADE3D7914}"/>
              </a:ext>
            </a:extLst>
          </p:cNvPr>
          <p:cNvSpPr>
            <a:spLocks noGrp="1"/>
          </p:cNvSpPr>
          <p:nvPr>
            <p:ph type="ftr" sz="quarter" idx="11"/>
          </p:nvPr>
        </p:nvSpPr>
        <p:spPr>
          <a:xfrm>
            <a:off x="2846895" y="6459785"/>
            <a:ext cx="6966408" cy="365125"/>
          </a:xfrm>
        </p:spPr>
        <p:txBody>
          <a:bodyPr/>
          <a:lstStyle/>
          <a:p>
            <a:r>
              <a:rPr lang="en-US"/>
              <a:t>Edited and Reviewed By: I. Bara' Qadomi &amp; I. Bara' Hamadah (FIT, Applied Science Private University)</a:t>
            </a:r>
          </a:p>
        </p:txBody>
      </p:sp>
      <p:pic>
        <p:nvPicPr>
          <p:cNvPr id="6" name="Picture 5">
            <a:extLst>
              <a:ext uri="{FF2B5EF4-FFF2-40B4-BE49-F238E27FC236}">
                <a16:creationId xmlns:a16="http://schemas.microsoft.com/office/drawing/2014/main" id="{82A950E3-384B-21A9-F759-0922A4097CF0}"/>
              </a:ext>
            </a:extLst>
          </p:cNvPr>
          <p:cNvPicPr>
            <a:picLocks noChangeAspect="1"/>
          </p:cNvPicPr>
          <p:nvPr/>
        </p:nvPicPr>
        <p:blipFill>
          <a:blip r:embed="rId2"/>
          <a:stretch>
            <a:fillRect/>
          </a:stretch>
        </p:blipFill>
        <p:spPr>
          <a:xfrm>
            <a:off x="5504759" y="2249575"/>
            <a:ext cx="5785720" cy="3567860"/>
          </a:xfrm>
          <a:prstGeom prst="rect">
            <a:avLst/>
          </a:prstGeom>
        </p:spPr>
      </p:pic>
    </p:spTree>
    <p:extLst>
      <p:ext uri="{BB962C8B-B14F-4D97-AF65-F5344CB8AC3E}">
        <p14:creationId xmlns:p14="http://schemas.microsoft.com/office/powerpoint/2010/main" val="2201219679"/>
      </p:ext>
    </p:extLst>
  </p:cSld>
  <p:clrMapOvr>
    <a:masterClrMapping/>
  </p:clrMapOvr>
  <p:transition spd="slow">
    <p:wip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7E5B45-8D88-ED12-F886-5CB527D7BEF3}"/>
              </a:ext>
            </a:extLst>
          </p:cNvPr>
          <p:cNvSpPr>
            <a:spLocks noGrp="1"/>
          </p:cNvSpPr>
          <p:nvPr>
            <p:ph type="title"/>
          </p:nvPr>
        </p:nvSpPr>
        <p:spPr>
          <a:xfrm>
            <a:off x="348791" y="286603"/>
            <a:ext cx="11481847" cy="1450757"/>
          </a:xfrm>
        </p:spPr>
        <p:txBody>
          <a:bodyPr/>
          <a:lstStyle/>
          <a:p>
            <a:r>
              <a:rPr lang="en-US" dirty="0"/>
              <a:t>Cont. creating first java project </a:t>
            </a:r>
          </a:p>
        </p:txBody>
      </p:sp>
      <p:sp>
        <p:nvSpPr>
          <p:cNvPr id="3" name="Content Placeholder 2">
            <a:extLst>
              <a:ext uri="{FF2B5EF4-FFF2-40B4-BE49-F238E27FC236}">
                <a16:creationId xmlns:a16="http://schemas.microsoft.com/office/drawing/2014/main" id="{0C2E1710-1895-E34B-968E-9A6498584B1B}"/>
              </a:ext>
            </a:extLst>
          </p:cNvPr>
          <p:cNvSpPr>
            <a:spLocks noGrp="1"/>
          </p:cNvSpPr>
          <p:nvPr>
            <p:ph idx="1"/>
          </p:nvPr>
        </p:nvSpPr>
        <p:spPr>
          <a:xfrm>
            <a:off x="348791" y="1845734"/>
            <a:ext cx="11481847" cy="4023360"/>
          </a:xfrm>
        </p:spPr>
        <p:txBody>
          <a:bodyPr/>
          <a:lstStyle/>
          <a:p>
            <a:r>
              <a:rPr lang="en-US" altLang="en-US" dirty="0"/>
              <a:t>Step two:</a:t>
            </a:r>
          </a:p>
          <a:p>
            <a:pPr lvl="1"/>
            <a:r>
              <a:rPr lang="en-US" altLang="en-US" dirty="0"/>
              <a:t>In the IDE, choose File </a:t>
            </a:r>
            <a:r>
              <a:rPr lang="en-US" altLang="en-US" dirty="0">
                <a:sym typeface="Wingdings" panose="05000000000000000000" pitchFamily="2" charset="2"/>
              </a:rPr>
              <a:t></a:t>
            </a:r>
            <a:r>
              <a:rPr lang="en-US" altLang="en-US" dirty="0"/>
              <a:t> New Project or </a:t>
            </a:r>
            <a:br>
              <a:rPr lang="en-US" altLang="en-US" dirty="0"/>
            </a:br>
            <a:r>
              <a:rPr lang="en-US" altLang="en-US" dirty="0"/>
              <a:t>(Ctrl-Shift-N), as shown in the Figure:</a:t>
            </a:r>
          </a:p>
          <a:p>
            <a:pPr lvl="1"/>
            <a:endParaRPr lang="en-US" altLang="en-US" dirty="0"/>
          </a:p>
        </p:txBody>
      </p:sp>
      <p:sp>
        <p:nvSpPr>
          <p:cNvPr id="4" name="Footer Placeholder 3">
            <a:extLst>
              <a:ext uri="{FF2B5EF4-FFF2-40B4-BE49-F238E27FC236}">
                <a16:creationId xmlns:a16="http://schemas.microsoft.com/office/drawing/2014/main" id="{66738BBB-0AA8-3DCA-D70D-202ADE3D7914}"/>
              </a:ext>
            </a:extLst>
          </p:cNvPr>
          <p:cNvSpPr>
            <a:spLocks noGrp="1"/>
          </p:cNvSpPr>
          <p:nvPr>
            <p:ph type="ftr" sz="quarter" idx="11"/>
          </p:nvPr>
        </p:nvSpPr>
        <p:spPr>
          <a:xfrm>
            <a:off x="2846895" y="6459785"/>
            <a:ext cx="6966408" cy="365125"/>
          </a:xfrm>
        </p:spPr>
        <p:txBody>
          <a:bodyPr/>
          <a:lstStyle/>
          <a:p>
            <a:r>
              <a:rPr lang="en-US"/>
              <a:t>Edited and Reviewed By: I. Bara' Qadomi &amp; I. Bara' Hamadah (FIT, Applied Science Private University)</a:t>
            </a:r>
          </a:p>
        </p:txBody>
      </p:sp>
      <p:pic>
        <p:nvPicPr>
          <p:cNvPr id="7" name="Picture 6">
            <a:extLst>
              <a:ext uri="{FF2B5EF4-FFF2-40B4-BE49-F238E27FC236}">
                <a16:creationId xmlns:a16="http://schemas.microsoft.com/office/drawing/2014/main" id="{AC71F269-F682-324D-3AA4-4A22C23AC134}"/>
              </a:ext>
            </a:extLst>
          </p:cNvPr>
          <p:cNvPicPr>
            <a:picLocks noChangeAspect="1"/>
          </p:cNvPicPr>
          <p:nvPr/>
        </p:nvPicPr>
        <p:blipFill>
          <a:blip r:embed="rId2"/>
          <a:stretch>
            <a:fillRect/>
          </a:stretch>
        </p:blipFill>
        <p:spPr>
          <a:xfrm>
            <a:off x="6728911" y="1737360"/>
            <a:ext cx="2905125" cy="4543425"/>
          </a:xfrm>
          <a:prstGeom prst="rect">
            <a:avLst/>
          </a:prstGeom>
        </p:spPr>
      </p:pic>
      <p:sp>
        <p:nvSpPr>
          <p:cNvPr id="8" name="Arrow: Right 7">
            <a:extLst>
              <a:ext uri="{FF2B5EF4-FFF2-40B4-BE49-F238E27FC236}">
                <a16:creationId xmlns:a16="http://schemas.microsoft.com/office/drawing/2014/main" id="{F70FF7B7-4DFE-4202-FE49-C3DA1C0833D1}"/>
              </a:ext>
            </a:extLst>
          </p:cNvPr>
          <p:cNvSpPr/>
          <p:nvPr/>
        </p:nvSpPr>
        <p:spPr>
          <a:xfrm>
            <a:off x="6569242" y="2052717"/>
            <a:ext cx="609600" cy="411691"/>
          </a:xfrm>
          <a:prstGeom prst="rightArrow">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Arrow: Right 8">
            <a:extLst>
              <a:ext uri="{FF2B5EF4-FFF2-40B4-BE49-F238E27FC236}">
                <a16:creationId xmlns:a16="http://schemas.microsoft.com/office/drawing/2014/main" id="{C481AAD3-F071-3FCB-3774-FD22C5D0E6E3}"/>
              </a:ext>
            </a:extLst>
          </p:cNvPr>
          <p:cNvSpPr/>
          <p:nvPr/>
        </p:nvSpPr>
        <p:spPr>
          <a:xfrm>
            <a:off x="6424111" y="1710514"/>
            <a:ext cx="609600" cy="411691"/>
          </a:xfrm>
          <a:prstGeom prst="rightArrow">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747910232"/>
      </p:ext>
    </p:extLst>
  </p:cSld>
  <p:clrMapOvr>
    <a:masterClrMapping/>
  </p:clrMapOvr>
  <p:transition spd="slow">
    <p:wip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7E5B45-8D88-ED12-F886-5CB527D7BEF3}"/>
              </a:ext>
            </a:extLst>
          </p:cNvPr>
          <p:cNvSpPr>
            <a:spLocks noGrp="1"/>
          </p:cNvSpPr>
          <p:nvPr>
            <p:ph type="title"/>
          </p:nvPr>
        </p:nvSpPr>
        <p:spPr>
          <a:xfrm>
            <a:off x="348791" y="286603"/>
            <a:ext cx="11481847" cy="1450757"/>
          </a:xfrm>
        </p:spPr>
        <p:txBody>
          <a:bodyPr/>
          <a:lstStyle/>
          <a:p>
            <a:r>
              <a:rPr lang="en-US" dirty="0"/>
              <a:t>Cont. creating first java project </a:t>
            </a:r>
          </a:p>
        </p:txBody>
      </p:sp>
      <p:sp>
        <p:nvSpPr>
          <p:cNvPr id="3" name="Content Placeholder 2">
            <a:extLst>
              <a:ext uri="{FF2B5EF4-FFF2-40B4-BE49-F238E27FC236}">
                <a16:creationId xmlns:a16="http://schemas.microsoft.com/office/drawing/2014/main" id="{0C2E1710-1895-E34B-968E-9A6498584B1B}"/>
              </a:ext>
            </a:extLst>
          </p:cNvPr>
          <p:cNvSpPr>
            <a:spLocks noGrp="1"/>
          </p:cNvSpPr>
          <p:nvPr>
            <p:ph idx="1"/>
          </p:nvPr>
        </p:nvSpPr>
        <p:spPr>
          <a:xfrm>
            <a:off x="348791" y="1845734"/>
            <a:ext cx="11481847" cy="4023360"/>
          </a:xfrm>
        </p:spPr>
        <p:txBody>
          <a:bodyPr/>
          <a:lstStyle/>
          <a:p>
            <a:r>
              <a:rPr lang="en-US" altLang="en-US" dirty="0"/>
              <a:t>Step three:</a:t>
            </a:r>
          </a:p>
          <a:p>
            <a:pPr lvl="1"/>
            <a:r>
              <a:rPr lang="en-US" altLang="en-US" dirty="0"/>
              <a:t>In the New Project wizard, from the</a:t>
            </a:r>
            <a:br>
              <a:rPr lang="en-US" altLang="en-US" dirty="0"/>
            </a:br>
            <a:r>
              <a:rPr lang="en-US" altLang="en-US" dirty="0"/>
              <a:t>Categories list choose Java with Ant.</a:t>
            </a:r>
          </a:p>
          <a:p>
            <a:pPr marL="360000" lvl="1" indent="0">
              <a:buNone/>
            </a:pPr>
            <a:r>
              <a:rPr lang="en-US" altLang="en-US" dirty="0">
                <a:sym typeface="Wingdings" panose="05000000000000000000" pitchFamily="2" charset="2"/>
              </a:rPr>
              <a:t> from the Projects list choose Java Application</a:t>
            </a:r>
            <a:br>
              <a:rPr lang="en-US" altLang="en-US" dirty="0">
                <a:sym typeface="Wingdings" panose="05000000000000000000" pitchFamily="2" charset="2"/>
              </a:rPr>
            </a:br>
            <a:r>
              <a:rPr lang="en-US" altLang="en-US" dirty="0">
                <a:sym typeface="Wingdings" panose="05000000000000000000" pitchFamily="2" charset="2"/>
              </a:rPr>
              <a:t> Click Next &gt;.</a:t>
            </a:r>
            <a:endParaRPr lang="en-US" altLang="en-US" dirty="0"/>
          </a:p>
        </p:txBody>
      </p:sp>
      <p:sp>
        <p:nvSpPr>
          <p:cNvPr id="4" name="Footer Placeholder 3">
            <a:extLst>
              <a:ext uri="{FF2B5EF4-FFF2-40B4-BE49-F238E27FC236}">
                <a16:creationId xmlns:a16="http://schemas.microsoft.com/office/drawing/2014/main" id="{66738BBB-0AA8-3DCA-D70D-202ADE3D7914}"/>
              </a:ext>
            </a:extLst>
          </p:cNvPr>
          <p:cNvSpPr>
            <a:spLocks noGrp="1"/>
          </p:cNvSpPr>
          <p:nvPr>
            <p:ph type="ftr" sz="quarter" idx="11"/>
          </p:nvPr>
        </p:nvSpPr>
        <p:spPr>
          <a:xfrm>
            <a:off x="2846895" y="6459785"/>
            <a:ext cx="6966408" cy="365125"/>
          </a:xfrm>
        </p:spPr>
        <p:txBody>
          <a:bodyPr/>
          <a:lstStyle/>
          <a:p>
            <a:r>
              <a:rPr lang="en-US"/>
              <a:t>Edited and Reviewed By: I. Bara' Qadomi &amp; I. Bara' Hamadah (FIT, Applied Science Private University)</a:t>
            </a:r>
          </a:p>
        </p:txBody>
      </p:sp>
      <p:pic>
        <p:nvPicPr>
          <p:cNvPr id="7" name="Picture 6">
            <a:extLst>
              <a:ext uri="{FF2B5EF4-FFF2-40B4-BE49-F238E27FC236}">
                <a16:creationId xmlns:a16="http://schemas.microsoft.com/office/drawing/2014/main" id="{DEADB705-AEC4-42F2-E581-98F550FA25FF}"/>
              </a:ext>
            </a:extLst>
          </p:cNvPr>
          <p:cNvPicPr>
            <a:picLocks noChangeAspect="1"/>
          </p:cNvPicPr>
          <p:nvPr/>
        </p:nvPicPr>
        <p:blipFill>
          <a:blip r:embed="rId2"/>
          <a:stretch>
            <a:fillRect/>
          </a:stretch>
        </p:blipFill>
        <p:spPr>
          <a:xfrm>
            <a:off x="6681537" y="1845733"/>
            <a:ext cx="5507946" cy="4137971"/>
          </a:xfrm>
          <a:prstGeom prst="rect">
            <a:avLst/>
          </a:prstGeom>
        </p:spPr>
      </p:pic>
      <p:sp>
        <p:nvSpPr>
          <p:cNvPr id="8" name="Arrow: Right 7">
            <a:extLst>
              <a:ext uri="{FF2B5EF4-FFF2-40B4-BE49-F238E27FC236}">
                <a16:creationId xmlns:a16="http://schemas.microsoft.com/office/drawing/2014/main" id="{B4B89548-4EAA-7329-D973-54430D59E077}"/>
              </a:ext>
            </a:extLst>
          </p:cNvPr>
          <p:cNvSpPr/>
          <p:nvPr/>
        </p:nvSpPr>
        <p:spPr>
          <a:xfrm>
            <a:off x="7700210" y="3680360"/>
            <a:ext cx="609600" cy="411691"/>
          </a:xfrm>
          <a:prstGeom prst="rightArrow">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Arrow: Right 8">
            <a:extLst>
              <a:ext uri="{FF2B5EF4-FFF2-40B4-BE49-F238E27FC236}">
                <a16:creationId xmlns:a16="http://schemas.microsoft.com/office/drawing/2014/main" id="{9882197E-C179-765A-8096-54DAA5CE715B}"/>
              </a:ext>
            </a:extLst>
          </p:cNvPr>
          <p:cNvSpPr/>
          <p:nvPr/>
        </p:nvSpPr>
        <p:spPr>
          <a:xfrm>
            <a:off x="9428540" y="3242874"/>
            <a:ext cx="609600" cy="411691"/>
          </a:xfrm>
          <a:prstGeom prst="rightArrow">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50041372"/>
      </p:ext>
    </p:extLst>
  </p:cSld>
  <p:clrMapOvr>
    <a:masterClrMapping/>
  </p:clrMapOvr>
  <p:transition spd="slow">
    <p:wip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7E5B45-8D88-ED12-F886-5CB527D7BEF3}"/>
              </a:ext>
            </a:extLst>
          </p:cNvPr>
          <p:cNvSpPr>
            <a:spLocks noGrp="1"/>
          </p:cNvSpPr>
          <p:nvPr>
            <p:ph type="title"/>
          </p:nvPr>
        </p:nvSpPr>
        <p:spPr>
          <a:xfrm>
            <a:off x="348791" y="286603"/>
            <a:ext cx="11481847" cy="1450757"/>
          </a:xfrm>
        </p:spPr>
        <p:txBody>
          <a:bodyPr/>
          <a:lstStyle/>
          <a:p>
            <a:r>
              <a:rPr lang="en-US" dirty="0"/>
              <a:t>Cont. creating first java project </a:t>
            </a:r>
          </a:p>
        </p:txBody>
      </p:sp>
      <p:sp>
        <p:nvSpPr>
          <p:cNvPr id="3" name="Content Placeholder 2">
            <a:extLst>
              <a:ext uri="{FF2B5EF4-FFF2-40B4-BE49-F238E27FC236}">
                <a16:creationId xmlns:a16="http://schemas.microsoft.com/office/drawing/2014/main" id="{0C2E1710-1895-E34B-968E-9A6498584B1B}"/>
              </a:ext>
            </a:extLst>
          </p:cNvPr>
          <p:cNvSpPr>
            <a:spLocks noGrp="1"/>
          </p:cNvSpPr>
          <p:nvPr>
            <p:ph idx="1"/>
          </p:nvPr>
        </p:nvSpPr>
        <p:spPr>
          <a:xfrm>
            <a:off x="348791" y="1845734"/>
            <a:ext cx="11481847" cy="4023360"/>
          </a:xfrm>
        </p:spPr>
        <p:txBody>
          <a:bodyPr/>
          <a:lstStyle/>
          <a:p>
            <a:r>
              <a:rPr lang="en-US" altLang="en-US" dirty="0"/>
              <a:t>Step four:</a:t>
            </a:r>
          </a:p>
          <a:p>
            <a:pPr lvl="1"/>
            <a:r>
              <a:rPr lang="en-US" altLang="en-US" dirty="0"/>
              <a:t>In the Project Name text field, </a:t>
            </a:r>
            <a:br>
              <a:rPr lang="en-US" altLang="en-US" dirty="0"/>
            </a:br>
            <a:r>
              <a:rPr lang="en-US" altLang="en-US" dirty="0"/>
              <a:t>type: Welcome</a:t>
            </a:r>
          </a:p>
          <a:p>
            <a:pPr lvl="1"/>
            <a:r>
              <a:rPr lang="en-US" altLang="en-US" dirty="0"/>
              <a:t>Leave the Project Location</a:t>
            </a:r>
            <a:br>
              <a:rPr lang="en-US" altLang="en-US" dirty="0"/>
            </a:br>
            <a:r>
              <a:rPr lang="en-US" altLang="en-US" dirty="0"/>
              <a:t>text field to the default.</a:t>
            </a:r>
          </a:p>
          <a:p>
            <a:pPr lvl="1"/>
            <a:r>
              <a:rPr lang="en-US" altLang="en-US" dirty="0"/>
              <a:t>Leave the Use Dedicated Folder for</a:t>
            </a:r>
            <a:br>
              <a:rPr lang="en-US" altLang="en-US" dirty="0"/>
            </a:br>
            <a:r>
              <a:rPr lang="en-US" altLang="en-US" dirty="0"/>
              <a:t>Storing Libraries checkbox unchecked. </a:t>
            </a:r>
          </a:p>
          <a:p>
            <a:pPr lvl="1"/>
            <a:r>
              <a:rPr lang="en-US" altLang="en-US" dirty="0"/>
              <a:t>Leave the Create Main Class</a:t>
            </a:r>
            <a:br>
              <a:rPr lang="en-US" altLang="en-US" dirty="0"/>
            </a:br>
            <a:r>
              <a:rPr lang="en-US" altLang="en-US" dirty="0"/>
              <a:t> checkbox checked.</a:t>
            </a:r>
          </a:p>
          <a:p>
            <a:pPr lvl="1"/>
            <a:r>
              <a:rPr lang="en-US" altLang="en-US" dirty="0"/>
              <a:t>Click Finish.</a:t>
            </a:r>
          </a:p>
          <a:p>
            <a:pPr lvl="1"/>
            <a:endParaRPr lang="en-US" altLang="en-US" dirty="0"/>
          </a:p>
        </p:txBody>
      </p:sp>
      <p:sp>
        <p:nvSpPr>
          <p:cNvPr id="4" name="Footer Placeholder 3">
            <a:extLst>
              <a:ext uri="{FF2B5EF4-FFF2-40B4-BE49-F238E27FC236}">
                <a16:creationId xmlns:a16="http://schemas.microsoft.com/office/drawing/2014/main" id="{66738BBB-0AA8-3DCA-D70D-202ADE3D7914}"/>
              </a:ext>
            </a:extLst>
          </p:cNvPr>
          <p:cNvSpPr>
            <a:spLocks noGrp="1"/>
          </p:cNvSpPr>
          <p:nvPr>
            <p:ph type="ftr" sz="quarter" idx="11"/>
          </p:nvPr>
        </p:nvSpPr>
        <p:spPr>
          <a:xfrm>
            <a:off x="2846895" y="6459785"/>
            <a:ext cx="6966408" cy="365125"/>
          </a:xfrm>
        </p:spPr>
        <p:txBody>
          <a:bodyPr/>
          <a:lstStyle/>
          <a:p>
            <a:r>
              <a:rPr lang="en-US"/>
              <a:t>Edited and Reviewed By: I. Bara' Qadomi &amp; I. Bara' Hamadah (FIT, Applied Science Private University)</a:t>
            </a:r>
          </a:p>
        </p:txBody>
      </p:sp>
      <p:pic>
        <p:nvPicPr>
          <p:cNvPr id="11" name="Picture 10">
            <a:extLst>
              <a:ext uri="{FF2B5EF4-FFF2-40B4-BE49-F238E27FC236}">
                <a16:creationId xmlns:a16="http://schemas.microsoft.com/office/drawing/2014/main" id="{84B47AE3-0305-4971-C1D6-A5DB24401A13}"/>
              </a:ext>
            </a:extLst>
          </p:cNvPr>
          <p:cNvPicPr>
            <a:picLocks noChangeAspect="1"/>
          </p:cNvPicPr>
          <p:nvPr/>
        </p:nvPicPr>
        <p:blipFill>
          <a:blip r:embed="rId2"/>
          <a:stretch>
            <a:fillRect/>
          </a:stretch>
        </p:blipFill>
        <p:spPr>
          <a:xfrm>
            <a:off x="5847347" y="1737360"/>
            <a:ext cx="6344653" cy="4640982"/>
          </a:xfrm>
          <a:prstGeom prst="rect">
            <a:avLst/>
          </a:prstGeom>
        </p:spPr>
      </p:pic>
      <p:sp>
        <p:nvSpPr>
          <p:cNvPr id="12" name="Arrow: Right 11">
            <a:extLst>
              <a:ext uri="{FF2B5EF4-FFF2-40B4-BE49-F238E27FC236}">
                <a16:creationId xmlns:a16="http://schemas.microsoft.com/office/drawing/2014/main" id="{0E2AB9C1-C3D9-1156-BB6F-2B7CFDFB739E}"/>
              </a:ext>
            </a:extLst>
          </p:cNvPr>
          <p:cNvSpPr/>
          <p:nvPr/>
        </p:nvSpPr>
        <p:spPr>
          <a:xfrm rot="10800000">
            <a:off x="9849107" y="2209383"/>
            <a:ext cx="609600" cy="411691"/>
          </a:xfrm>
          <a:prstGeom prst="rightArrow">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Arrow: Right 12">
            <a:extLst>
              <a:ext uri="{FF2B5EF4-FFF2-40B4-BE49-F238E27FC236}">
                <a16:creationId xmlns:a16="http://schemas.microsoft.com/office/drawing/2014/main" id="{FB14B8E5-39CC-4A7E-565D-633613305C38}"/>
              </a:ext>
            </a:extLst>
          </p:cNvPr>
          <p:cNvSpPr/>
          <p:nvPr/>
        </p:nvSpPr>
        <p:spPr>
          <a:xfrm rot="10800000">
            <a:off x="10535072" y="2573031"/>
            <a:ext cx="609600" cy="411691"/>
          </a:xfrm>
          <a:prstGeom prst="rightArrow">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Arrow: Right 13">
            <a:extLst>
              <a:ext uri="{FF2B5EF4-FFF2-40B4-BE49-F238E27FC236}">
                <a16:creationId xmlns:a16="http://schemas.microsoft.com/office/drawing/2014/main" id="{4A641103-D83D-268F-CC88-248CA4A69364}"/>
              </a:ext>
            </a:extLst>
          </p:cNvPr>
          <p:cNvSpPr/>
          <p:nvPr/>
        </p:nvSpPr>
        <p:spPr>
          <a:xfrm>
            <a:off x="7041738" y="3300246"/>
            <a:ext cx="609600" cy="411691"/>
          </a:xfrm>
          <a:prstGeom prst="rightArrow">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Arrow: Right 14">
            <a:extLst>
              <a:ext uri="{FF2B5EF4-FFF2-40B4-BE49-F238E27FC236}">
                <a16:creationId xmlns:a16="http://schemas.microsoft.com/office/drawing/2014/main" id="{9F6414C8-87E7-3C37-ED28-6FC76A0CBBAA}"/>
              </a:ext>
            </a:extLst>
          </p:cNvPr>
          <p:cNvSpPr/>
          <p:nvPr/>
        </p:nvSpPr>
        <p:spPr>
          <a:xfrm>
            <a:off x="7065801" y="4423193"/>
            <a:ext cx="609600" cy="411691"/>
          </a:xfrm>
          <a:prstGeom prst="rightArrow">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Arrow: Right 15">
            <a:extLst>
              <a:ext uri="{FF2B5EF4-FFF2-40B4-BE49-F238E27FC236}">
                <a16:creationId xmlns:a16="http://schemas.microsoft.com/office/drawing/2014/main" id="{487D66B7-C843-BA66-201C-0AA9A24524F7}"/>
              </a:ext>
            </a:extLst>
          </p:cNvPr>
          <p:cNvSpPr/>
          <p:nvPr/>
        </p:nvSpPr>
        <p:spPr>
          <a:xfrm>
            <a:off x="9508503" y="6007372"/>
            <a:ext cx="609600" cy="411691"/>
          </a:xfrm>
          <a:prstGeom prst="rightArrow">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8" name="Picture 17">
            <a:extLst>
              <a:ext uri="{FF2B5EF4-FFF2-40B4-BE49-F238E27FC236}">
                <a16:creationId xmlns:a16="http://schemas.microsoft.com/office/drawing/2014/main" id="{87810F00-521D-F8E2-CE91-7226940A541C}"/>
              </a:ext>
            </a:extLst>
          </p:cNvPr>
          <p:cNvPicPr>
            <a:picLocks noChangeAspect="1"/>
          </p:cNvPicPr>
          <p:nvPr/>
        </p:nvPicPr>
        <p:blipFill>
          <a:blip r:embed="rId3"/>
          <a:stretch>
            <a:fillRect/>
          </a:stretch>
        </p:blipFill>
        <p:spPr>
          <a:xfrm>
            <a:off x="8569478" y="2364146"/>
            <a:ext cx="1219306" cy="190517"/>
          </a:xfrm>
          <a:prstGeom prst="rect">
            <a:avLst/>
          </a:prstGeom>
        </p:spPr>
      </p:pic>
    </p:spTree>
    <p:extLst>
      <p:ext uri="{BB962C8B-B14F-4D97-AF65-F5344CB8AC3E}">
        <p14:creationId xmlns:p14="http://schemas.microsoft.com/office/powerpoint/2010/main" val="906306643"/>
      </p:ext>
    </p:extLst>
  </p:cSld>
  <p:clrMapOvr>
    <a:masterClrMapping/>
  </p:clrMapOvr>
  <p:transition spd="slow">
    <p:wip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7E5B45-8D88-ED12-F886-5CB527D7BEF3}"/>
              </a:ext>
            </a:extLst>
          </p:cNvPr>
          <p:cNvSpPr>
            <a:spLocks noGrp="1"/>
          </p:cNvSpPr>
          <p:nvPr>
            <p:ph type="title"/>
          </p:nvPr>
        </p:nvSpPr>
        <p:spPr>
          <a:xfrm>
            <a:off x="348791" y="198372"/>
            <a:ext cx="11481847" cy="1450757"/>
          </a:xfrm>
        </p:spPr>
        <p:txBody>
          <a:bodyPr/>
          <a:lstStyle/>
          <a:p>
            <a:r>
              <a:rPr lang="en-US" altLang="en-US" dirty="0"/>
              <a:t>Anatomy of Java Program</a:t>
            </a:r>
            <a:endParaRPr lang="en-US" dirty="0"/>
          </a:p>
        </p:txBody>
      </p:sp>
      <p:sp>
        <p:nvSpPr>
          <p:cNvPr id="3" name="Content Placeholder 2">
            <a:extLst>
              <a:ext uri="{FF2B5EF4-FFF2-40B4-BE49-F238E27FC236}">
                <a16:creationId xmlns:a16="http://schemas.microsoft.com/office/drawing/2014/main" id="{0C2E1710-1895-E34B-968E-9A6498584B1B}"/>
              </a:ext>
            </a:extLst>
          </p:cNvPr>
          <p:cNvSpPr>
            <a:spLocks noGrp="1"/>
          </p:cNvSpPr>
          <p:nvPr>
            <p:ph idx="1"/>
          </p:nvPr>
        </p:nvSpPr>
        <p:spPr>
          <a:xfrm>
            <a:off x="348791" y="1757503"/>
            <a:ext cx="11481847" cy="4023360"/>
          </a:xfrm>
        </p:spPr>
        <p:txBody>
          <a:bodyPr>
            <a:normAutofit/>
          </a:bodyPr>
          <a:lstStyle/>
          <a:p>
            <a:r>
              <a:rPr lang="en-US" altLang="en-US" dirty="0"/>
              <a:t>A </a:t>
            </a:r>
            <a:r>
              <a:rPr lang="en-US" altLang="en-US" b="1" dirty="0"/>
              <a:t>block</a:t>
            </a:r>
            <a:r>
              <a:rPr lang="en-US" altLang="en-US" dirty="0"/>
              <a:t>: is a construct that groups of programming statements.</a:t>
            </a:r>
          </a:p>
          <a:p>
            <a:r>
              <a:rPr lang="en-US" altLang="en-US" dirty="0"/>
              <a:t>Each block begins with an opening brace </a:t>
            </a:r>
            <a:r>
              <a:rPr lang="en-US" altLang="en-US" b="1" dirty="0"/>
              <a:t>{</a:t>
            </a:r>
            <a:r>
              <a:rPr lang="en-US" altLang="en-US" dirty="0"/>
              <a:t> and ends with a closing brace </a:t>
            </a:r>
            <a:r>
              <a:rPr lang="en-US" altLang="en-US" b="1" dirty="0"/>
              <a:t>}</a:t>
            </a:r>
            <a:r>
              <a:rPr lang="en-US" altLang="en-US" dirty="0"/>
              <a:t>.</a:t>
            </a:r>
          </a:p>
          <a:p>
            <a:r>
              <a:rPr lang="en-US" altLang="en-US" dirty="0"/>
              <a:t>Every class has a </a:t>
            </a:r>
            <a:r>
              <a:rPr lang="en-US" altLang="en-US" b="1" dirty="0"/>
              <a:t>class block </a:t>
            </a:r>
            <a:r>
              <a:rPr lang="en-US" altLang="en-US" dirty="0"/>
              <a:t>that groups the data and methods of the class. Similarly, every method has a </a:t>
            </a:r>
            <a:r>
              <a:rPr lang="en-US" altLang="en-US" b="1" dirty="0"/>
              <a:t>method block </a:t>
            </a:r>
            <a:r>
              <a:rPr lang="en-US" altLang="en-US" dirty="0"/>
              <a:t>that groups the statements in the method. Blocks can be nested, meaning that one block can be placed within another.</a:t>
            </a:r>
          </a:p>
          <a:p>
            <a:r>
              <a:rPr lang="en-US" altLang="en-US" dirty="0"/>
              <a:t>The following program contains two blocks ( The class block and the main method block). The main method block is nested with the class block. </a:t>
            </a:r>
          </a:p>
          <a:p>
            <a:endParaRPr lang="en-US" altLang="en-US" dirty="0"/>
          </a:p>
        </p:txBody>
      </p:sp>
      <p:sp>
        <p:nvSpPr>
          <p:cNvPr id="7" name="Footer Placeholder 6">
            <a:extLst>
              <a:ext uri="{FF2B5EF4-FFF2-40B4-BE49-F238E27FC236}">
                <a16:creationId xmlns:a16="http://schemas.microsoft.com/office/drawing/2014/main" id="{A107DBA1-F0A0-8189-26CF-52A2111B33E4}"/>
              </a:ext>
            </a:extLst>
          </p:cNvPr>
          <p:cNvSpPr>
            <a:spLocks noGrp="1"/>
          </p:cNvSpPr>
          <p:nvPr>
            <p:ph type="ftr" sz="quarter" idx="11"/>
          </p:nvPr>
        </p:nvSpPr>
        <p:spPr>
          <a:xfrm>
            <a:off x="2846895" y="6459785"/>
            <a:ext cx="6966408" cy="365125"/>
          </a:xfrm>
        </p:spPr>
        <p:txBody>
          <a:bodyPr/>
          <a:lstStyle/>
          <a:p>
            <a:r>
              <a:rPr lang="en-US"/>
              <a:t>Edited and Reviewed By: I. Bara' Qadomi &amp; I. Bara' Hamadah (FIT, Applied Science Private University)</a:t>
            </a:r>
          </a:p>
        </p:txBody>
      </p:sp>
      <p:pic>
        <p:nvPicPr>
          <p:cNvPr id="4" name="Picture 2">
            <a:extLst>
              <a:ext uri="{FF2B5EF4-FFF2-40B4-BE49-F238E27FC236}">
                <a16:creationId xmlns:a16="http://schemas.microsoft.com/office/drawing/2014/main" id="{AF31A9F1-70CF-BE23-BD0E-F7C9030D61F1}"/>
              </a:ext>
            </a:extLst>
          </p:cNvPr>
          <p:cNvPicPr>
            <a:picLocks noChangeAspect="1" noChangeArrowheads="1"/>
          </p:cNvPicPr>
          <p:nvPr/>
        </p:nvPicPr>
        <p:blipFill>
          <a:blip r:embed="rId2"/>
          <a:srcRect/>
          <a:stretch>
            <a:fillRect/>
          </a:stretch>
        </p:blipFill>
        <p:spPr bwMode="auto">
          <a:xfrm>
            <a:off x="2536889" y="5245768"/>
            <a:ext cx="7105650" cy="1214017"/>
          </a:xfrm>
          <a:prstGeom prst="rect">
            <a:avLst/>
          </a:prstGeom>
          <a:noFill/>
          <a:ln w="9525">
            <a:solidFill>
              <a:schemeClr val="tx1"/>
            </a:solidFill>
            <a:miter lim="800000"/>
            <a:headEnd/>
            <a:tailEnd/>
          </a:ln>
          <a:effectLst/>
        </p:spPr>
      </p:pic>
    </p:spTree>
    <p:extLst>
      <p:ext uri="{BB962C8B-B14F-4D97-AF65-F5344CB8AC3E}">
        <p14:creationId xmlns:p14="http://schemas.microsoft.com/office/powerpoint/2010/main" val="548178901"/>
      </p:ext>
    </p:extLst>
  </p:cSld>
  <p:clrMapOvr>
    <a:masterClrMapping/>
  </p:clrMapOvr>
  <p:transition spd="slow">
    <p:wip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7E5B45-8D88-ED12-F886-5CB527D7BEF3}"/>
              </a:ext>
            </a:extLst>
          </p:cNvPr>
          <p:cNvSpPr>
            <a:spLocks noGrp="1"/>
          </p:cNvSpPr>
          <p:nvPr>
            <p:ph type="title"/>
          </p:nvPr>
        </p:nvSpPr>
        <p:spPr>
          <a:xfrm>
            <a:off x="348791" y="198372"/>
            <a:ext cx="11481847" cy="1450757"/>
          </a:xfrm>
        </p:spPr>
        <p:txBody>
          <a:bodyPr/>
          <a:lstStyle/>
          <a:p>
            <a:r>
              <a:rPr lang="en-US" altLang="en-US" dirty="0"/>
              <a:t>Anatomy of Java Program</a:t>
            </a:r>
            <a:endParaRPr lang="en-US" dirty="0"/>
          </a:p>
        </p:txBody>
      </p:sp>
      <p:sp>
        <p:nvSpPr>
          <p:cNvPr id="7" name="Footer Placeholder 6">
            <a:extLst>
              <a:ext uri="{FF2B5EF4-FFF2-40B4-BE49-F238E27FC236}">
                <a16:creationId xmlns:a16="http://schemas.microsoft.com/office/drawing/2014/main" id="{A107DBA1-F0A0-8189-26CF-52A2111B33E4}"/>
              </a:ext>
            </a:extLst>
          </p:cNvPr>
          <p:cNvSpPr>
            <a:spLocks noGrp="1"/>
          </p:cNvSpPr>
          <p:nvPr>
            <p:ph type="ftr" sz="quarter" idx="11"/>
          </p:nvPr>
        </p:nvSpPr>
        <p:spPr>
          <a:xfrm>
            <a:off x="2846895" y="6459785"/>
            <a:ext cx="6966408" cy="365125"/>
          </a:xfrm>
        </p:spPr>
        <p:txBody>
          <a:bodyPr/>
          <a:lstStyle/>
          <a:p>
            <a:r>
              <a:rPr lang="en-US"/>
              <a:t>Edited and Reviewed By: I. Bara' Qadomi &amp; I. Bara' Hamadah (FIT, Applied Science Private University)</a:t>
            </a:r>
          </a:p>
        </p:txBody>
      </p:sp>
      <p:pic>
        <p:nvPicPr>
          <p:cNvPr id="1026" name="Picture 2" descr="Let's Understand Java. How Java Works? | by Fasrin Aleem | Nerd For Tech |  Medium">
            <a:extLst>
              <a:ext uri="{FF2B5EF4-FFF2-40B4-BE49-F238E27FC236}">
                <a16:creationId xmlns:a16="http://schemas.microsoft.com/office/drawing/2014/main" id="{4264EBA8-03AF-7731-25B5-B931BF814C7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00200" y="1748589"/>
            <a:ext cx="8991600" cy="459881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78326002"/>
      </p:ext>
    </p:extLst>
  </p:cSld>
  <p:clrMapOvr>
    <a:masterClrMapping/>
  </p:clrMapOvr>
  <p:transition spd="slow">
    <p:wip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7E5B45-8D88-ED12-F886-5CB527D7BEF3}"/>
              </a:ext>
            </a:extLst>
          </p:cNvPr>
          <p:cNvSpPr>
            <a:spLocks noGrp="1"/>
          </p:cNvSpPr>
          <p:nvPr>
            <p:ph type="title"/>
          </p:nvPr>
        </p:nvSpPr>
        <p:spPr>
          <a:xfrm>
            <a:off x="348791" y="286603"/>
            <a:ext cx="11481847" cy="1450757"/>
          </a:xfrm>
        </p:spPr>
        <p:txBody>
          <a:bodyPr/>
          <a:lstStyle/>
          <a:p>
            <a:r>
              <a:rPr lang="en-US" altLang="en-US" dirty="0"/>
              <a:t>Console Output (print, </a:t>
            </a:r>
            <a:r>
              <a:rPr lang="en-US" altLang="en-US" dirty="0" err="1"/>
              <a:t>println</a:t>
            </a:r>
            <a:r>
              <a:rPr lang="en-US" altLang="en-US" dirty="0"/>
              <a:t>)</a:t>
            </a:r>
            <a:endParaRPr lang="en-US" dirty="0"/>
          </a:p>
        </p:txBody>
      </p:sp>
      <p:sp>
        <p:nvSpPr>
          <p:cNvPr id="7" name="Footer Placeholder 6">
            <a:extLst>
              <a:ext uri="{FF2B5EF4-FFF2-40B4-BE49-F238E27FC236}">
                <a16:creationId xmlns:a16="http://schemas.microsoft.com/office/drawing/2014/main" id="{C6ECFF2F-42F3-F432-D5C5-AFF7C5CEC07B}"/>
              </a:ext>
            </a:extLst>
          </p:cNvPr>
          <p:cNvSpPr>
            <a:spLocks noGrp="1"/>
          </p:cNvSpPr>
          <p:nvPr>
            <p:ph type="ftr" sz="quarter" idx="11"/>
          </p:nvPr>
        </p:nvSpPr>
        <p:spPr>
          <a:xfrm>
            <a:off x="2846895" y="6459785"/>
            <a:ext cx="6966408" cy="365125"/>
          </a:xfrm>
        </p:spPr>
        <p:txBody>
          <a:bodyPr/>
          <a:lstStyle/>
          <a:p>
            <a:r>
              <a:rPr lang="en-US"/>
              <a:t>Edited and Reviewed By: I. Bara' Qadomi &amp; I. Bara' Hamadah (FIT, Applied Science Private University)</a:t>
            </a:r>
          </a:p>
        </p:txBody>
      </p:sp>
      <p:pic>
        <p:nvPicPr>
          <p:cNvPr id="4" name="Content Placeholder 3" descr="A screen shot of a computer program">
            <a:extLst>
              <a:ext uri="{FF2B5EF4-FFF2-40B4-BE49-F238E27FC236}">
                <a16:creationId xmlns:a16="http://schemas.microsoft.com/office/drawing/2014/main" id="{4338C90C-7434-4012-04D3-F00F090EB0D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863880" y="1737360"/>
            <a:ext cx="8451667" cy="4644745"/>
          </a:xfrm>
          <a:prstGeom prst="rect">
            <a:avLst/>
          </a:prstGeom>
        </p:spPr>
      </p:pic>
      <p:sp>
        <p:nvSpPr>
          <p:cNvPr id="5" name="TextBox 4">
            <a:extLst>
              <a:ext uri="{FF2B5EF4-FFF2-40B4-BE49-F238E27FC236}">
                <a16:creationId xmlns:a16="http://schemas.microsoft.com/office/drawing/2014/main" id="{D66BDD46-07E5-7960-C7BC-15684772EAE0}"/>
              </a:ext>
            </a:extLst>
          </p:cNvPr>
          <p:cNvSpPr txBox="1"/>
          <p:nvPr/>
        </p:nvSpPr>
        <p:spPr>
          <a:xfrm>
            <a:off x="6713622" y="3907333"/>
            <a:ext cx="2646946" cy="369332"/>
          </a:xfrm>
          <a:prstGeom prst="rect">
            <a:avLst/>
          </a:prstGeom>
          <a:noFill/>
          <a:ln>
            <a:solidFill>
              <a:srgbClr val="C00000"/>
            </a:solidFill>
            <a:prstDash val="dash"/>
          </a:ln>
        </p:spPr>
        <p:txBody>
          <a:bodyPr wrap="square" rtlCol="0">
            <a:spAutoFit/>
          </a:bodyPr>
          <a:lstStyle/>
          <a:p>
            <a:pPr algn="ctr"/>
            <a:r>
              <a:rPr lang="en-US" dirty="0"/>
              <a:t>String concatenation</a:t>
            </a:r>
          </a:p>
        </p:txBody>
      </p:sp>
      <p:sp>
        <p:nvSpPr>
          <p:cNvPr id="8" name="Arrow: Right 7">
            <a:extLst>
              <a:ext uri="{FF2B5EF4-FFF2-40B4-BE49-F238E27FC236}">
                <a16:creationId xmlns:a16="http://schemas.microsoft.com/office/drawing/2014/main" id="{D23CC24A-AD0D-32CB-7EBB-74FBE8AAA86C}"/>
              </a:ext>
            </a:extLst>
          </p:cNvPr>
          <p:cNvSpPr/>
          <p:nvPr/>
        </p:nvSpPr>
        <p:spPr>
          <a:xfrm rot="8416946">
            <a:off x="6292144" y="4345117"/>
            <a:ext cx="691878" cy="203965"/>
          </a:xfrm>
          <a:prstGeom prst="rightArrow">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592724316"/>
      </p:ext>
    </p:extLst>
  </p:cSld>
  <p:clrMapOvr>
    <a:masterClrMapping/>
  </p:clrMapOvr>
  <p:transition spd="slow">
    <p:wip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7E5B45-8D88-ED12-F886-5CB527D7BEF3}"/>
              </a:ext>
            </a:extLst>
          </p:cNvPr>
          <p:cNvSpPr>
            <a:spLocks noGrp="1"/>
          </p:cNvSpPr>
          <p:nvPr>
            <p:ph type="title"/>
          </p:nvPr>
        </p:nvSpPr>
        <p:spPr>
          <a:xfrm>
            <a:off x="348791" y="286603"/>
            <a:ext cx="11481847" cy="1450757"/>
          </a:xfrm>
        </p:spPr>
        <p:txBody>
          <a:bodyPr/>
          <a:lstStyle/>
          <a:p>
            <a:r>
              <a:rPr lang="en-US" altLang="ar-SA" dirty="0"/>
              <a:t>Exercise</a:t>
            </a:r>
            <a:endParaRPr lang="en-US" dirty="0"/>
          </a:p>
        </p:txBody>
      </p:sp>
      <p:sp>
        <p:nvSpPr>
          <p:cNvPr id="3" name="Content Placeholder 2">
            <a:extLst>
              <a:ext uri="{FF2B5EF4-FFF2-40B4-BE49-F238E27FC236}">
                <a16:creationId xmlns:a16="http://schemas.microsoft.com/office/drawing/2014/main" id="{0C2E1710-1895-E34B-968E-9A6498584B1B}"/>
              </a:ext>
            </a:extLst>
          </p:cNvPr>
          <p:cNvSpPr>
            <a:spLocks noGrp="1"/>
          </p:cNvSpPr>
          <p:nvPr>
            <p:ph idx="1"/>
          </p:nvPr>
        </p:nvSpPr>
        <p:spPr>
          <a:xfrm>
            <a:off x="348791" y="1845734"/>
            <a:ext cx="11481847" cy="4023360"/>
          </a:xfrm>
        </p:spPr>
        <p:txBody>
          <a:bodyPr>
            <a:normAutofit/>
          </a:bodyPr>
          <a:lstStyle/>
          <a:p>
            <a:r>
              <a:rPr lang="en-US" dirty="0"/>
              <a:t>Q: Write a Java code that gives the following outputs:</a:t>
            </a:r>
          </a:p>
          <a:p>
            <a:pPr lvl="1"/>
            <a:r>
              <a:rPr lang="en-US" dirty="0">
                <a:solidFill>
                  <a:srgbClr val="FF0000"/>
                </a:solidFill>
              </a:rPr>
              <a:t>“Hello to the first Java program”</a:t>
            </a:r>
          </a:p>
          <a:p>
            <a:pPr lvl="1"/>
            <a:r>
              <a:rPr lang="en-US" sz="2400" b="1" dirty="0">
                <a:solidFill>
                  <a:srgbClr val="FF0000"/>
                </a:solidFill>
                <a:latin typeface="Courier New" pitchFamily="49" charset="0"/>
                <a:cs typeface="Courier New" pitchFamily="49" charset="0"/>
              </a:rPr>
              <a:t>10 + 23 = 33</a:t>
            </a:r>
          </a:p>
          <a:p>
            <a:pPr lvl="1"/>
            <a:endParaRPr lang="en-US" dirty="0">
              <a:solidFill>
                <a:srgbClr val="FF0000"/>
              </a:solidFill>
            </a:endParaRPr>
          </a:p>
        </p:txBody>
      </p:sp>
      <p:sp>
        <p:nvSpPr>
          <p:cNvPr id="4" name="Footer Placeholder 3">
            <a:extLst>
              <a:ext uri="{FF2B5EF4-FFF2-40B4-BE49-F238E27FC236}">
                <a16:creationId xmlns:a16="http://schemas.microsoft.com/office/drawing/2014/main" id="{09DB375A-5DA4-4702-5ED7-8F647F235B95}"/>
              </a:ext>
            </a:extLst>
          </p:cNvPr>
          <p:cNvSpPr>
            <a:spLocks noGrp="1"/>
          </p:cNvSpPr>
          <p:nvPr>
            <p:ph type="ftr" sz="quarter" idx="11"/>
          </p:nvPr>
        </p:nvSpPr>
        <p:spPr>
          <a:xfrm>
            <a:off x="2846895" y="6459785"/>
            <a:ext cx="6966408" cy="365125"/>
          </a:xfrm>
        </p:spPr>
        <p:txBody>
          <a:bodyPr/>
          <a:lstStyle/>
          <a:p>
            <a:r>
              <a:rPr lang="en-US"/>
              <a:t>Edited and Reviewed By: I. Bara' Qadomi &amp; I. Bara' Hamadah (FIT, Applied Science Private University)</a:t>
            </a:r>
          </a:p>
        </p:txBody>
      </p:sp>
    </p:spTree>
    <p:extLst>
      <p:ext uri="{BB962C8B-B14F-4D97-AF65-F5344CB8AC3E}">
        <p14:creationId xmlns:p14="http://schemas.microsoft.com/office/powerpoint/2010/main" val="3509586583"/>
      </p:ext>
    </p:extLst>
  </p:cSld>
  <p:clrMapOvr>
    <a:masterClrMapping/>
  </p:clrMapOvr>
  <p:transition spd="slow">
    <p:wip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7E5B45-8D88-ED12-F886-5CB527D7BEF3}"/>
              </a:ext>
            </a:extLst>
          </p:cNvPr>
          <p:cNvSpPr>
            <a:spLocks noGrp="1"/>
          </p:cNvSpPr>
          <p:nvPr>
            <p:ph type="title"/>
          </p:nvPr>
        </p:nvSpPr>
        <p:spPr>
          <a:xfrm>
            <a:off x="348791" y="286603"/>
            <a:ext cx="11481847" cy="1450757"/>
          </a:xfrm>
        </p:spPr>
        <p:txBody>
          <a:bodyPr/>
          <a:lstStyle/>
          <a:p>
            <a:r>
              <a:rPr lang="en-US" altLang="ar-SA" dirty="0"/>
              <a:t>Identifiers</a:t>
            </a:r>
            <a:endParaRPr lang="en-US" dirty="0"/>
          </a:p>
        </p:txBody>
      </p:sp>
      <p:sp>
        <p:nvSpPr>
          <p:cNvPr id="3" name="Content Placeholder 2">
            <a:extLst>
              <a:ext uri="{FF2B5EF4-FFF2-40B4-BE49-F238E27FC236}">
                <a16:creationId xmlns:a16="http://schemas.microsoft.com/office/drawing/2014/main" id="{0C2E1710-1895-E34B-968E-9A6498584B1B}"/>
              </a:ext>
            </a:extLst>
          </p:cNvPr>
          <p:cNvSpPr>
            <a:spLocks noGrp="1"/>
          </p:cNvSpPr>
          <p:nvPr>
            <p:ph idx="1"/>
          </p:nvPr>
        </p:nvSpPr>
        <p:spPr>
          <a:xfrm>
            <a:off x="348791" y="1845734"/>
            <a:ext cx="11481847" cy="4023360"/>
          </a:xfrm>
        </p:spPr>
        <p:txBody>
          <a:bodyPr>
            <a:normAutofit/>
          </a:bodyPr>
          <a:lstStyle/>
          <a:p>
            <a:r>
              <a:rPr lang="en-US" dirty="0"/>
              <a:t>Identifiers are programmer-defined names for:</a:t>
            </a:r>
          </a:p>
          <a:p>
            <a:pPr lvl="1"/>
            <a:r>
              <a:rPr lang="en-US" dirty="0"/>
              <a:t>Classes</a:t>
            </a:r>
          </a:p>
          <a:p>
            <a:pPr lvl="1"/>
            <a:r>
              <a:rPr lang="en-US" dirty="0"/>
              <a:t>Variables</a:t>
            </a:r>
          </a:p>
          <a:p>
            <a:pPr lvl="1"/>
            <a:r>
              <a:rPr lang="en-US" dirty="0"/>
              <a:t>Methods</a:t>
            </a:r>
          </a:p>
          <a:p>
            <a:r>
              <a:rPr lang="en-US" dirty="0"/>
              <a:t>An identifier is a sequence of characters that consist of letters, digits, underscores (_), and dollar signs ($). </a:t>
            </a:r>
          </a:p>
          <a:p>
            <a:r>
              <a:rPr lang="en-US" dirty="0"/>
              <a:t>An identifier must start with a letter, an underscore (_), or a dollar sign ($). It cannot start with a digit. </a:t>
            </a:r>
          </a:p>
          <a:p>
            <a:endParaRPr lang="en-US" dirty="0"/>
          </a:p>
          <a:p>
            <a:endParaRPr lang="en-US" dirty="0"/>
          </a:p>
        </p:txBody>
      </p:sp>
      <p:sp>
        <p:nvSpPr>
          <p:cNvPr id="4" name="Footer Placeholder 3">
            <a:extLst>
              <a:ext uri="{FF2B5EF4-FFF2-40B4-BE49-F238E27FC236}">
                <a16:creationId xmlns:a16="http://schemas.microsoft.com/office/drawing/2014/main" id="{09DB375A-5DA4-4702-5ED7-8F647F235B95}"/>
              </a:ext>
            </a:extLst>
          </p:cNvPr>
          <p:cNvSpPr>
            <a:spLocks noGrp="1"/>
          </p:cNvSpPr>
          <p:nvPr>
            <p:ph type="ftr" sz="quarter" idx="11"/>
          </p:nvPr>
        </p:nvSpPr>
        <p:spPr>
          <a:xfrm>
            <a:off x="2846895" y="6459785"/>
            <a:ext cx="6966408" cy="365125"/>
          </a:xfrm>
        </p:spPr>
        <p:txBody>
          <a:bodyPr/>
          <a:lstStyle/>
          <a:p>
            <a:r>
              <a:rPr lang="en-US"/>
              <a:t>Edited and Reviewed By: I. Bara' Qadomi &amp; I. Bara' Hamadah (FIT, Applied Science Private University)</a:t>
            </a:r>
            <a:endParaRPr lang="en-US" dirty="0"/>
          </a:p>
        </p:txBody>
      </p:sp>
    </p:spTree>
    <p:extLst>
      <p:ext uri="{BB962C8B-B14F-4D97-AF65-F5344CB8AC3E}">
        <p14:creationId xmlns:p14="http://schemas.microsoft.com/office/powerpoint/2010/main" val="1968091849"/>
      </p:ext>
    </p:extLst>
  </p:cSld>
  <p:clrMapOvr>
    <a:masterClrMapping/>
  </p:clrMapOvr>
  <p:transition spd="slow">
    <p:wip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7E5B45-8D88-ED12-F886-5CB527D7BEF3}"/>
              </a:ext>
            </a:extLst>
          </p:cNvPr>
          <p:cNvSpPr>
            <a:spLocks noGrp="1"/>
          </p:cNvSpPr>
          <p:nvPr>
            <p:ph type="title"/>
          </p:nvPr>
        </p:nvSpPr>
        <p:spPr>
          <a:xfrm>
            <a:off x="348791" y="286603"/>
            <a:ext cx="11481847" cy="1450757"/>
          </a:xfrm>
        </p:spPr>
        <p:txBody>
          <a:bodyPr/>
          <a:lstStyle/>
          <a:p>
            <a:r>
              <a:rPr lang="en-US" altLang="ar-SA" dirty="0"/>
              <a:t>Identifiers</a:t>
            </a:r>
            <a:endParaRPr lang="en-US" dirty="0"/>
          </a:p>
        </p:txBody>
      </p:sp>
      <p:sp>
        <p:nvSpPr>
          <p:cNvPr id="3" name="Content Placeholder 2">
            <a:extLst>
              <a:ext uri="{FF2B5EF4-FFF2-40B4-BE49-F238E27FC236}">
                <a16:creationId xmlns:a16="http://schemas.microsoft.com/office/drawing/2014/main" id="{0C2E1710-1895-E34B-968E-9A6498584B1B}"/>
              </a:ext>
            </a:extLst>
          </p:cNvPr>
          <p:cNvSpPr>
            <a:spLocks noGrp="1"/>
          </p:cNvSpPr>
          <p:nvPr>
            <p:ph idx="1"/>
          </p:nvPr>
        </p:nvSpPr>
        <p:spPr>
          <a:xfrm>
            <a:off x="348791" y="1845734"/>
            <a:ext cx="11481847" cy="4023360"/>
          </a:xfrm>
        </p:spPr>
        <p:txBody>
          <a:bodyPr>
            <a:normAutofit/>
          </a:bodyPr>
          <a:lstStyle/>
          <a:p>
            <a:r>
              <a:rPr lang="en-US" dirty="0"/>
              <a:t>An identifier cannot be a reserved word. </a:t>
            </a:r>
          </a:p>
          <a:p>
            <a:r>
              <a:rPr lang="en-US" dirty="0"/>
              <a:t>An identifier cannot be </a:t>
            </a:r>
            <a:r>
              <a:rPr lang="en-US" b="1" dirty="0"/>
              <a:t>true</a:t>
            </a:r>
            <a:r>
              <a:rPr lang="en-US" dirty="0"/>
              <a:t>, </a:t>
            </a:r>
            <a:r>
              <a:rPr lang="en-US" b="1" dirty="0"/>
              <a:t>false</a:t>
            </a:r>
            <a:r>
              <a:rPr lang="en-US" dirty="0"/>
              <a:t>, or </a:t>
            </a:r>
            <a:r>
              <a:rPr lang="en-US" b="1" dirty="0"/>
              <a:t>null</a:t>
            </a:r>
            <a:r>
              <a:rPr lang="en-US" dirty="0"/>
              <a:t>.</a:t>
            </a:r>
          </a:p>
          <a:p>
            <a:r>
              <a:rPr lang="en-US" dirty="0"/>
              <a:t>An identifier can be of any length.</a:t>
            </a:r>
          </a:p>
          <a:p>
            <a:endParaRPr lang="en-US" dirty="0"/>
          </a:p>
        </p:txBody>
      </p:sp>
      <p:sp>
        <p:nvSpPr>
          <p:cNvPr id="4" name="Footer Placeholder 3">
            <a:extLst>
              <a:ext uri="{FF2B5EF4-FFF2-40B4-BE49-F238E27FC236}">
                <a16:creationId xmlns:a16="http://schemas.microsoft.com/office/drawing/2014/main" id="{09DB375A-5DA4-4702-5ED7-8F647F235B95}"/>
              </a:ext>
            </a:extLst>
          </p:cNvPr>
          <p:cNvSpPr>
            <a:spLocks noGrp="1"/>
          </p:cNvSpPr>
          <p:nvPr>
            <p:ph type="ftr" sz="quarter" idx="11"/>
          </p:nvPr>
        </p:nvSpPr>
        <p:spPr>
          <a:xfrm>
            <a:off x="2846895" y="6459785"/>
            <a:ext cx="6966408" cy="365125"/>
          </a:xfrm>
        </p:spPr>
        <p:txBody>
          <a:bodyPr/>
          <a:lstStyle/>
          <a:p>
            <a:r>
              <a:rPr lang="en-US"/>
              <a:t>Edited and Reviewed By: I. Bara' Qadomi &amp; I. Bara' Hamadah (FIT, Applied Science Private University)</a:t>
            </a:r>
            <a:endParaRPr lang="en-US" dirty="0"/>
          </a:p>
        </p:txBody>
      </p:sp>
    </p:spTree>
    <p:extLst>
      <p:ext uri="{BB962C8B-B14F-4D97-AF65-F5344CB8AC3E}">
        <p14:creationId xmlns:p14="http://schemas.microsoft.com/office/powerpoint/2010/main" val="145990170"/>
      </p:ext>
    </p:extLst>
  </p:cSld>
  <p:clrMapOvr>
    <a:masterClrMapping/>
  </p:clrMapOvr>
  <p:transition spd="slow">
    <p:wip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4D510F-2B75-B3C7-AA46-FC9A47638566}"/>
              </a:ext>
            </a:extLst>
          </p:cNvPr>
          <p:cNvSpPr>
            <a:spLocks noGrp="1"/>
          </p:cNvSpPr>
          <p:nvPr>
            <p:ph type="title"/>
          </p:nvPr>
        </p:nvSpPr>
        <p:spPr/>
        <p:txBody>
          <a:bodyPr/>
          <a:lstStyle/>
          <a:p>
            <a:r>
              <a:rPr lang="en-US" dirty="0"/>
              <a:t>Variables</a:t>
            </a:r>
          </a:p>
        </p:txBody>
      </p:sp>
      <p:sp>
        <p:nvSpPr>
          <p:cNvPr id="3" name="Content Placeholder 2">
            <a:extLst>
              <a:ext uri="{FF2B5EF4-FFF2-40B4-BE49-F238E27FC236}">
                <a16:creationId xmlns:a16="http://schemas.microsoft.com/office/drawing/2014/main" id="{F9B51E98-3FCF-70F5-B78B-E62EFEAB5D2F}"/>
              </a:ext>
            </a:extLst>
          </p:cNvPr>
          <p:cNvSpPr>
            <a:spLocks noGrp="1"/>
          </p:cNvSpPr>
          <p:nvPr>
            <p:ph idx="1"/>
          </p:nvPr>
        </p:nvSpPr>
        <p:spPr/>
        <p:txBody>
          <a:bodyPr/>
          <a:lstStyle/>
          <a:p>
            <a:r>
              <a:rPr lang="en-US" dirty="0"/>
              <a:t>Variable: a memory location whose contents can be changed.</a:t>
            </a:r>
          </a:p>
          <a:p>
            <a:endParaRPr lang="en-US" dirty="0"/>
          </a:p>
        </p:txBody>
      </p:sp>
      <p:sp>
        <p:nvSpPr>
          <p:cNvPr id="4" name="Footer Placeholder 3">
            <a:extLst>
              <a:ext uri="{FF2B5EF4-FFF2-40B4-BE49-F238E27FC236}">
                <a16:creationId xmlns:a16="http://schemas.microsoft.com/office/drawing/2014/main" id="{6A9ED0C8-2F9A-7768-1528-079BD0271964}"/>
              </a:ext>
            </a:extLst>
          </p:cNvPr>
          <p:cNvSpPr>
            <a:spLocks noGrp="1"/>
          </p:cNvSpPr>
          <p:nvPr>
            <p:ph type="ftr" sz="quarter" idx="11"/>
          </p:nvPr>
        </p:nvSpPr>
        <p:spPr/>
        <p:txBody>
          <a:bodyPr/>
          <a:lstStyle/>
          <a:p>
            <a:r>
              <a:rPr lang="en-US"/>
              <a:t>Edited and Reviewed By: I. Bara' Qadomi &amp; I. Bara' Hamadah (FIT, Applied Science Private University)</a:t>
            </a:r>
          </a:p>
        </p:txBody>
      </p:sp>
      <p:grpSp>
        <p:nvGrpSpPr>
          <p:cNvPr id="5" name="Group 15">
            <a:extLst>
              <a:ext uri="{FF2B5EF4-FFF2-40B4-BE49-F238E27FC236}">
                <a16:creationId xmlns:a16="http://schemas.microsoft.com/office/drawing/2014/main" id="{E06E7F50-9D1B-1313-02EC-A99D14E414DE}"/>
              </a:ext>
            </a:extLst>
          </p:cNvPr>
          <p:cNvGrpSpPr>
            <a:grpSpLocks/>
          </p:cNvGrpSpPr>
          <p:nvPr/>
        </p:nvGrpSpPr>
        <p:grpSpPr bwMode="auto">
          <a:xfrm>
            <a:off x="2403539" y="2512969"/>
            <a:ext cx="7372350" cy="1344445"/>
            <a:chOff x="609600" y="2922434"/>
            <a:chExt cx="7372350" cy="1344766"/>
          </a:xfrm>
        </p:grpSpPr>
        <p:pic>
          <p:nvPicPr>
            <p:cNvPr id="6" name="Picture 2">
              <a:extLst>
                <a:ext uri="{FF2B5EF4-FFF2-40B4-BE49-F238E27FC236}">
                  <a16:creationId xmlns:a16="http://schemas.microsoft.com/office/drawing/2014/main" id="{58CAF8B8-0320-8CC8-F0D2-E6AFFF5F1D6B}"/>
                </a:ext>
              </a:extLst>
            </p:cNvPr>
            <p:cNvPicPr>
              <a:picLocks noChangeAspect="1" noChangeArrowheads="1"/>
            </p:cNvPicPr>
            <p:nvPr/>
          </p:nvPicPr>
          <p:blipFill>
            <a:blip r:embed="rId2" cstate="print"/>
            <a:srcRect/>
            <a:stretch>
              <a:fillRect/>
            </a:stretch>
          </p:blipFill>
          <p:spPr bwMode="auto">
            <a:xfrm>
              <a:off x="609600" y="2922434"/>
              <a:ext cx="7372350" cy="1083323"/>
            </a:xfrm>
            <a:prstGeom prst="rect">
              <a:avLst/>
            </a:prstGeom>
            <a:noFill/>
            <a:ln w="9525">
              <a:noFill/>
              <a:miter lim="800000"/>
              <a:headEnd/>
              <a:tailEnd/>
            </a:ln>
          </p:spPr>
        </p:pic>
        <p:sp>
          <p:nvSpPr>
            <p:cNvPr id="7" name="TextBox 6">
              <a:extLst>
                <a:ext uri="{FF2B5EF4-FFF2-40B4-BE49-F238E27FC236}">
                  <a16:creationId xmlns:a16="http://schemas.microsoft.com/office/drawing/2014/main" id="{722EA5E0-C762-7D94-F8B0-0FE765AC90BE}"/>
                </a:ext>
              </a:extLst>
            </p:cNvPr>
            <p:cNvSpPr txBox="1"/>
            <p:nvPr/>
          </p:nvSpPr>
          <p:spPr>
            <a:xfrm>
              <a:off x="609600" y="3962327"/>
              <a:ext cx="2362200" cy="304873"/>
            </a:xfrm>
            <a:prstGeom prst="rect">
              <a:avLst/>
            </a:prstGeom>
            <a:noFill/>
          </p:spPr>
          <p:txBody>
            <a:bodyPr>
              <a:spAutoFit/>
            </a:bodyPr>
            <a:lstStyle/>
            <a:p>
              <a:pPr>
                <a:defRPr/>
              </a:pPr>
              <a:r>
                <a:rPr lang="en-US" sz="1400" b="1" dirty="0">
                  <a:latin typeface="+mn-lt"/>
                </a:rPr>
                <a:t>Memory allocation</a:t>
              </a:r>
            </a:p>
          </p:txBody>
        </p:sp>
      </p:grpSp>
      <p:pic>
        <p:nvPicPr>
          <p:cNvPr id="9" name="Picture 3">
            <a:extLst>
              <a:ext uri="{FF2B5EF4-FFF2-40B4-BE49-F238E27FC236}">
                <a16:creationId xmlns:a16="http://schemas.microsoft.com/office/drawing/2014/main" id="{F4A31910-B991-B262-65A5-D09CC1845D67}"/>
              </a:ext>
            </a:extLst>
          </p:cNvPr>
          <p:cNvPicPr>
            <a:picLocks noChangeAspect="1" noChangeArrowheads="1"/>
          </p:cNvPicPr>
          <p:nvPr/>
        </p:nvPicPr>
        <p:blipFill>
          <a:blip r:embed="rId3" cstate="print"/>
          <a:srcRect/>
          <a:stretch>
            <a:fillRect/>
          </a:stretch>
        </p:blipFill>
        <p:spPr bwMode="auto">
          <a:xfrm>
            <a:off x="2336864" y="4048278"/>
            <a:ext cx="7439025" cy="1102794"/>
          </a:xfrm>
          <a:prstGeom prst="rect">
            <a:avLst/>
          </a:prstGeom>
          <a:noFill/>
          <a:ln w="9525">
            <a:noFill/>
            <a:miter lim="800000"/>
            <a:headEnd/>
            <a:tailEnd/>
          </a:ln>
        </p:spPr>
      </p:pic>
      <p:sp>
        <p:nvSpPr>
          <p:cNvPr id="10" name="TextBox 9">
            <a:extLst>
              <a:ext uri="{FF2B5EF4-FFF2-40B4-BE49-F238E27FC236}">
                <a16:creationId xmlns:a16="http://schemas.microsoft.com/office/drawing/2014/main" id="{0D1FE251-895A-4709-C460-10493C42214A}"/>
              </a:ext>
            </a:extLst>
          </p:cNvPr>
          <p:cNvSpPr txBox="1"/>
          <p:nvPr/>
        </p:nvSpPr>
        <p:spPr bwMode="auto">
          <a:xfrm>
            <a:off x="2260664" y="5191278"/>
            <a:ext cx="5410200" cy="304800"/>
          </a:xfrm>
          <a:prstGeom prst="rect">
            <a:avLst/>
          </a:prstGeom>
          <a:noFill/>
        </p:spPr>
        <p:txBody>
          <a:bodyPr>
            <a:spAutoFit/>
          </a:bodyPr>
          <a:lstStyle/>
          <a:p>
            <a:pPr>
              <a:defRPr/>
            </a:pPr>
            <a:r>
              <a:rPr lang="en-US" sz="1400" b="1" dirty="0">
                <a:latin typeface="+mn-lt"/>
              </a:rPr>
              <a:t>Memory spaces after the statement </a:t>
            </a:r>
            <a:r>
              <a:rPr lang="en-US" sz="1400" dirty="0">
                <a:latin typeface="Arial" pitchFamily="34" charset="0"/>
                <a:cs typeface="Arial" pitchFamily="34" charset="0"/>
              </a:rPr>
              <a:t>length = 6.0; </a:t>
            </a:r>
            <a:r>
              <a:rPr lang="en-US" sz="1400" b="1" dirty="0">
                <a:latin typeface="+mn-lt"/>
              </a:rPr>
              <a:t>executes</a:t>
            </a:r>
          </a:p>
        </p:txBody>
      </p:sp>
    </p:spTree>
    <p:extLst>
      <p:ext uri="{BB962C8B-B14F-4D97-AF65-F5344CB8AC3E}">
        <p14:creationId xmlns:p14="http://schemas.microsoft.com/office/powerpoint/2010/main" val="3510033810"/>
      </p:ext>
    </p:extLst>
  </p:cSld>
  <p:clrMapOvr>
    <a:masterClrMapping/>
  </p:clrMapOvr>
  <p:transition spd="slow">
    <p:wip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7E5B45-8D88-ED12-F886-5CB527D7BEF3}"/>
              </a:ext>
            </a:extLst>
          </p:cNvPr>
          <p:cNvSpPr>
            <a:spLocks noGrp="1"/>
          </p:cNvSpPr>
          <p:nvPr>
            <p:ph type="title"/>
          </p:nvPr>
        </p:nvSpPr>
        <p:spPr>
          <a:xfrm>
            <a:off x="348791" y="286603"/>
            <a:ext cx="11481847" cy="1450757"/>
          </a:xfrm>
        </p:spPr>
        <p:txBody>
          <a:bodyPr/>
          <a:lstStyle/>
          <a:p>
            <a:r>
              <a:rPr lang="en-US" altLang="ar-SA" dirty="0"/>
              <a:t>Primitive Data Types</a:t>
            </a:r>
            <a:endParaRPr lang="en-US" dirty="0"/>
          </a:p>
        </p:txBody>
      </p:sp>
      <p:sp>
        <p:nvSpPr>
          <p:cNvPr id="3" name="Content Placeholder 2">
            <a:extLst>
              <a:ext uri="{FF2B5EF4-FFF2-40B4-BE49-F238E27FC236}">
                <a16:creationId xmlns:a16="http://schemas.microsoft.com/office/drawing/2014/main" id="{0C2E1710-1895-E34B-968E-9A6498584B1B}"/>
              </a:ext>
            </a:extLst>
          </p:cNvPr>
          <p:cNvSpPr>
            <a:spLocks noGrp="1"/>
          </p:cNvSpPr>
          <p:nvPr>
            <p:ph idx="1"/>
          </p:nvPr>
        </p:nvSpPr>
        <p:spPr>
          <a:xfrm>
            <a:off x="348791" y="1845734"/>
            <a:ext cx="11481847" cy="4023360"/>
          </a:xfrm>
        </p:spPr>
        <p:txBody>
          <a:bodyPr/>
          <a:lstStyle/>
          <a:p>
            <a:r>
              <a:rPr lang="en-US" dirty="0"/>
              <a:t>Primitive data types are built into the Java language.</a:t>
            </a:r>
          </a:p>
          <a:p>
            <a:r>
              <a:rPr lang="en-US" dirty="0"/>
              <a:t>There are 8 Java primitive data types.</a:t>
            </a:r>
          </a:p>
          <a:p>
            <a:endParaRPr lang="en-US" dirty="0"/>
          </a:p>
        </p:txBody>
      </p:sp>
      <p:sp>
        <p:nvSpPr>
          <p:cNvPr id="4" name="Footer Placeholder 3">
            <a:extLst>
              <a:ext uri="{FF2B5EF4-FFF2-40B4-BE49-F238E27FC236}">
                <a16:creationId xmlns:a16="http://schemas.microsoft.com/office/drawing/2014/main" id="{9A41EC9C-251B-F8A6-37DE-3D85AE8F02C1}"/>
              </a:ext>
            </a:extLst>
          </p:cNvPr>
          <p:cNvSpPr>
            <a:spLocks noGrp="1"/>
          </p:cNvSpPr>
          <p:nvPr>
            <p:ph type="ftr" sz="quarter" idx="11"/>
          </p:nvPr>
        </p:nvSpPr>
        <p:spPr>
          <a:xfrm>
            <a:off x="2846895" y="6459785"/>
            <a:ext cx="6966408" cy="365125"/>
          </a:xfrm>
        </p:spPr>
        <p:txBody>
          <a:bodyPr/>
          <a:lstStyle/>
          <a:p>
            <a:r>
              <a:rPr lang="en-US"/>
              <a:t>Edited and Reviewed By: I. Bara' Qadomi &amp; I. Bara' Hamadah (FIT, Applied Science Private University)</a:t>
            </a:r>
          </a:p>
        </p:txBody>
      </p:sp>
      <p:sp>
        <p:nvSpPr>
          <p:cNvPr id="5" name="Rectangle 3">
            <a:extLst>
              <a:ext uri="{FF2B5EF4-FFF2-40B4-BE49-F238E27FC236}">
                <a16:creationId xmlns:a16="http://schemas.microsoft.com/office/drawing/2014/main" id="{D61777D7-C3F0-0CC9-2723-1677E217566B}"/>
              </a:ext>
            </a:extLst>
          </p:cNvPr>
          <p:cNvSpPr txBox="1">
            <a:spLocks noChangeArrowheads="1"/>
          </p:cNvSpPr>
          <p:nvPr/>
        </p:nvSpPr>
        <p:spPr>
          <a:xfrm>
            <a:off x="1214770" y="2935076"/>
            <a:ext cx="4067175" cy="1844675"/>
          </a:xfrm>
          <a:prstGeom prst="rect">
            <a:avLst/>
          </a:prstGeom>
        </p:spPr>
        <p:txBody>
          <a:bodyPr vert="horz">
            <a:normAutofit/>
          </a:bodyPr>
          <a:lstStyle>
            <a:lvl1pPr marL="320040" indent="-320040" algn="l" rtl="0" eaLnBrk="1" latinLnBrk="0" hangingPunct="1">
              <a:spcBef>
                <a:spcPts val="700"/>
              </a:spcBef>
              <a:buClr>
                <a:schemeClr val="accent2"/>
              </a:buClr>
              <a:buSzPct val="60000"/>
              <a:buFont typeface="Wingdings"/>
              <a:buChar char=""/>
              <a:defRPr kumimoji="0" sz="2900" kern="1200">
                <a:solidFill>
                  <a:schemeClr val="tx1"/>
                </a:solidFill>
                <a:latin typeface="+mn-lt"/>
                <a:ea typeface="+mn-ea"/>
                <a:cs typeface="+mn-cs"/>
              </a:defRPr>
            </a:lvl1pPr>
            <a:lvl2pPr marL="640080" indent="-274320" algn="l" rtl="0" eaLnBrk="1" latinLnBrk="0" hangingPunct="1">
              <a:spcBef>
                <a:spcPts val="550"/>
              </a:spcBef>
              <a:buClr>
                <a:schemeClr val="accent1"/>
              </a:buClr>
              <a:buSzPct val="70000"/>
              <a:buFont typeface="Wingdings 2"/>
              <a:buChar char=""/>
              <a:defRPr kumimoji="0" sz="2600" kern="1200">
                <a:solidFill>
                  <a:schemeClr val="tx1"/>
                </a:solidFill>
                <a:latin typeface="+mn-lt"/>
                <a:ea typeface="+mn-ea"/>
                <a:cs typeface="+mn-cs"/>
              </a:defRPr>
            </a:lvl2pPr>
            <a:lvl3pPr marL="914400" indent="-228600" algn="l" rtl="0" eaLnBrk="1" latinLnBrk="0" hangingPunct="1">
              <a:spcBef>
                <a:spcPts val="500"/>
              </a:spcBef>
              <a:buClr>
                <a:schemeClr val="accent2"/>
              </a:buClr>
              <a:buSzPct val="75000"/>
              <a:buFont typeface="Wingdings"/>
              <a:buChar char=""/>
              <a:defRPr kumimoji="0" sz="2300" kern="1200">
                <a:solidFill>
                  <a:schemeClr val="tx1"/>
                </a:solidFill>
                <a:latin typeface="+mn-lt"/>
                <a:ea typeface="+mn-ea"/>
                <a:cs typeface="+mn-cs"/>
              </a:defRPr>
            </a:lvl3pPr>
            <a:lvl4pPr marL="1371600" indent="-228600" algn="l" rtl="0" eaLnBrk="1" latinLnBrk="0" hangingPunct="1">
              <a:spcBef>
                <a:spcPts val="400"/>
              </a:spcBef>
              <a:buClr>
                <a:schemeClr val="accent3"/>
              </a:buClr>
              <a:buSzPct val="75000"/>
              <a:buFont typeface="Wingdings"/>
              <a:buChar char=""/>
              <a:defRPr kumimoji="0" sz="2000" kern="1200">
                <a:solidFill>
                  <a:schemeClr val="tx1"/>
                </a:solidFill>
                <a:latin typeface="+mn-lt"/>
                <a:ea typeface="+mn-ea"/>
                <a:cs typeface="+mn-cs"/>
              </a:defRPr>
            </a:lvl4pPr>
            <a:lvl5pPr marL="1828800" indent="-228600" algn="l" rtl="0" eaLnBrk="1" latinLnBrk="0" hangingPunct="1">
              <a:spcBef>
                <a:spcPts val="400"/>
              </a:spcBef>
              <a:buClr>
                <a:schemeClr val="accent4"/>
              </a:buClr>
              <a:buSzPct val="65000"/>
              <a:buFont typeface="Wingdings"/>
              <a:buChar char=""/>
              <a:defRPr kumimoji="0"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a:buChar char="§"/>
              <a:defRPr kumimoji="0"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kumimoji="0"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kumimoji="0"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kumimoji="0" sz="1800" kern="1200" baseline="0">
                <a:solidFill>
                  <a:schemeClr val="tx1"/>
                </a:solidFill>
                <a:latin typeface="+mn-lt"/>
                <a:ea typeface="+mn-ea"/>
                <a:cs typeface="+mn-cs"/>
              </a:defRPr>
            </a:lvl9pPr>
          </a:lstStyle>
          <a:p>
            <a:pPr lvl="1">
              <a:buFont typeface="Wingdings" panose="05000000000000000000" pitchFamily="2" charset="2"/>
              <a:buChar char="§"/>
            </a:pPr>
            <a:r>
              <a:rPr lang="en-US" altLang="en-US" sz="2400" i="1" dirty="0">
                <a:latin typeface="+mj-lt"/>
              </a:rPr>
              <a:t>byte</a:t>
            </a:r>
          </a:p>
          <a:p>
            <a:pPr lvl="1">
              <a:buFont typeface="Wingdings" panose="05000000000000000000" pitchFamily="2" charset="2"/>
              <a:buChar char="§"/>
            </a:pPr>
            <a:r>
              <a:rPr lang="en-US" altLang="en-US" sz="2400" i="1" dirty="0">
                <a:latin typeface="+mj-lt"/>
              </a:rPr>
              <a:t>short</a:t>
            </a:r>
          </a:p>
          <a:p>
            <a:pPr lvl="1">
              <a:buFont typeface="Wingdings" panose="05000000000000000000" pitchFamily="2" charset="2"/>
              <a:buChar char="§"/>
            </a:pPr>
            <a:r>
              <a:rPr lang="en-US" altLang="en-US" sz="2400" i="1" dirty="0">
                <a:latin typeface="+mj-lt"/>
              </a:rPr>
              <a:t>int</a:t>
            </a:r>
          </a:p>
          <a:p>
            <a:pPr lvl="1">
              <a:buFont typeface="Wingdings" panose="05000000000000000000" pitchFamily="2" charset="2"/>
              <a:buChar char="§"/>
            </a:pPr>
            <a:r>
              <a:rPr lang="en-US" altLang="en-US" sz="2400" i="1" dirty="0">
                <a:latin typeface="+mj-lt"/>
              </a:rPr>
              <a:t>long</a:t>
            </a:r>
          </a:p>
        </p:txBody>
      </p:sp>
      <p:sp>
        <p:nvSpPr>
          <p:cNvPr id="6" name="Rectangle 4">
            <a:extLst>
              <a:ext uri="{FF2B5EF4-FFF2-40B4-BE49-F238E27FC236}">
                <a16:creationId xmlns:a16="http://schemas.microsoft.com/office/drawing/2014/main" id="{BE348446-77F0-9EC7-73BB-FDDB782FEADF}"/>
              </a:ext>
            </a:extLst>
          </p:cNvPr>
          <p:cNvSpPr txBox="1">
            <a:spLocks noChangeArrowheads="1"/>
          </p:cNvSpPr>
          <p:nvPr/>
        </p:nvSpPr>
        <p:spPr>
          <a:xfrm>
            <a:off x="4706479" y="3009688"/>
            <a:ext cx="4065588" cy="1770063"/>
          </a:xfrm>
          <a:prstGeom prst="rect">
            <a:avLst/>
          </a:prstGeom>
        </p:spPr>
        <p:txBody>
          <a:bodyPr vert="horz">
            <a:normAutofit/>
          </a:bodyPr>
          <a:lstStyle>
            <a:lvl1pPr marL="320040" indent="-320040" algn="l" rtl="0" eaLnBrk="1" latinLnBrk="0" hangingPunct="1">
              <a:spcBef>
                <a:spcPts val="700"/>
              </a:spcBef>
              <a:buClr>
                <a:schemeClr val="accent2"/>
              </a:buClr>
              <a:buSzPct val="60000"/>
              <a:buFont typeface="Wingdings"/>
              <a:buChar char=""/>
              <a:defRPr kumimoji="0" sz="2900" kern="1200">
                <a:solidFill>
                  <a:schemeClr val="tx1"/>
                </a:solidFill>
                <a:latin typeface="+mn-lt"/>
                <a:ea typeface="+mn-ea"/>
                <a:cs typeface="+mn-cs"/>
              </a:defRPr>
            </a:lvl1pPr>
            <a:lvl2pPr marL="640080" indent="-274320" algn="l" rtl="0" eaLnBrk="1" latinLnBrk="0" hangingPunct="1">
              <a:spcBef>
                <a:spcPts val="550"/>
              </a:spcBef>
              <a:buClr>
                <a:schemeClr val="accent1"/>
              </a:buClr>
              <a:buSzPct val="70000"/>
              <a:buFont typeface="Wingdings 2"/>
              <a:buChar char=""/>
              <a:defRPr kumimoji="0" sz="2600" kern="1200">
                <a:solidFill>
                  <a:schemeClr val="tx1"/>
                </a:solidFill>
                <a:latin typeface="+mn-lt"/>
                <a:ea typeface="+mn-ea"/>
                <a:cs typeface="+mn-cs"/>
              </a:defRPr>
            </a:lvl2pPr>
            <a:lvl3pPr marL="914400" indent="-228600" algn="l" rtl="0" eaLnBrk="1" latinLnBrk="0" hangingPunct="1">
              <a:spcBef>
                <a:spcPts val="500"/>
              </a:spcBef>
              <a:buClr>
                <a:schemeClr val="accent2"/>
              </a:buClr>
              <a:buSzPct val="75000"/>
              <a:buFont typeface="Wingdings"/>
              <a:buChar char=""/>
              <a:defRPr kumimoji="0" sz="2300" kern="1200">
                <a:solidFill>
                  <a:schemeClr val="tx1"/>
                </a:solidFill>
                <a:latin typeface="+mn-lt"/>
                <a:ea typeface="+mn-ea"/>
                <a:cs typeface="+mn-cs"/>
              </a:defRPr>
            </a:lvl3pPr>
            <a:lvl4pPr marL="1371600" indent="-228600" algn="l" rtl="0" eaLnBrk="1" latinLnBrk="0" hangingPunct="1">
              <a:spcBef>
                <a:spcPts val="400"/>
              </a:spcBef>
              <a:buClr>
                <a:schemeClr val="accent3"/>
              </a:buClr>
              <a:buSzPct val="75000"/>
              <a:buFont typeface="Wingdings"/>
              <a:buChar char=""/>
              <a:defRPr kumimoji="0" sz="2000" kern="1200">
                <a:solidFill>
                  <a:schemeClr val="tx1"/>
                </a:solidFill>
                <a:latin typeface="+mn-lt"/>
                <a:ea typeface="+mn-ea"/>
                <a:cs typeface="+mn-cs"/>
              </a:defRPr>
            </a:lvl4pPr>
            <a:lvl5pPr marL="1828800" indent="-228600" algn="l" rtl="0" eaLnBrk="1" latinLnBrk="0" hangingPunct="1">
              <a:spcBef>
                <a:spcPts val="400"/>
              </a:spcBef>
              <a:buClr>
                <a:schemeClr val="accent4"/>
              </a:buClr>
              <a:buSzPct val="65000"/>
              <a:buFont typeface="Wingdings"/>
              <a:buChar char=""/>
              <a:defRPr kumimoji="0"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a:buChar char="§"/>
              <a:defRPr kumimoji="0"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kumimoji="0"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kumimoji="0"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kumimoji="0" sz="1800" kern="1200" baseline="0">
                <a:solidFill>
                  <a:schemeClr val="tx1"/>
                </a:solidFill>
                <a:latin typeface="+mn-lt"/>
                <a:ea typeface="+mn-ea"/>
                <a:cs typeface="+mn-cs"/>
              </a:defRPr>
            </a:lvl9pPr>
          </a:lstStyle>
          <a:p>
            <a:pPr lvl="1">
              <a:lnSpc>
                <a:spcPct val="90000"/>
              </a:lnSpc>
              <a:buFont typeface="Wingdings" panose="05000000000000000000" pitchFamily="2" charset="2"/>
              <a:buChar char="§"/>
            </a:pPr>
            <a:r>
              <a:rPr lang="en-US" altLang="en-US" sz="2400" i="1" dirty="0">
                <a:latin typeface="+mj-lt"/>
              </a:rPr>
              <a:t>float</a:t>
            </a:r>
          </a:p>
          <a:p>
            <a:pPr lvl="1">
              <a:lnSpc>
                <a:spcPct val="90000"/>
              </a:lnSpc>
              <a:buFont typeface="Wingdings" panose="05000000000000000000" pitchFamily="2" charset="2"/>
              <a:buChar char="§"/>
            </a:pPr>
            <a:r>
              <a:rPr lang="en-US" altLang="en-US" sz="2400" i="1" dirty="0">
                <a:latin typeface="+mj-lt"/>
              </a:rPr>
              <a:t>double</a:t>
            </a:r>
          </a:p>
          <a:p>
            <a:pPr lvl="1">
              <a:lnSpc>
                <a:spcPct val="90000"/>
              </a:lnSpc>
              <a:buFont typeface="Wingdings" panose="05000000000000000000" pitchFamily="2" charset="2"/>
              <a:buChar char="§"/>
            </a:pPr>
            <a:r>
              <a:rPr lang="en-US" altLang="en-US" sz="2400" i="1" dirty="0">
                <a:latin typeface="+mj-lt"/>
              </a:rPr>
              <a:t>boolean</a:t>
            </a:r>
          </a:p>
          <a:p>
            <a:pPr lvl="1">
              <a:lnSpc>
                <a:spcPct val="90000"/>
              </a:lnSpc>
              <a:buFont typeface="Wingdings" panose="05000000000000000000" pitchFamily="2" charset="2"/>
              <a:buChar char="§"/>
            </a:pPr>
            <a:r>
              <a:rPr lang="en-US" altLang="en-US" sz="2400" i="1" dirty="0">
                <a:latin typeface="+mj-lt"/>
              </a:rPr>
              <a:t>char</a:t>
            </a:r>
          </a:p>
        </p:txBody>
      </p:sp>
    </p:spTree>
    <p:extLst>
      <p:ext uri="{BB962C8B-B14F-4D97-AF65-F5344CB8AC3E}">
        <p14:creationId xmlns:p14="http://schemas.microsoft.com/office/powerpoint/2010/main" val="1920464530"/>
      </p:ext>
    </p:extLst>
  </p:cSld>
  <p:clrMapOvr>
    <a:masterClrMapping/>
  </p:clrMapOvr>
  <p:transition spd="slow">
    <p:wip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7E5B45-8D88-ED12-F886-5CB527D7BEF3}"/>
              </a:ext>
            </a:extLst>
          </p:cNvPr>
          <p:cNvSpPr>
            <a:spLocks noGrp="1"/>
          </p:cNvSpPr>
          <p:nvPr>
            <p:ph type="title"/>
          </p:nvPr>
        </p:nvSpPr>
        <p:spPr>
          <a:xfrm>
            <a:off x="348791" y="286603"/>
            <a:ext cx="11481847" cy="1450757"/>
          </a:xfrm>
        </p:spPr>
        <p:txBody>
          <a:bodyPr/>
          <a:lstStyle/>
          <a:p>
            <a:r>
              <a:rPr lang="en-US" altLang="ar-SA" dirty="0"/>
              <a:t>Numeric Data Types</a:t>
            </a:r>
            <a:endParaRPr lang="en-US" dirty="0"/>
          </a:p>
        </p:txBody>
      </p:sp>
      <p:pic>
        <p:nvPicPr>
          <p:cNvPr id="6" name="Content Placeholder 5">
            <a:extLst>
              <a:ext uri="{FF2B5EF4-FFF2-40B4-BE49-F238E27FC236}">
                <a16:creationId xmlns:a16="http://schemas.microsoft.com/office/drawing/2014/main" id="{498843C2-00DB-6094-6543-9D2CA0F01819}"/>
              </a:ext>
            </a:extLst>
          </p:cNvPr>
          <p:cNvPicPr>
            <a:picLocks noGrp="1" noChangeAspect="1"/>
          </p:cNvPicPr>
          <p:nvPr>
            <p:ph idx="1"/>
          </p:nvPr>
        </p:nvPicPr>
        <p:blipFill>
          <a:blip r:embed="rId2"/>
          <a:stretch>
            <a:fillRect/>
          </a:stretch>
        </p:blipFill>
        <p:spPr>
          <a:xfrm>
            <a:off x="1633689" y="1737360"/>
            <a:ext cx="8912049" cy="4591251"/>
          </a:xfrm>
        </p:spPr>
      </p:pic>
      <p:sp>
        <p:nvSpPr>
          <p:cNvPr id="4" name="Footer Placeholder 3">
            <a:extLst>
              <a:ext uri="{FF2B5EF4-FFF2-40B4-BE49-F238E27FC236}">
                <a16:creationId xmlns:a16="http://schemas.microsoft.com/office/drawing/2014/main" id="{09DB375A-5DA4-4702-5ED7-8F647F235B95}"/>
              </a:ext>
            </a:extLst>
          </p:cNvPr>
          <p:cNvSpPr>
            <a:spLocks noGrp="1"/>
          </p:cNvSpPr>
          <p:nvPr>
            <p:ph type="ftr" sz="quarter" idx="11"/>
          </p:nvPr>
        </p:nvSpPr>
        <p:spPr>
          <a:xfrm>
            <a:off x="2846895" y="6459785"/>
            <a:ext cx="6966408" cy="365125"/>
          </a:xfrm>
        </p:spPr>
        <p:txBody>
          <a:bodyPr/>
          <a:lstStyle/>
          <a:p>
            <a:r>
              <a:rPr lang="en-US"/>
              <a:t>Edited and Reviewed By: I. Bara' Qadomi &amp; I. Bara' Hamadah (FIT, Applied Science Private University)</a:t>
            </a:r>
            <a:endParaRPr lang="en-US" dirty="0"/>
          </a:p>
        </p:txBody>
      </p:sp>
    </p:spTree>
    <p:extLst>
      <p:ext uri="{BB962C8B-B14F-4D97-AF65-F5344CB8AC3E}">
        <p14:creationId xmlns:p14="http://schemas.microsoft.com/office/powerpoint/2010/main" val="2439243971"/>
      </p:ext>
    </p:extLst>
  </p:cSld>
  <p:clrMapOvr>
    <a:masterClrMapping/>
  </p:clrMapOvr>
  <p:transition spd="slow">
    <p:wip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7E5B45-8D88-ED12-F886-5CB527D7BEF3}"/>
              </a:ext>
            </a:extLst>
          </p:cNvPr>
          <p:cNvSpPr>
            <a:spLocks noGrp="1"/>
          </p:cNvSpPr>
          <p:nvPr>
            <p:ph type="title"/>
          </p:nvPr>
        </p:nvSpPr>
        <p:spPr>
          <a:xfrm>
            <a:off x="348791" y="286603"/>
            <a:ext cx="11481847" cy="1450757"/>
          </a:xfrm>
        </p:spPr>
        <p:txBody>
          <a:bodyPr/>
          <a:lstStyle/>
          <a:p>
            <a:r>
              <a:rPr lang="en-US" i="1" dirty="0"/>
              <a:t>double</a:t>
            </a:r>
            <a:r>
              <a:rPr lang="en-US" dirty="0"/>
              <a:t> vs. </a:t>
            </a:r>
            <a:r>
              <a:rPr lang="en-US" i="1" dirty="0"/>
              <a:t>float</a:t>
            </a:r>
            <a:r>
              <a:rPr lang="en-US" dirty="0"/>
              <a:t> </a:t>
            </a:r>
          </a:p>
        </p:txBody>
      </p:sp>
      <p:sp>
        <p:nvSpPr>
          <p:cNvPr id="3" name="Content Placeholder 2">
            <a:extLst>
              <a:ext uri="{FF2B5EF4-FFF2-40B4-BE49-F238E27FC236}">
                <a16:creationId xmlns:a16="http://schemas.microsoft.com/office/drawing/2014/main" id="{0C2E1710-1895-E34B-968E-9A6498584B1B}"/>
              </a:ext>
            </a:extLst>
          </p:cNvPr>
          <p:cNvSpPr>
            <a:spLocks noGrp="1"/>
          </p:cNvSpPr>
          <p:nvPr>
            <p:ph idx="1"/>
          </p:nvPr>
        </p:nvSpPr>
        <p:spPr>
          <a:xfrm>
            <a:off x="348791" y="1845734"/>
            <a:ext cx="11481847" cy="4023360"/>
          </a:xfrm>
        </p:spPr>
        <p:txBody>
          <a:bodyPr>
            <a:normAutofit/>
          </a:bodyPr>
          <a:lstStyle/>
          <a:p>
            <a:pPr marL="0" indent="0">
              <a:buNone/>
            </a:pPr>
            <a:r>
              <a:rPr lang="en-US" altLang="en-US" dirty="0">
                <a:latin typeface="+mj-lt"/>
              </a:rPr>
              <a:t>The </a:t>
            </a:r>
            <a:r>
              <a:rPr lang="en-US" altLang="en-US" i="1" dirty="0">
                <a:latin typeface="+mj-lt"/>
              </a:rPr>
              <a:t>double</a:t>
            </a:r>
            <a:r>
              <a:rPr lang="en-US" altLang="en-US" dirty="0">
                <a:latin typeface="+mj-lt"/>
              </a:rPr>
              <a:t> type values are more accurate than the </a:t>
            </a:r>
            <a:r>
              <a:rPr lang="en-US" altLang="en-US" i="1" dirty="0">
                <a:latin typeface="+mj-lt"/>
              </a:rPr>
              <a:t>float</a:t>
            </a:r>
            <a:r>
              <a:rPr lang="en-US" altLang="en-US" dirty="0">
                <a:latin typeface="+mj-lt"/>
              </a:rPr>
              <a:t> type values. For example,</a:t>
            </a:r>
            <a:br>
              <a:rPr lang="en-US" altLang="en-US" dirty="0">
                <a:latin typeface="+mj-lt"/>
              </a:rPr>
            </a:br>
            <a:br>
              <a:rPr lang="en-US" altLang="en-US" dirty="0">
                <a:latin typeface="+mj-lt"/>
              </a:rPr>
            </a:br>
            <a:br>
              <a:rPr lang="en-US" altLang="en-US" dirty="0">
                <a:latin typeface="+mj-lt"/>
              </a:rPr>
            </a:br>
            <a:br>
              <a:rPr lang="en-US" altLang="en-US" dirty="0">
                <a:latin typeface="+mj-lt"/>
              </a:rPr>
            </a:br>
            <a:br>
              <a:rPr lang="en-US" altLang="en-US" dirty="0">
                <a:latin typeface="+mj-lt"/>
              </a:rPr>
            </a:br>
            <a:br>
              <a:rPr lang="en-US" altLang="en-US" dirty="0">
                <a:latin typeface="+mj-lt"/>
              </a:rPr>
            </a:br>
            <a:r>
              <a:rPr lang="en-US" i="1" dirty="0">
                <a:solidFill>
                  <a:srgbClr val="FF0000"/>
                </a:solidFill>
                <a:effectLst/>
                <a:latin typeface="+mj-lt"/>
              </a:rPr>
              <a:t>double</a:t>
            </a:r>
            <a:r>
              <a:rPr lang="en-US" dirty="0">
                <a:solidFill>
                  <a:srgbClr val="FF0000"/>
                </a:solidFill>
                <a:effectLst/>
                <a:latin typeface="+mj-lt"/>
              </a:rPr>
              <a:t> is the default. Otherwise, you have to add letter </a:t>
            </a:r>
            <a:r>
              <a:rPr lang="en-US" b="1" dirty="0">
                <a:solidFill>
                  <a:srgbClr val="FF0000"/>
                </a:solidFill>
                <a:effectLst/>
                <a:latin typeface="+mj-lt"/>
              </a:rPr>
              <a:t>F</a:t>
            </a:r>
            <a:r>
              <a:rPr lang="en-US" dirty="0">
                <a:solidFill>
                  <a:srgbClr val="FF0000"/>
                </a:solidFill>
                <a:effectLst/>
                <a:latin typeface="+mj-lt"/>
              </a:rPr>
              <a:t> for </a:t>
            </a:r>
            <a:r>
              <a:rPr lang="en-US" i="1" dirty="0">
                <a:solidFill>
                  <a:srgbClr val="FF0000"/>
                </a:solidFill>
                <a:effectLst/>
                <a:latin typeface="+mj-lt"/>
              </a:rPr>
              <a:t>float</a:t>
            </a:r>
            <a:r>
              <a:rPr lang="en-US" dirty="0">
                <a:solidFill>
                  <a:srgbClr val="FF0000"/>
                </a:solidFill>
                <a:effectLst/>
                <a:latin typeface="+mj-lt"/>
              </a:rPr>
              <a:t> as the example follows:</a:t>
            </a:r>
          </a:p>
          <a:p>
            <a:pPr marL="0" indent="0">
              <a:buFont typeface="Monotype Sorts"/>
              <a:buNone/>
            </a:pPr>
            <a:endParaRPr lang="en-US" altLang="en-US" dirty="0"/>
          </a:p>
        </p:txBody>
      </p:sp>
      <p:sp>
        <p:nvSpPr>
          <p:cNvPr id="4" name="Footer Placeholder 3">
            <a:extLst>
              <a:ext uri="{FF2B5EF4-FFF2-40B4-BE49-F238E27FC236}">
                <a16:creationId xmlns:a16="http://schemas.microsoft.com/office/drawing/2014/main" id="{9582A007-56C2-89D3-B613-9E01FE5C1A78}"/>
              </a:ext>
            </a:extLst>
          </p:cNvPr>
          <p:cNvSpPr>
            <a:spLocks noGrp="1"/>
          </p:cNvSpPr>
          <p:nvPr>
            <p:ph type="ftr" sz="quarter" idx="11"/>
          </p:nvPr>
        </p:nvSpPr>
        <p:spPr>
          <a:xfrm>
            <a:off x="2846895" y="6459785"/>
            <a:ext cx="6966408" cy="365125"/>
          </a:xfrm>
        </p:spPr>
        <p:txBody>
          <a:bodyPr/>
          <a:lstStyle/>
          <a:p>
            <a:r>
              <a:rPr lang="en-US"/>
              <a:t>Edited and Reviewed By: I. Bara' Qadomi &amp; I. Bara' Hamadah (FIT, Applied Science Private University)</a:t>
            </a:r>
          </a:p>
        </p:txBody>
      </p:sp>
      <p:sp>
        <p:nvSpPr>
          <p:cNvPr id="5" name="Rectangle 4">
            <a:extLst>
              <a:ext uri="{FF2B5EF4-FFF2-40B4-BE49-F238E27FC236}">
                <a16:creationId xmlns:a16="http://schemas.microsoft.com/office/drawing/2014/main" id="{35279085-B23B-6E45-DCF4-BE1FB05034F9}"/>
              </a:ext>
            </a:extLst>
          </p:cNvPr>
          <p:cNvSpPr>
            <a:spLocks noChangeArrowheads="1"/>
          </p:cNvSpPr>
          <p:nvPr/>
        </p:nvSpPr>
        <p:spPr bwMode="auto">
          <a:xfrm>
            <a:off x="1749489" y="2438066"/>
            <a:ext cx="8680450" cy="614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buFont typeface="Monotype Sorts"/>
              <a:buNone/>
            </a:pPr>
            <a:r>
              <a:rPr lang="en-US" altLang="en-US" sz="2000" b="1" dirty="0" err="1">
                <a:latin typeface="Courier New" panose="02070309020205020404" pitchFamily="49" charset="0"/>
              </a:rPr>
              <a:t>System.out.println</a:t>
            </a:r>
            <a:r>
              <a:rPr lang="en-US" altLang="en-US" sz="2000" b="1" dirty="0">
                <a:latin typeface="Courier New" panose="02070309020205020404" pitchFamily="49" charset="0"/>
              </a:rPr>
              <a:t>("1.0 / 3.0 is " + 1.0 / 3.0);</a:t>
            </a:r>
          </a:p>
        </p:txBody>
      </p:sp>
      <p:graphicFrame>
        <p:nvGraphicFramePr>
          <p:cNvPr id="12" name="Object 6">
            <a:extLst>
              <a:ext uri="{FF2B5EF4-FFF2-40B4-BE49-F238E27FC236}">
                <a16:creationId xmlns:a16="http://schemas.microsoft.com/office/drawing/2014/main" id="{603C695D-174D-0772-51FA-C1A95AC823B9}"/>
              </a:ext>
            </a:extLst>
          </p:cNvPr>
          <p:cNvGraphicFramePr>
            <a:graphicFrameLocks noChangeAspect="1"/>
          </p:cNvGraphicFramePr>
          <p:nvPr>
            <p:extLst>
              <p:ext uri="{D42A27DB-BD31-4B8C-83A1-F6EECF244321}">
                <p14:modId xmlns:p14="http://schemas.microsoft.com/office/powerpoint/2010/main" val="3641040278"/>
              </p:ext>
            </p:extLst>
          </p:nvPr>
        </p:nvGraphicFramePr>
        <p:xfrm>
          <a:off x="1835985" y="2981325"/>
          <a:ext cx="5492750" cy="895350"/>
        </p:xfrm>
        <a:graphic>
          <a:graphicData uri="http://schemas.openxmlformats.org/presentationml/2006/ole">
            <mc:AlternateContent xmlns:mc="http://schemas.openxmlformats.org/markup-compatibility/2006">
              <mc:Choice xmlns:v="urn:schemas-microsoft-com:vml" Requires="v">
                <p:oleObj name="Picture" r:id="rId2" imgW="3149640" imgH="514440" progId="Word.Picture.8">
                  <p:embed/>
                </p:oleObj>
              </mc:Choice>
              <mc:Fallback>
                <p:oleObj name="Picture" r:id="rId2" imgW="3149640" imgH="514440" progId="Word.Picture.8">
                  <p:embed/>
                  <p:pic>
                    <p:nvPicPr>
                      <p:cNvPr id="44039" name="Object 6">
                        <a:extLst>
                          <a:ext uri="{FF2B5EF4-FFF2-40B4-BE49-F238E27FC236}">
                            <a16:creationId xmlns:a16="http://schemas.microsoft.com/office/drawing/2014/main" id="{F895F814-C8A8-36A4-6555-0B0FE82CD02F}"/>
                          </a:ext>
                        </a:extLst>
                      </p:cNvPr>
                      <p:cNvPicPr>
                        <a:picLocks noChangeAspect="1" noChangeArrowheads="1"/>
                      </p:cNvPicPr>
                      <p:nvPr/>
                    </p:nvPicPr>
                    <p:blipFill>
                      <a:blip r:embed="rId3"/>
                      <a:srcRect/>
                      <a:stretch>
                        <a:fillRect/>
                      </a:stretch>
                    </p:blipFill>
                    <p:spPr bwMode="auto">
                      <a:xfrm>
                        <a:off x="1835985" y="2981325"/>
                        <a:ext cx="5492750" cy="895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3" name="Rectangle 10">
            <a:extLst>
              <a:ext uri="{FF2B5EF4-FFF2-40B4-BE49-F238E27FC236}">
                <a16:creationId xmlns:a16="http://schemas.microsoft.com/office/drawing/2014/main" id="{1FFBDF04-E049-0BAD-145C-8CB2DD2612B3}"/>
              </a:ext>
            </a:extLst>
          </p:cNvPr>
          <p:cNvSpPr>
            <a:spLocks noChangeArrowheads="1"/>
          </p:cNvSpPr>
          <p:nvPr/>
        </p:nvSpPr>
        <p:spPr bwMode="auto">
          <a:xfrm>
            <a:off x="1531185" y="4485493"/>
            <a:ext cx="8680450" cy="614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buFont typeface="Monotype Sorts"/>
              <a:buNone/>
            </a:pPr>
            <a:r>
              <a:rPr lang="en-US" altLang="en-US" sz="2000" b="1" dirty="0" err="1">
                <a:latin typeface="Courier New" panose="02070309020205020404" pitchFamily="49" charset="0"/>
              </a:rPr>
              <a:t>System.out.println</a:t>
            </a:r>
            <a:r>
              <a:rPr lang="en-US" altLang="en-US" sz="2000" b="1" dirty="0">
                <a:latin typeface="Courier New" panose="02070309020205020404" pitchFamily="49" charset="0"/>
              </a:rPr>
              <a:t>("1.0F / 3.0F is " + 1.0</a:t>
            </a:r>
            <a:r>
              <a:rPr lang="en-US" altLang="en-US" sz="2000" b="1" dirty="0">
                <a:solidFill>
                  <a:srgbClr val="FF0000"/>
                </a:solidFill>
                <a:latin typeface="Courier New" panose="02070309020205020404" pitchFamily="49" charset="0"/>
              </a:rPr>
              <a:t>F</a:t>
            </a:r>
            <a:r>
              <a:rPr lang="en-US" altLang="en-US" sz="2000" b="1" dirty="0">
                <a:latin typeface="Courier New" panose="02070309020205020404" pitchFamily="49" charset="0"/>
              </a:rPr>
              <a:t> / 3.0</a:t>
            </a:r>
            <a:r>
              <a:rPr lang="en-US" altLang="en-US" sz="2000" b="1" dirty="0">
                <a:solidFill>
                  <a:srgbClr val="FF0000"/>
                </a:solidFill>
                <a:latin typeface="Courier New" panose="02070309020205020404" pitchFamily="49" charset="0"/>
              </a:rPr>
              <a:t>F</a:t>
            </a:r>
            <a:r>
              <a:rPr lang="en-US" altLang="en-US" sz="2000" b="1" dirty="0">
                <a:latin typeface="Courier New" panose="02070309020205020404" pitchFamily="49" charset="0"/>
              </a:rPr>
              <a:t>);</a:t>
            </a:r>
          </a:p>
        </p:txBody>
      </p:sp>
      <p:graphicFrame>
        <p:nvGraphicFramePr>
          <p:cNvPr id="14" name="Object 9">
            <a:extLst>
              <a:ext uri="{FF2B5EF4-FFF2-40B4-BE49-F238E27FC236}">
                <a16:creationId xmlns:a16="http://schemas.microsoft.com/office/drawing/2014/main" id="{A82E8EBB-788E-F352-40C4-0A3514510E24}"/>
              </a:ext>
            </a:extLst>
          </p:cNvPr>
          <p:cNvGraphicFramePr>
            <a:graphicFrameLocks noChangeAspect="1"/>
          </p:cNvGraphicFramePr>
          <p:nvPr>
            <p:extLst>
              <p:ext uri="{D42A27DB-BD31-4B8C-83A1-F6EECF244321}">
                <p14:modId xmlns:p14="http://schemas.microsoft.com/office/powerpoint/2010/main" val="1770746817"/>
              </p:ext>
            </p:extLst>
          </p:nvPr>
        </p:nvGraphicFramePr>
        <p:xfrm>
          <a:off x="1625350" y="4877968"/>
          <a:ext cx="5476875" cy="892175"/>
        </p:xfrm>
        <a:graphic>
          <a:graphicData uri="http://schemas.openxmlformats.org/presentationml/2006/ole">
            <mc:AlternateContent xmlns:mc="http://schemas.openxmlformats.org/markup-compatibility/2006">
              <mc:Choice xmlns:v="urn:schemas-microsoft-com:vml" Requires="v">
                <p:oleObj name="Picture" r:id="rId4" imgW="3149640" imgH="514440" progId="Word.Picture.8">
                  <p:embed/>
                </p:oleObj>
              </mc:Choice>
              <mc:Fallback>
                <p:oleObj name="Picture" r:id="rId4" imgW="3149640" imgH="514440" progId="Word.Picture.8">
                  <p:embed/>
                  <p:pic>
                    <p:nvPicPr>
                      <p:cNvPr id="44041" name="Object 9">
                        <a:extLst>
                          <a:ext uri="{FF2B5EF4-FFF2-40B4-BE49-F238E27FC236}">
                            <a16:creationId xmlns:a16="http://schemas.microsoft.com/office/drawing/2014/main" id="{8C427F09-D4B4-4148-BE38-94CDB140D7EA}"/>
                          </a:ext>
                        </a:extLst>
                      </p:cNvPr>
                      <p:cNvPicPr>
                        <a:picLocks noChangeAspect="1" noChangeArrowheads="1"/>
                      </p:cNvPicPr>
                      <p:nvPr/>
                    </p:nvPicPr>
                    <p:blipFill>
                      <a:blip r:embed="rId5"/>
                      <a:srcRect/>
                      <a:stretch>
                        <a:fillRect/>
                      </a:stretch>
                    </p:blipFill>
                    <p:spPr bwMode="auto">
                      <a:xfrm>
                        <a:off x="1625350" y="4877968"/>
                        <a:ext cx="5476875" cy="892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3564367935"/>
      </p:ext>
    </p:extLst>
  </p:cSld>
  <p:clrMapOvr>
    <a:masterClrMapping/>
  </p:clrMapOvr>
  <p:transition spd="slow">
    <p:wip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7E5B45-8D88-ED12-F886-5CB527D7BEF3}"/>
              </a:ext>
            </a:extLst>
          </p:cNvPr>
          <p:cNvSpPr>
            <a:spLocks noGrp="1"/>
          </p:cNvSpPr>
          <p:nvPr>
            <p:ph type="title"/>
          </p:nvPr>
        </p:nvSpPr>
        <p:spPr>
          <a:xfrm>
            <a:off x="348791" y="286603"/>
            <a:ext cx="11481847" cy="1450757"/>
          </a:xfrm>
        </p:spPr>
        <p:txBody>
          <a:bodyPr/>
          <a:lstStyle/>
          <a:p>
            <a:r>
              <a:rPr lang="en-US" dirty="0"/>
              <a:t>The </a:t>
            </a:r>
            <a:r>
              <a:rPr lang="en-US" i="1" dirty="0"/>
              <a:t>boolean</a:t>
            </a:r>
            <a:r>
              <a:rPr lang="en-US" dirty="0"/>
              <a:t> Data Type</a:t>
            </a:r>
          </a:p>
        </p:txBody>
      </p:sp>
      <p:sp>
        <p:nvSpPr>
          <p:cNvPr id="3" name="Content Placeholder 2">
            <a:extLst>
              <a:ext uri="{FF2B5EF4-FFF2-40B4-BE49-F238E27FC236}">
                <a16:creationId xmlns:a16="http://schemas.microsoft.com/office/drawing/2014/main" id="{0C2E1710-1895-E34B-968E-9A6498584B1B}"/>
              </a:ext>
            </a:extLst>
          </p:cNvPr>
          <p:cNvSpPr>
            <a:spLocks noGrp="1"/>
          </p:cNvSpPr>
          <p:nvPr>
            <p:ph idx="1"/>
          </p:nvPr>
        </p:nvSpPr>
        <p:spPr>
          <a:xfrm>
            <a:off x="348791" y="1845734"/>
            <a:ext cx="11481847" cy="4023360"/>
          </a:xfrm>
        </p:spPr>
        <p:txBody>
          <a:bodyPr/>
          <a:lstStyle/>
          <a:p>
            <a:r>
              <a:rPr lang="en-US" dirty="0"/>
              <a:t>The Java </a:t>
            </a:r>
            <a:r>
              <a:rPr lang="en-US" i="1" dirty="0"/>
              <a:t>boolean</a:t>
            </a:r>
            <a:r>
              <a:rPr lang="en-US" dirty="0"/>
              <a:t> data type can have two possible values.</a:t>
            </a:r>
          </a:p>
          <a:p>
            <a:pPr lvl="1"/>
            <a:r>
              <a:rPr lang="en-US" b="1" dirty="0"/>
              <a:t>true</a:t>
            </a:r>
          </a:p>
          <a:p>
            <a:pPr lvl="1"/>
            <a:r>
              <a:rPr lang="en-US" b="1" dirty="0"/>
              <a:t>false</a:t>
            </a:r>
          </a:p>
          <a:p>
            <a:r>
              <a:rPr lang="en-US" dirty="0"/>
              <a:t>The value of a </a:t>
            </a:r>
            <a:r>
              <a:rPr lang="en-US" i="1" dirty="0"/>
              <a:t>boolean</a:t>
            </a:r>
            <a:r>
              <a:rPr lang="en-US" dirty="0"/>
              <a:t> variable may only be copied into a </a:t>
            </a:r>
            <a:r>
              <a:rPr lang="en-US" i="1" dirty="0"/>
              <a:t>boolean</a:t>
            </a:r>
            <a:r>
              <a:rPr lang="en-US" dirty="0"/>
              <a:t> variable.</a:t>
            </a:r>
          </a:p>
        </p:txBody>
      </p:sp>
      <p:sp>
        <p:nvSpPr>
          <p:cNvPr id="4" name="Footer Placeholder 3">
            <a:extLst>
              <a:ext uri="{FF2B5EF4-FFF2-40B4-BE49-F238E27FC236}">
                <a16:creationId xmlns:a16="http://schemas.microsoft.com/office/drawing/2014/main" id="{F1ABFEEA-242B-BEC5-43A2-472024EB147C}"/>
              </a:ext>
            </a:extLst>
          </p:cNvPr>
          <p:cNvSpPr>
            <a:spLocks noGrp="1"/>
          </p:cNvSpPr>
          <p:nvPr>
            <p:ph type="ftr" sz="quarter" idx="11"/>
          </p:nvPr>
        </p:nvSpPr>
        <p:spPr>
          <a:xfrm>
            <a:off x="2846895" y="6459785"/>
            <a:ext cx="6966408" cy="365125"/>
          </a:xfrm>
        </p:spPr>
        <p:txBody>
          <a:bodyPr/>
          <a:lstStyle/>
          <a:p>
            <a:r>
              <a:rPr lang="en-US"/>
              <a:t>Edited and Reviewed By: I. Bara' Qadomi &amp; I. Bara' Hamadah (FIT, Applied Science Private University)</a:t>
            </a:r>
          </a:p>
        </p:txBody>
      </p:sp>
    </p:spTree>
    <p:extLst>
      <p:ext uri="{BB962C8B-B14F-4D97-AF65-F5344CB8AC3E}">
        <p14:creationId xmlns:p14="http://schemas.microsoft.com/office/powerpoint/2010/main" val="2974250731"/>
      </p:ext>
    </p:extLst>
  </p:cSld>
  <p:clrMapOvr>
    <a:masterClrMapping/>
  </p:clrMapOvr>
  <p:transition spd="slow">
    <p:wip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7E5B45-8D88-ED12-F886-5CB527D7BEF3}"/>
              </a:ext>
            </a:extLst>
          </p:cNvPr>
          <p:cNvSpPr>
            <a:spLocks noGrp="1"/>
          </p:cNvSpPr>
          <p:nvPr>
            <p:ph type="title"/>
          </p:nvPr>
        </p:nvSpPr>
        <p:spPr>
          <a:xfrm>
            <a:off x="348791" y="286603"/>
            <a:ext cx="11481847" cy="1450757"/>
          </a:xfrm>
        </p:spPr>
        <p:txBody>
          <a:bodyPr/>
          <a:lstStyle/>
          <a:p>
            <a:r>
              <a:rPr lang="en-US" dirty="0"/>
              <a:t>Java Program for </a:t>
            </a:r>
            <a:r>
              <a:rPr lang="en-US" i="1" dirty="0"/>
              <a:t>boolean</a:t>
            </a:r>
            <a:r>
              <a:rPr lang="en-US" dirty="0"/>
              <a:t> Variables</a:t>
            </a:r>
          </a:p>
        </p:txBody>
      </p:sp>
      <p:sp>
        <p:nvSpPr>
          <p:cNvPr id="4" name="Footer Placeholder 3">
            <a:extLst>
              <a:ext uri="{FF2B5EF4-FFF2-40B4-BE49-F238E27FC236}">
                <a16:creationId xmlns:a16="http://schemas.microsoft.com/office/drawing/2014/main" id="{F1ABFEEA-242B-BEC5-43A2-472024EB147C}"/>
              </a:ext>
            </a:extLst>
          </p:cNvPr>
          <p:cNvSpPr>
            <a:spLocks noGrp="1"/>
          </p:cNvSpPr>
          <p:nvPr>
            <p:ph type="ftr" sz="quarter" idx="11"/>
          </p:nvPr>
        </p:nvSpPr>
        <p:spPr>
          <a:xfrm>
            <a:off x="2846895" y="6459785"/>
            <a:ext cx="6966408" cy="365125"/>
          </a:xfrm>
        </p:spPr>
        <p:txBody>
          <a:bodyPr/>
          <a:lstStyle/>
          <a:p>
            <a:r>
              <a:rPr lang="en-US"/>
              <a:t>Edited and Reviewed By: I. Bara' Qadomi &amp; I. Bara' Hamadah (FIT, Applied Science Private University)</a:t>
            </a:r>
          </a:p>
        </p:txBody>
      </p:sp>
      <p:pic>
        <p:nvPicPr>
          <p:cNvPr id="13" name="Picture 12">
            <a:extLst>
              <a:ext uri="{FF2B5EF4-FFF2-40B4-BE49-F238E27FC236}">
                <a16:creationId xmlns:a16="http://schemas.microsoft.com/office/drawing/2014/main" id="{790DCE1D-95CC-7901-96D9-04FE298B67C8}"/>
              </a:ext>
            </a:extLst>
          </p:cNvPr>
          <p:cNvPicPr>
            <a:picLocks noChangeAspect="1"/>
          </p:cNvPicPr>
          <p:nvPr/>
        </p:nvPicPr>
        <p:blipFill>
          <a:blip r:embed="rId2"/>
          <a:stretch>
            <a:fillRect/>
          </a:stretch>
        </p:blipFill>
        <p:spPr>
          <a:xfrm>
            <a:off x="1426834" y="1937336"/>
            <a:ext cx="9144000" cy="4265756"/>
          </a:xfrm>
          <a:prstGeom prst="rect">
            <a:avLst/>
          </a:prstGeom>
        </p:spPr>
      </p:pic>
      <p:sp>
        <p:nvSpPr>
          <p:cNvPr id="10" name="TextBox 9">
            <a:extLst>
              <a:ext uri="{FF2B5EF4-FFF2-40B4-BE49-F238E27FC236}">
                <a16:creationId xmlns:a16="http://schemas.microsoft.com/office/drawing/2014/main" id="{590D358D-1596-B730-5276-CF3B772DAF80}"/>
              </a:ext>
            </a:extLst>
          </p:cNvPr>
          <p:cNvSpPr txBox="1"/>
          <p:nvPr/>
        </p:nvSpPr>
        <p:spPr>
          <a:xfrm>
            <a:off x="6784511" y="3042179"/>
            <a:ext cx="2646946" cy="369332"/>
          </a:xfrm>
          <a:prstGeom prst="rect">
            <a:avLst/>
          </a:prstGeom>
          <a:noFill/>
          <a:ln>
            <a:solidFill>
              <a:srgbClr val="C00000"/>
            </a:solidFill>
            <a:prstDash val="dash"/>
          </a:ln>
        </p:spPr>
        <p:txBody>
          <a:bodyPr wrap="square" rtlCol="0">
            <a:spAutoFit/>
          </a:bodyPr>
          <a:lstStyle/>
          <a:p>
            <a:pPr algn="ctr"/>
            <a:r>
              <a:rPr lang="en-US" dirty="0"/>
              <a:t>Comparison Operator</a:t>
            </a:r>
          </a:p>
        </p:txBody>
      </p:sp>
      <p:sp>
        <p:nvSpPr>
          <p:cNvPr id="11" name="Arrow: Right 10">
            <a:extLst>
              <a:ext uri="{FF2B5EF4-FFF2-40B4-BE49-F238E27FC236}">
                <a16:creationId xmlns:a16="http://schemas.microsoft.com/office/drawing/2014/main" id="{C749488A-EC19-05C7-81D0-9856AC3E6F90}"/>
              </a:ext>
            </a:extLst>
          </p:cNvPr>
          <p:cNvSpPr/>
          <p:nvPr/>
        </p:nvSpPr>
        <p:spPr>
          <a:xfrm rot="8416946">
            <a:off x="6315426" y="3439675"/>
            <a:ext cx="691878" cy="203965"/>
          </a:xfrm>
          <a:prstGeom prst="rightArrow">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501358722"/>
      </p:ext>
    </p:extLst>
  </p:cSld>
  <p:clrMapOvr>
    <a:masterClrMapping/>
  </p:clrMapOvr>
  <p:transition spd="slow">
    <p:wip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7E5B45-8D88-ED12-F886-5CB527D7BEF3}"/>
              </a:ext>
            </a:extLst>
          </p:cNvPr>
          <p:cNvSpPr>
            <a:spLocks noGrp="1"/>
          </p:cNvSpPr>
          <p:nvPr>
            <p:ph type="title"/>
          </p:nvPr>
        </p:nvSpPr>
        <p:spPr>
          <a:xfrm>
            <a:off x="348791" y="286603"/>
            <a:ext cx="11481847" cy="1450757"/>
          </a:xfrm>
        </p:spPr>
        <p:txBody>
          <a:bodyPr/>
          <a:lstStyle/>
          <a:p>
            <a:r>
              <a:rPr lang="en-US" dirty="0"/>
              <a:t>The </a:t>
            </a:r>
            <a:r>
              <a:rPr lang="en-US" i="1" dirty="0"/>
              <a:t>char</a:t>
            </a:r>
            <a:r>
              <a:rPr lang="en-US" dirty="0"/>
              <a:t> Data Type</a:t>
            </a:r>
          </a:p>
        </p:txBody>
      </p:sp>
      <p:sp>
        <p:nvSpPr>
          <p:cNvPr id="3" name="Content Placeholder 2">
            <a:extLst>
              <a:ext uri="{FF2B5EF4-FFF2-40B4-BE49-F238E27FC236}">
                <a16:creationId xmlns:a16="http://schemas.microsoft.com/office/drawing/2014/main" id="{0C2E1710-1895-E34B-968E-9A6498584B1B}"/>
              </a:ext>
            </a:extLst>
          </p:cNvPr>
          <p:cNvSpPr>
            <a:spLocks noGrp="1"/>
          </p:cNvSpPr>
          <p:nvPr>
            <p:ph idx="1"/>
          </p:nvPr>
        </p:nvSpPr>
        <p:spPr>
          <a:xfrm>
            <a:off x="348791" y="1845734"/>
            <a:ext cx="11481847" cy="4023360"/>
          </a:xfrm>
        </p:spPr>
        <p:txBody>
          <a:bodyPr/>
          <a:lstStyle/>
          <a:p>
            <a:r>
              <a:rPr lang="en-US" dirty="0"/>
              <a:t>The Java </a:t>
            </a:r>
            <a:r>
              <a:rPr lang="en-US" i="1" dirty="0"/>
              <a:t>char</a:t>
            </a:r>
            <a:r>
              <a:rPr lang="en-US" dirty="0"/>
              <a:t> data type provides access to single characters.</a:t>
            </a:r>
          </a:p>
          <a:p>
            <a:r>
              <a:rPr lang="en-US" i="1" dirty="0"/>
              <a:t>char</a:t>
            </a:r>
            <a:r>
              <a:rPr lang="en-US" dirty="0"/>
              <a:t> literals are enclosed in single quote marks.</a:t>
            </a:r>
          </a:p>
          <a:p>
            <a:pPr lvl="1"/>
            <a:r>
              <a:rPr lang="en-US" dirty="0"/>
              <a:t>‘a’, ‘Z’, ‘\n’, ‘1’, ‘$’</a:t>
            </a:r>
          </a:p>
          <a:p>
            <a:r>
              <a:rPr lang="en-US" dirty="0"/>
              <a:t>Don’t confuse </a:t>
            </a:r>
            <a:r>
              <a:rPr lang="en-US" i="1" dirty="0"/>
              <a:t>char</a:t>
            </a:r>
            <a:r>
              <a:rPr lang="en-US" dirty="0"/>
              <a:t> literals with </a:t>
            </a:r>
            <a:r>
              <a:rPr lang="en-US" i="1" dirty="0"/>
              <a:t>string</a:t>
            </a:r>
            <a:r>
              <a:rPr lang="en-US" dirty="0"/>
              <a:t> literals.</a:t>
            </a:r>
          </a:p>
          <a:p>
            <a:pPr lvl="1"/>
            <a:r>
              <a:rPr lang="en-US" i="1" dirty="0"/>
              <a:t>char</a:t>
            </a:r>
            <a:r>
              <a:rPr lang="en-US" dirty="0"/>
              <a:t> literals are enclosed in </a:t>
            </a:r>
            <a:r>
              <a:rPr lang="en-US" b="1" dirty="0"/>
              <a:t>single quotes</a:t>
            </a:r>
            <a:r>
              <a:rPr lang="en-US" dirty="0"/>
              <a:t>.</a:t>
            </a:r>
          </a:p>
          <a:p>
            <a:pPr lvl="1"/>
            <a:r>
              <a:rPr lang="en-US" i="1" dirty="0"/>
              <a:t>String</a:t>
            </a:r>
            <a:r>
              <a:rPr lang="en-US" dirty="0"/>
              <a:t> literals are enclosed in </a:t>
            </a:r>
            <a:r>
              <a:rPr lang="en-US" b="1" dirty="0"/>
              <a:t>double quotes</a:t>
            </a:r>
            <a:r>
              <a:rPr lang="en-US" dirty="0"/>
              <a:t>.</a:t>
            </a:r>
          </a:p>
          <a:p>
            <a:endParaRPr lang="en-US" dirty="0"/>
          </a:p>
        </p:txBody>
      </p:sp>
      <p:sp>
        <p:nvSpPr>
          <p:cNvPr id="4" name="Footer Placeholder 3">
            <a:extLst>
              <a:ext uri="{FF2B5EF4-FFF2-40B4-BE49-F238E27FC236}">
                <a16:creationId xmlns:a16="http://schemas.microsoft.com/office/drawing/2014/main" id="{F1ABFEEA-242B-BEC5-43A2-472024EB147C}"/>
              </a:ext>
            </a:extLst>
          </p:cNvPr>
          <p:cNvSpPr>
            <a:spLocks noGrp="1"/>
          </p:cNvSpPr>
          <p:nvPr>
            <p:ph type="ftr" sz="quarter" idx="11"/>
          </p:nvPr>
        </p:nvSpPr>
        <p:spPr>
          <a:xfrm>
            <a:off x="2846895" y="6459785"/>
            <a:ext cx="6966408" cy="365125"/>
          </a:xfrm>
        </p:spPr>
        <p:txBody>
          <a:bodyPr/>
          <a:lstStyle/>
          <a:p>
            <a:r>
              <a:rPr lang="en-US"/>
              <a:t>Edited and Reviewed By: I. Bara' Qadomi &amp; I. Bara' Hamadah (FIT, Applied Science Private University)</a:t>
            </a:r>
          </a:p>
        </p:txBody>
      </p:sp>
    </p:spTree>
    <p:extLst>
      <p:ext uri="{BB962C8B-B14F-4D97-AF65-F5344CB8AC3E}">
        <p14:creationId xmlns:p14="http://schemas.microsoft.com/office/powerpoint/2010/main" val="4014638210"/>
      </p:ext>
    </p:extLst>
  </p:cSld>
  <p:clrMapOvr>
    <a:masterClrMapping/>
  </p:clrMapOvr>
  <p:transition spd="slow">
    <p:wip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7E5B45-8D88-ED12-F886-5CB527D7BEF3}"/>
              </a:ext>
            </a:extLst>
          </p:cNvPr>
          <p:cNvSpPr>
            <a:spLocks noGrp="1"/>
          </p:cNvSpPr>
          <p:nvPr>
            <p:ph type="title"/>
          </p:nvPr>
        </p:nvSpPr>
        <p:spPr>
          <a:xfrm>
            <a:off x="348791" y="286603"/>
            <a:ext cx="11481847" cy="1450757"/>
          </a:xfrm>
        </p:spPr>
        <p:txBody>
          <a:bodyPr/>
          <a:lstStyle/>
          <a:p>
            <a:r>
              <a:rPr lang="nn-NO" dirty="0"/>
              <a:t>Java Program for </a:t>
            </a:r>
            <a:r>
              <a:rPr lang="nn-NO" i="1" dirty="0"/>
              <a:t>char</a:t>
            </a:r>
            <a:r>
              <a:rPr lang="nn-NO" dirty="0"/>
              <a:t> Variables</a:t>
            </a:r>
            <a:endParaRPr lang="en-US" dirty="0"/>
          </a:p>
        </p:txBody>
      </p:sp>
      <p:sp>
        <p:nvSpPr>
          <p:cNvPr id="3" name="Content Placeholder 2">
            <a:extLst>
              <a:ext uri="{FF2B5EF4-FFF2-40B4-BE49-F238E27FC236}">
                <a16:creationId xmlns:a16="http://schemas.microsoft.com/office/drawing/2014/main" id="{0C2E1710-1895-E34B-968E-9A6498584B1B}"/>
              </a:ext>
            </a:extLst>
          </p:cNvPr>
          <p:cNvSpPr>
            <a:spLocks noGrp="1"/>
          </p:cNvSpPr>
          <p:nvPr>
            <p:ph idx="1"/>
          </p:nvPr>
        </p:nvSpPr>
        <p:spPr>
          <a:xfrm>
            <a:off x="348791" y="1845733"/>
            <a:ext cx="11481847" cy="4362561"/>
          </a:xfrm>
        </p:spPr>
        <p:txBody>
          <a:bodyPr>
            <a:normAutofit lnSpcReduction="10000"/>
          </a:bodyPr>
          <a:lstStyle/>
          <a:p>
            <a:pPr marL="0" marR="0" lvl="0" indent="0" algn="just" defTabSz="914400" rtl="0" eaLnBrk="1" fontAlgn="auto" latinLnBrk="0" hangingPunct="1">
              <a:lnSpc>
                <a:spcPct val="100000"/>
              </a:lnSpc>
              <a:spcBef>
                <a:spcPts val="700"/>
              </a:spcBef>
              <a:spcAft>
                <a:spcPts val="0"/>
              </a:spcAft>
              <a:buClr>
                <a:srgbClr val="DD8047"/>
              </a:buClr>
              <a:buSzPct val="60000"/>
              <a:buFont typeface="Wingdings"/>
              <a:buNone/>
              <a:tabLst/>
              <a:defRPr/>
            </a:pPr>
            <a:r>
              <a:rPr kumimoji="0" lang="en-US" sz="2200" b="1" i="0" u="none" strike="noStrike" kern="1200" cap="none" spc="0" normalizeH="0" baseline="0" noProof="0" dirty="0">
                <a:ln>
                  <a:noFill/>
                </a:ln>
                <a:solidFill>
                  <a:prstClr val="black"/>
                </a:solidFill>
                <a:effectLst/>
                <a:uLnTx/>
                <a:uFillTx/>
                <a:latin typeface="Courier New" pitchFamily="49" charset="0"/>
                <a:ea typeface="+mn-ea"/>
                <a:cs typeface="Courier New" pitchFamily="49" charset="0"/>
              </a:rPr>
              <a:t>public class </a:t>
            </a:r>
            <a:r>
              <a:rPr kumimoji="0" lang="en-US" sz="2200" b="1" i="0" u="none" strike="noStrike" kern="1200" cap="none" spc="0" normalizeH="0" baseline="0" noProof="0" dirty="0" err="1">
                <a:ln>
                  <a:noFill/>
                </a:ln>
                <a:solidFill>
                  <a:prstClr val="black"/>
                </a:solidFill>
                <a:effectLst/>
                <a:uLnTx/>
                <a:uFillTx/>
                <a:latin typeface="Courier New" pitchFamily="49" charset="0"/>
                <a:ea typeface="+mn-ea"/>
                <a:cs typeface="Courier New" pitchFamily="49" charset="0"/>
              </a:rPr>
              <a:t>CharExample</a:t>
            </a:r>
            <a:r>
              <a:rPr kumimoji="0" lang="en-US" sz="2200" b="1" i="0" u="none" strike="noStrike" kern="1200" cap="none" spc="0" normalizeH="0" baseline="0" noProof="0" dirty="0">
                <a:ln>
                  <a:noFill/>
                </a:ln>
                <a:solidFill>
                  <a:prstClr val="black"/>
                </a:solidFill>
                <a:effectLst/>
                <a:uLnTx/>
                <a:uFillTx/>
                <a:latin typeface="Courier New" pitchFamily="49" charset="0"/>
                <a:ea typeface="+mn-ea"/>
                <a:cs typeface="Courier New" pitchFamily="49" charset="0"/>
              </a:rPr>
              <a:t> {  </a:t>
            </a:r>
          </a:p>
          <a:p>
            <a:pPr marL="0" marR="0" lvl="0" indent="0" algn="just" defTabSz="914400" rtl="0" eaLnBrk="1" fontAlgn="auto" latinLnBrk="0" hangingPunct="1">
              <a:lnSpc>
                <a:spcPct val="100000"/>
              </a:lnSpc>
              <a:spcBef>
                <a:spcPts val="700"/>
              </a:spcBef>
              <a:spcAft>
                <a:spcPts val="0"/>
              </a:spcAft>
              <a:buClr>
                <a:srgbClr val="DD8047"/>
              </a:buClr>
              <a:buSzPct val="60000"/>
              <a:buFont typeface="Wingdings"/>
              <a:buNone/>
              <a:tabLst/>
              <a:defRPr/>
            </a:pPr>
            <a:r>
              <a:rPr kumimoji="0" lang="en-US" sz="2200" b="1" i="0" u="none" strike="noStrike" kern="1200" cap="none" spc="0" normalizeH="0" baseline="0" noProof="0" dirty="0">
                <a:ln>
                  <a:noFill/>
                </a:ln>
                <a:solidFill>
                  <a:prstClr val="black"/>
                </a:solidFill>
                <a:effectLst/>
                <a:uLnTx/>
                <a:uFillTx/>
                <a:latin typeface="Courier New" pitchFamily="49" charset="0"/>
                <a:ea typeface="+mn-ea"/>
                <a:cs typeface="Courier New" pitchFamily="49" charset="0"/>
              </a:rPr>
              <a:t>   public static void main(String[] </a:t>
            </a:r>
            <a:r>
              <a:rPr kumimoji="0" lang="en-US" sz="2200" b="1" i="0" u="none" strike="noStrike" kern="1200" cap="none" spc="0" normalizeH="0" baseline="0" noProof="0" dirty="0" err="1">
                <a:ln>
                  <a:noFill/>
                </a:ln>
                <a:solidFill>
                  <a:prstClr val="black"/>
                </a:solidFill>
                <a:effectLst/>
                <a:uLnTx/>
                <a:uFillTx/>
                <a:latin typeface="Courier New" pitchFamily="49" charset="0"/>
                <a:ea typeface="+mn-ea"/>
                <a:cs typeface="Courier New" pitchFamily="49" charset="0"/>
              </a:rPr>
              <a:t>args</a:t>
            </a:r>
            <a:r>
              <a:rPr kumimoji="0" lang="en-US" sz="2200" b="1" i="0" u="none" strike="noStrike" kern="1200" cap="none" spc="0" normalizeH="0" baseline="0" noProof="0" dirty="0">
                <a:ln>
                  <a:noFill/>
                </a:ln>
                <a:solidFill>
                  <a:prstClr val="black"/>
                </a:solidFill>
                <a:effectLst/>
                <a:uLnTx/>
                <a:uFillTx/>
                <a:latin typeface="Courier New" pitchFamily="49" charset="0"/>
                <a:ea typeface="+mn-ea"/>
                <a:cs typeface="Courier New" pitchFamily="49" charset="0"/>
              </a:rPr>
              <a:t>) {  </a:t>
            </a:r>
          </a:p>
          <a:p>
            <a:pPr marL="0" marR="0" lvl="0" indent="0" algn="just" defTabSz="914400" rtl="0" eaLnBrk="1" fontAlgn="auto" latinLnBrk="0" hangingPunct="1">
              <a:lnSpc>
                <a:spcPct val="100000"/>
              </a:lnSpc>
              <a:spcBef>
                <a:spcPts val="700"/>
              </a:spcBef>
              <a:spcAft>
                <a:spcPts val="0"/>
              </a:spcAft>
              <a:buClr>
                <a:srgbClr val="DD8047"/>
              </a:buClr>
              <a:buSzPct val="60000"/>
              <a:buFont typeface="Wingdings"/>
              <a:buNone/>
              <a:tabLst/>
              <a:defRPr/>
            </a:pPr>
            <a:r>
              <a:rPr kumimoji="0" lang="en-US" sz="2200" b="1" i="0" u="none" strike="noStrike" kern="1200" cap="none" spc="0" normalizeH="0" baseline="0" noProof="0" dirty="0">
                <a:ln>
                  <a:noFill/>
                </a:ln>
                <a:solidFill>
                  <a:prstClr val="black"/>
                </a:solidFill>
                <a:effectLst/>
                <a:uLnTx/>
                <a:uFillTx/>
                <a:latin typeface="Courier New" pitchFamily="49" charset="0"/>
                <a:ea typeface="+mn-ea"/>
                <a:cs typeface="Courier New" pitchFamily="49" charset="0"/>
              </a:rPr>
              <a:t>      char char1='a';  </a:t>
            </a:r>
          </a:p>
          <a:p>
            <a:pPr marL="0" marR="0" lvl="0" indent="0" algn="just" defTabSz="914400" rtl="0" eaLnBrk="1" fontAlgn="auto" latinLnBrk="0" hangingPunct="1">
              <a:lnSpc>
                <a:spcPct val="100000"/>
              </a:lnSpc>
              <a:spcBef>
                <a:spcPts val="700"/>
              </a:spcBef>
              <a:spcAft>
                <a:spcPts val="0"/>
              </a:spcAft>
              <a:buClr>
                <a:srgbClr val="DD8047"/>
              </a:buClr>
              <a:buSzPct val="60000"/>
              <a:buFont typeface="Wingdings"/>
              <a:buNone/>
              <a:tabLst/>
              <a:defRPr/>
            </a:pPr>
            <a:r>
              <a:rPr kumimoji="0" lang="en-US" sz="2200" b="1" i="0" u="none" strike="noStrike" kern="1200" cap="none" spc="0" normalizeH="0" baseline="0" noProof="0" dirty="0">
                <a:ln>
                  <a:noFill/>
                </a:ln>
                <a:solidFill>
                  <a:prstClr val="black"/>
                </a:solidFill>
                <a:effectLst/>
                <a:uLnTx/>
                <a:uFillTx/>
                <a:latin typeface="Courier New" pitchFamily="49" charset="0"/>
                <a:ea typeface="+mn-ea"/>
                <a:cs typeface="Courier New" pitchFamily="49" charset="0"/>
              </a:rPr>
              <a:t>      char char2='A’;</a:t>
            </a:r>
          </a:p>
          <a:p>
            <a:pPr marL="0" marR="0" lvl="0" indent="0" algn="just" defTabSz="914400" rtl="0" eaLnBrk="1" fontAlgn="auto" latinLnBrk="0" hangingPunct="1">
              <a:lnSpc>
                <a:spcPct val="100000"/>
              </a:lnSpc>
              <a:spcBef>
                <a:spcPts val="700"/>
              </a:spcBef>
              <a:spcAft>
                <a:spcPts val="0"/>
              </a:spcAft>
              <a:buClr>
                <a:srgbClr val="DD8047"/>
              </a:buClr>
              <a:buSzPct val="60000"/>
              <a:buFont typeface="Wingdings"/>
              <a:buNone/>
              <a:tabLst/>
              <a:defRPr/>
            </a:pPr>
            <a:r>
              <a:rPr kumimoji="0" lang="en-US" sz="2200" b="1" i="0" u="none" strike="noStrike" kern="1200" cap="none" spc="0" normalizeH="0" baseline="0" noProof="0" dirty="0">
                <a:ln>
                  <a:noFill/>
                </a:ln>
                <a:solidFill>
                  <a:prstClr val="black"/>
                </a:solidFill>
                <a:effectLst/>
                <a:uLnTx/>
                <a:uFillTx/>
                <a:latin typeface="Courier New" pitchFamily="49" charset="0"/>
                <a:ea typeface="+mn-ea"/>
                <a:cs typeface="Courier New" pitchFamily="49" charset="0"/>
              </a:rPr>
              <a:t>      char char3=65;    </a:t>
            </a:r>
          </a:p>
          <a:p>
            <a:pPr marL="0" marR="0" lvl="0" indent="0" algn="just" defTabSz="914400" rtl="0" eaLnBrk="1" fontAlgn="auto" latinLnBrk="0" hangingPunct="1">
              <a:lnSpc>
                <a:spcPct val="100000"/>
              </a:lnSpc>
              <a:spcBef>
                <a:spcPts val="700"/>
              </a:spcBef>
              <a:spcAft>
                <a:spcPts val="0"/>
              </a:spcAft>
              <a:buClr>
                <a:srgbClr val="DD8047"/>
              </a:buClr>
              <a:buSzPct val="60000"/>
              <a:buFont typeface="Wingdings"/>
              <a:buNone/>
              <a:tabLst/>
              <a:defRPr/>
            </a:pPr>
            <a:r>
              <a:rPr kumimoji="0" lang="en-US" sz="2200" b="1" i="0" u="none" strike="noStrike" kern="1200" cap="none" spc="0" normalizeH="0" baseline="0" noProof="0" dirty="0">
                <a:ln>
                  <a:noFill/>
                </a:ln>
                <a:solidFill>
                  <a:prstClr val="black"/>
                </a:solidFill>
                <a:effectLst/>
                <a:uLnTx/>
                <a:uFillTx/>
                <a:latin typeface="Courier New" pitchFamily="49" charset="0"/>
                <a:ea typeface="+mn-ea"/>
                <a:cs typeface="Courier New" pitchFamily="49" charset="0"/>
              </a:rPr>
              <a:t>        </a:t>
            </a:r>
          </a:p>
          <a:p>
            <a:pPr marL="0" marR="0" lvl="0" indent="0" algn="just" defTabSz="914400" rtl="0" eaLnBrk="1" fontAlgn="auto" latinLnBrk="0" hangingPunct="1">
              <a:lnSpc>
                <a:spcPct val="100000"/>
              </a:lnSpc>
              <a:spcBef>
                <a:spcPts val="700"/>
              </a:spcBef>
              <a:spcAft>
                <a:spcPts val="0"/>
              </a:spcAft>
              <a:buClr>
                <a:srgbClr val="DD8047"/>
              </a:buClr>
              <a:buSzPct val="60000"/>
              <a:buFont typeface="Wingdings"/>
              <a:buNone/>
              <a:tabLst/>
              <a:defRPr/>
            </a:pPr>
            <a:r>
              <a:rPr kumimoji="0" lang="en-US" sz="2200" b="1" i="0" u="none" strike="noStrike" kern="1200" cap="none" spc="0" normalizeH="0" baseline="0" noProof="0" dirty="0">
                <a:ln>
                  <a:noFill/>
                </a:ln>
                <a:solidFill>
                  <a:prstClr val="black"/>
                </a:solidFill>
                <a:effectLst/>
                <a:uLnTx/>
                <a:uFillTx/>
                <a:latin typeface="Courier New" pitchFamily="49" charset="0"/>
                <a:ea typeface="+mn-ea"/>
                <a:cs typeface="Courier New" pitchFamily="49" charset="0"/>
              </a:rPr>
              <a:t>      </a:t>
            </a:r>
            <a:r>
              <a:rPr kumimoji="0" lang="en-US" sz="2200" b="1" i="0" u="none" strike="noStrike" kern="1200" cap="none" spc="0" normalizeH="0" baseline="0" noProof="0" dirty="0" err="1">
                <a:ln>
                  <a:noFill/>
                </a:ln>
                <a:solidFill>
                  <a:prstClr val="black"/>
                </a:solidFill>
                <a:effectLst/>
                <a:uLnTx/>
                <a:uFillTx/>
                <a:latin typeface="Courier New" pitchFamily="49" charset="0"/>
                <a:ea typeface="+mn-ea"/>
                <a:cs typeface="Courier New" pitchFamily="49" charset="0"/>
              </a:rPr>
              <a:t>System.out.println</a:t>
            </a:r>
            <a:r>
              <a:rPr kumimoji="0" lang="en-US" sz="2200" b="1" i="0" u="none" strike="noStrike" kern="1200" cap="none" spc="0" normalizeH="0" baseline="0" noProof="0" dirty="0">
                <a:ln>
                  <a:noFill/>
                </a:ln>
                <a:solidFill>
                  <a:prstClr val="black"/>
                </a:solidFill>
                <a:effectLst/>
                <a:uLnTx/>
                <a:uFillTx/>
                <a:latin typeface="Courier New" pitchFamily="49" charset="0"/>
                <a:ea typeface="+mn-ea"/>
                <a:cs typeface="Courier New" pitchFamily="49" charset="0"/>
              </a:rPr>
              <a:t>("char1: "+char1);  </a:t>
            </a:r>
          </a:p>
          <a:p>
            <a:pPr marL="0" marR="0" lvl="0" indent="0" algn="just" defTabSz="914400" rtl="0" eaLnBrk="1" fontAlgn="auto" latinLnBrk="0" hangingPunct="1">
              <a:lnSpc>
                <a:spcPct val="100000"/>
              </a:lnSpc>
              <a:spcBef>
                <a:spcPts val="700"/>
              </a:spcBef>
              <a:spcAft>
                <a:spcPts val="0"/>
              </a:spcAft>
              <a:buClr>
                <a:srgbClr val="DD8047"/>
              </a:buClr>
              <a:buSzPct val="60000"/>
              <a:buFont typeface="Wingdings"/>
              <a:buNone/>
              <a:tabLst/>
              <a:defRPr/>
            </a:pPr>
            <a:r>
              <a:rPr kumimoji="0" lang="en-US" sz="2200" b="1" i="0" u="none" strike="noStrike" kern="1200" cap="none" spc="0" normalizeH="0" baseline="0" noProof="0" dirty="0">
                <a:ln>
                  <a:noFill/>
                </a:ln>
                <a:solidFill>
                  <a:prstClr val="black"/>
                </a:solidFill>
                <a:effectLst/>
                <a:uLnTx/>
                <a:uFillTx/>
                <a:latin typeface="Courier New" pitchFamily="49" charset="0"/>
                <a:ea typeface="+mn-ea"/>
                <a:cs typeface="Courier New" pitchFamily="49" charset="0"/>
              </a:rPr>
              <a:t>      </a:t>
            </a:r>
            <a:r>
              <a:rPr kumimoji="0" lang="en-US" sz="2200" b="1" i="0" u="none" strike="noStrike" kern="1200" cap="none" spc="0" normalizeH="0" baseline="0" noProof="0" dirty="0" err="1">
                <a:ln>
                  <a:noFill/>
                </a:ln>
                <a:solidFill>
                  <a:prstClr val="black"/>
                </a:solidFill>
                <a:effectLst/>
                <a:uLnTx/>
                <a:uFillTx/>
                <a:latin typeface="Courier New" pitchFamily="49" charset="0"/>
                <a:ea typeface="+mn-ea"/>
                <a:cs typeface="Courier New" pitchFamily="49" charset="0"/>
              </a:rPr>
              <a:t>System.out.println</a:t>
            </a:r>
            <a:r>
              <a:rPr kumimoji="0" lang="en-US" sz="2200" b="1" i="0" u="none" strike="noStrike" kern="1200" cap="none" spc="0" normalizeH="0" baseline="0" noProof="0" dirty="0">
                <a:ln>
                  <a:noFill/>
                </a:ln>
                <a:solidFill>
                  <a:prstClr val="black"/>
                </a:solidFill>
                <a:effectLst/>
                <a:uLnTx/>
                <a:uFillTx/>
                <a:latin typeface="Courier New" pitchFamily="49" charset="0"/>
                <a:ea typeface="+mn-ea"/>
                <a:cs typeface="Courier New" pitchFamily="49" charset="0"/>
              </a:rPr>
              <a:t>("char2: "+char2); </a:t>
            </a:r>
          </a:p>
          <a:p>
            <a:pPr marL="1141413" marR="0" lvl="0" indent="-112713" algn="just" defTabSz="914400" rtl="0" eaLnBrk="1" fontAlgn="auto" latinLnBrk="0" hangingPunct="1">
              <a:lnSpc>
                <a:spcPct val="100000"/>
              </a:lnSpc>
              <a:spcBef>
                <a:spcPts val="700"/>
              </a:spcBef>
              <a:spcAft>
                <a:spcPts val="0"/>
              </a:spcAft>
              <a:buClr>
                <a:srgbClr val="DD8047"/>
              </a:buClr>
              <a:buSzPct val="60000"/>
              <a:buFont typeface="Wingdings"/>
              <a:buNone/>
              <a:tabLst/>
              <a:defRPr/>
            </a:pPr>
            <a:r>
              <a:rPr kumimoji="0" lang="en-US" sz="2200" b="1" i="0" u="none" strike="noStrike" kern="1200" cap="none" spc="0" normalizeH="0" baseline="0" noProof="0" dirty="0" err="1">
                <a:ln>
                  <a:noFill/>
                </a:ln>
                <a:solidFill>
                  <a:prstClr val="black"/>
                </a:solidFill>
                <a:effectLst/>
                <a:uLnTx/>
                <a:uFillTx/>
                <a:latin typeface="Courier New" pitchFamily="49" charset="0"/>
                <a:ea typeface="+mn-ea"/>
                <a:cs typeface="Courier New" pitchFamily="49" charset="0"/>
              </a:rPr>
              <a:t>System.out.println</a:t>
            </a:r>
            <a:r>
              <a:rPr kumimoji="0" lang="en-US" sz="2200" b="1" i="0" u="none" strike="noStrike" kern="1200" cap="none" spc="0" normalizeH="0" baseline="0" noProof="0" dirty="0">
                <a:ln>
                  <a:noFill/>
                </a:ln>
                <a:solidFill>
                  <a:prstClr val="black"/>
                </a:solidFill>
                <a:effectLst/>
                <a:uLnTx/>
                <a:uFillTx/>
                <a:latin typeface="Courier New" pitchFamily="49" charset="0"/>
                <a:ea typeface="+mn-ea"/>
                <a:cs typeface="Courier New" pitchFamily="49" charset="0"/>
              </a:rPr>
              <a:t>("char3: "+char3);                    </a:t>
            </a:r>
          </a:p>
          <a:p>
            <a:pPr marL="0" marR="0" lvl="0" indent="0" algn="just" defTabSz="914400" rtl="0" eaLnBrk="1" fontAlgn="auto" latinLnBrk="0" hangingPunct="1">
              <a:lnSpc>
                <a:spcPct val="100000"/>
              </a:lnSpc>
              <a:spcBef>
                <a:spcPts val="700"/>
              </a:spcBef>
              <a:spcAft>
                <a:spcPts val="0"/>
              </a:spcAft>
              <a:buClr>
                <a:srgbClr val="DD8047"/>
              </a:buClr>
              <a:buSzPct val="60000"/>
              <a:buFont typeface="Wingdings"/>
              <a:buNone/>
              <a:tabLst/>
              <a:defRPr/>
            </a:pPr>
            <a:r>
              <a:rPr kumimoji="0" lang="en-US" sz="2200" b="1" i="0" u="none" strike="noStrike" kern="1200" cap="none" spc="0" normalizeH="0" baseline="0" noProof="0" dirty="0">
                <a:ln>
                  <a:noFill/>
                </a:ln>
                <a:solidFill>
                  <a:prstClr val="black"/>
                </a:solidFill>
                <a:effectLst/>
                <a:uLnTx/>
                <a:uFillTx/>
                <a:latin typeface="Courier New" pitchFamily="49" charset="0"/>
                <a:ea typeface="+mn-ea"/>
                <a:cs typeface="Courier New" pitchFamily="49" charset="0"/>
              </a:rPr>
              <a:t>    }         </a:t>
            </a:r>
          </a:p>
          <a:p>
            <a:pPr marL="0" marR="0" lvl="0" indent="0" algn="just" defTabSz="914400" rtl="0" eaLnBrk="1" fontAlgn="auto" latinLnBrk="0" hangingPunct="1">
              <a:lnSpc>
                <a:spcPct val="100000"/>
              </a:lnSpc>
              <a:spcBef>
                <a:spcPts val="700"/>
              </a:spcBef>
              <a:spcAft>
                <a:spcPts val="0"/>
              </a:spcAft>
              <a:buClr>
                <a:srgbClr val="DD8047"/>
              </a:buClr>
              <a:buSzPct val="60000"/>
              <a:buFont typeface="Wingdings"/>
              <a:buNone/>
              <a:tabLst/>
              <a:defRPr/>
            </a:pPr>
            <a:r>
              <a:rPr kumimoji="0" lang="en-US" sz="2200" b="1" i="0" u="none" strike="noStrike" kern="1200" cap="none" spc="0" normalizeH="0" baseline="0" noProof="0" dirty="0">
                <a:ln>
                  <a:noFill/>
                </a:ln>
                <a:solidFill>
                  <a:prstClr val="black"/>
                </a:solidFill>
                <a:effectLst/>
                <a:uLnTx/>
                <a:uFillTx/>
                <a:latin typeface="Courier New" pitchFamily="49" charset="0"/>
                <a:ea typeface="+mn-ea"/>
                <a:cs typeface="Courier New" pitchFamily="49" charset="0"/>
              </a:rPr>
              <a:t>}  </a:t>
            </a:r>
          </a:p>
          <a:p>
            <a:pPr marL="0" marR="0" lvl="0" indent="0" algn="l" defTabSz="914400" rtl="0" eaLnBrk="1" fontAlgn="auto" latinLnBrk="0" hangingPunct="1">
              <a:lnSpc>
                <a:spcPct val="100000"/>
              </a:lnSpc>
              <a:spcBef>
                <a:spcPts val="700"/>
              </a:spcBef>
              <a:spcAft>
                <a:spcPts val="0"/>
              </a:spcAft>
              <a:buClr>
                <a:srgbClr val="DD8047"/>
              </a:buClr>
              <a:buSzPct val="60000"/>
              <a:buFont typeface="Wingdings"/>
              <a:buNone/>
              <a:tabLst/>
              <a:defRPr/>
            </a:pPr>
            <a:endParaRPr kumimoji="0" lang="en-US" sz="2200" b="0" i="0" u="none" strike="noStrike" kern="1200" cap="none" spc="0" normalizeH="0" baseline="0" noProof="0" dirty="0">
              <a:ln>
                <a:noFill/>
              </a:ln>
              <a:solidFill>
                <a:prstClr val="black"/>
              </a:solidFill>
              <a:effectLst/>
              <a:uLnTx/>
              <a:uFillTx/>
              <a:latin typeface="Calibri"/>
              <a:ea typeface="+mn-ea"/>
              <a:cs typeface="+mn-cs"/>
            </a:endParaRPr>
          </a:p>
        </p:txBody>
      </p:sp>
      <p:sp>
        <p:nvSpPr>
          <p:cNvPr id="4" name="Footer Placeholder 3">
            <a:extLst>
              <a:ext uri="{FF2B5EF4-FFF2-40B4-BE49-F238E27FC236}">
                <a16:creationId xmlns:a16="http://schemas.microsoft.com/office/drawing/2014/main" id="{F1ABFEEA-242B-BEC5-43A2-472024EB147C}"/>
              </a:ext>
            </a:extLst>
          </p:cNvPr>
          <p:cNvSpPr>
            <a:spLocks noGrp="1"/>
          </p:cNvSpPr>
          <p:nvPr>
            <p:ph type="ftr" sz="quarter" idx="11"/>
          </p:nvPr>
        </p:nvSpPr>
        <p:spPr>
          <a:xfrm>
            <a:off x="2846895" y="6459785"/>
            <a:ext cx="6966408" cy="365125"/>
          </a:xfrm>
        </p:spPr>
        <p:txBody>
          <a:bodyPr/>
          <a:lstStyle/>
          <a:p>
            <a:r>
              <a:rPr lang="en-US"/>
              <a:t>Edited and Reviewed By: I. Bara' Qadomi &amp; I. Bara' Hamadah (FIT, Applied Science Private University)</a:t>
            </a:r>
          </a:p>
        </p:txBody>
      </p:sp>
    </p:spTree>
    <p:extLst>
      <p:ext uri="{BB962C8B-B14F-4D97-AF65-F5344CB8AC3E}">
        <p14:creationId xmlns:p14="http://schemas.microsoft.com/office/powerpoint/2010/main" val="2414530302"/>
      </p:ext>
    </p:extLst>
  </p:cSld>
  <p:clrMapOvr>
    <a:masterClrMapping/>
  </p:clrMapOvr>
  <p:transition spd="slow">
    <p:wip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7E5B45-8D88-ED12-F886-5CB527D7BEF3}"/>
              </a:ext>
            </a:extLst>
          </p:cNvPr>
          <p:cNvSpPr>
            <a:spLocks noGrp="1"/>
          </p:cNvSpPr>
          <p:nvPr>
            <p:ph type="title"/>
          </p:nvPr>
        </p:nvSpPr>
        <p:spPr>
          <a:xfrm>
            <a:off x="348791" y="286603"/>
            <a:ext cx="11481847" cy="1450757"/>
          </a:xfrm>
        </p:spPr>
        <p:txBody>
          <a:bodyPr/>
          <a:lstStyle/>
          <a:p>
            <a:r>
              <a:rPr lang="en-US" dirty="0"/>
              <a:t>Naming Conventions</a:t>
            </a:r>
          </a:p>
        </p:txBody>
      </p:sp>
      <p:sp>
        <p:nvSpPr>
          <p:cNvPr id="3" name="Content Placeholder 2">
            <a:extLst>
              <a:ext uri="{FF2B5EF4-FFF2-40B4-BE49-F238E27FC236}">
                <a16:creationId xmlns:a16="http://schemas.microsoft.com/office/drawing/2014/main" id="{0C2E1710-1895-E34B-968E-9A6498584B1B}"/>
              </a:ext>
            </a:extLst>
          </p:cNvPr>
          <p:cNvSpPr>
            <a:spLocks noGrp="1"/>
          </p:cNvSpPr>
          <p:nvPr>
            <p:ph idx="1"/>
          </p:nvPr>
        </p:nvSpPr>
        <p:spPr>
          <a:xfrm>
            <a:off x="348791" y="1845734"/>
            <a:ext cx="11481847" cy="4023360"/>
          </a:xfrm>
        </p:spPr>
        <p:txBody>
          <a:bodyPr>
            <a:normAutofit/>
          </a:bodyPr>
          <a:lstStyle/>
          <a:p>
            <a:r>
              <a:rPr lang="en-US" dirty="0"/>
              <a:t>Choose meaningful and descriptive names.</a:t>
            </a:r>
          </a:p>
          <a:p>
            <a:r>
              <a:rPr lang="en-US" dirty="0"/>
              <a:t>Class names: </a:t>
            </a:r>
          </a:p>
          <a:p>
            <a:pPr lvl="1"/>
            <a:r>
              <a:rPr lang="en-US" dirty="0"/>
              <a:t>Capitalize the first letter of each word in the name.  For example, the class name </a:t>
            </a:r>
          </a:p>
          <a:p>
            <a:pPr lvl="2"/>
            <a:r>
              <a:rPr lang="en-US" dirty="0" err="1">
                <a:latin typeface="+mj-lt"/>
                <a:cs typeface="Courier New" panose="02070309020205020404" pitchFamily="49" charset="0"/>
              </a:rPr>
              <a:t>Eg.</a:t>
            </a:r>
            <a:r>
              <a:rPr lang="en-US" dirty="0">
                <a:latin typeface="+mj-lt"/>
                <a:cs typeface="Courier New" panose="02070309020205020404" pitchFamily="49" charset="0"/>
              </a:rPr>
              <a:t> </a:t>
            </a:r>
            <a:r>
              <a:rPr lang="en-US" dirty="0" err="1">
                <a:latin typeface="Courier New" panose="02070309020205020404" pitchFamily="49" charset="0"/>
                <a:cs typeface="Courier New" panose="02070309020205020404" pitchFamily="49" charset="0"/>
              </a:rPr>
              <a:t>ComputeExpression</a:t>
            </a:r>
            <a:r>
              <a:rPr lang="en-US" dirty="0"/>
              <a:t>.</a:t>
            </a:r>
          </a:p>
        </p:txBody>
      </p:sp>
      <p:sp>
        <p:nvSpPr>
          <p:cNvPr id="4" name="Footer Placeholder 3">
            <a:extLst>
              <a:ext uri="{FF2B5EF4-FFF2-40B4-BE49-F238E27FC236}">
                <a16:creationId xmlns:a16="http://schemas.microsoft.com/office/drawing/2014/main" id="{F1ABFEEA-242B-BEC5-43A2-472024EB147C}"/>
              </a:ext>
            </a:extLst>
          </p:cNvPr>
          <p:cNvSpPr>
            <a:spLocks noGrp="1"/>
          </p:cNvSpPr>
          <p:nvPr>
            <p:ph type="ftr" sz="quarter" idx="11"/>
          </p:nvPr>
        </p:nvSpPr>
        <p:spPr>
          <a:xfrm>
            <a:off x="2846895" y="6459785"/>
            <a:ext cx="6966408" cy="365125"/>
          </a:xfrm>
        </p:spPr>
        <p:txBody>
          <a:bodyPr/>
          <a:lstStyle/>
          <a:p>
            <a:r>
              <a:rPr lang="en-US"/>
              <a:t>Edited and Reviewed By: I. Bara' Qadomi &amp; I. Bara' Hamadah (FIT, Applied Science Private University)</a:t>
            </a:r>
          </a:p>
        </p:txBody>
      </p:sp>
    </p:spTree>
    <p:extLst>
      <p:ext uri="{BB962C8B-B14F-4D97-AF65-F5344CB8AC3E}">
        <p14:creationId xmlns:p14="http://schemas.microsoft.com/office/powerpoint/2010/main" val="852819118"/>
      </p:ext>
    </p:extLst>
  </p:cSld>
  <p:clrMapOvr>
    <a:masterClrMapping/>
  </p:clrMapOvr>
  <p:transition spd="slow">
    <p:wip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7E5B45-8D88-ED12-F886-5CB527D7BEF3}"/>
              </a:ext>
            </a:extLst>
          </p:cNvPr>
          <p:cNvSpPr>
            <a:spLocks noGrp="1"/>
          </p:cNvSpPr>
          <p:nvPr>
            <p:ph type="title"/>
          </p:nvPr>
        </p:nvSpPr>
        <p:spPr>
          <a:xfrm>
            <a:off x="348791" y="286603"/>
            <a:ext cx="11481847" cy="1450757"/>
          </a:xfrm>
        </p:spPr>
        <p:txBody>
          <a:bodyPr/>
          <a:lstStyle/>
          <a:p>
            <a:r>
              <a:rPr lang="en-US" dirty="0"/>
              <a:t>Naming Conventions</a:t>
            </a:r>
          </a:p>
        </p:txBody>
      </p:sp>
      <p:sp>
        <p:nvSpPr>
          <p:cNvPr id="3" name="Content Placeholder 2">
            <a:extLst>
              <a:ext uri="{FF2B5EF4-FFF2-40B4-BE49-F238E27FC236}">
                <a16:creationId xmlns:a16="http://schemas.microsoft.com/office/drawing/2014/main" id="{0C2E1710-1895-E34B-968E-9A6498584B1B}"/>
              </a:ext>
            </a:extLst>
          </p:cNvPr>
          <p:cNvSpPr>
            <a:spLocks noGrp="1"/>
          </p:cNvSpPr>
          <p:nvPr>
            <p:ph idx="1"/>
          </p:nvPr>
        </p:nvSpPr>
        <p:spPr>
          <a:xfrm>
            <a:off x="348791" y="1845734"/>
            <a:ext cx="11481847" cy="4023360"/>
          </a:xfrm>
        </p:spPr>
        <p:txBody>
          <a:bodyPr>
            <a:normAutofit/>
          </a:bodyPr>
          <a:lstStyle/>
          <a:p>
            <a:r>
              <a:rPr lang="en-US" dirty="0"/>
              <a:t>Method Name Identification</a:t>
            </a:r>
          </a:p>
          <a:p>
            <a:pPr lvl="1"/>
            <a:r>
              <a:rPr lang="en-US" dirty="0"/>
              <a:t>Capitalize the second and subsequent letters, without spaces between them,</a:t>
            </a:r>
          </a:p>
          <a:p>
            <a:pPr lvl="2"/>
            <a:r>
              <a:rPr lang="en-US" dirty="0" err="1"/>
              <a:t>Eg.</a:t>
            </a:r>
            <a:r>
              <a:rPr lang="en-US" dirty="0"/>
              <a:t> (</a:t>
            </a:r>
            <a:r>
              <a:rPr lang="en-US" dirty="0" err="1">
                <a:latin typeface="Courier New" panose="02070309020205020404" pitchFamily="49" charset="0"/>
                <a:cs typeface="Courier New" panose="02070309020205020404" pitchFamily="49" charset="0"/>
              </a:rPr>
              <a:t>getCustomerName</a:t>
            </a: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setRentalItemPrice</a:t>
            </a:r>
            <a:r>
              <a:rPr lang="en-US" dirty="0">
                <a:latin typeface="Courier New" panose="02070309020205020404" pitchFamily="49" charset="0"/>
                <a:cs typeface="Courier New" panose="02070309020205020404" pitchFamily="49" charset="0"/>
              </a:rPr>
              <a:t>()</a:t>
            </a:r>
            <a:r>
              <a:rPr lang="en-US" dirty="0"/>
              <a:t>).</a:t>
            </a:r>
          </a:p>
          <a:p>
            <a:r>
              <a:rPr lang="en-US" dirty="0"/>
              <a:t>Package name</a:t>
            </a:r>
          </a:p>
          <a:p>
            <a:pPr lvl="1"/>
            <a:r>
              <a:rPr lang="en-US" dirty="0" err="1"/>
              <a:t>Eg.</a:t>
            </a:r>
            <a:r>
              <a:rPr lang="en-US" dirty="0"/>
              <a:t> (</a:t>
            </a:r>
            <a:r>
              <a:rPr lang="en-US" dirty="0" err="1">
                <a:latin typeface="Courier New" panose="02070309020205020404" pitchFamily="49" charset="0"/>
                <a:cs typeface="Courier New" panose="02070309020205020404" pitchFamily="49" charset="0"/>
              </a:rPr>
              <a:t>java.util</a:t>
            </a: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java.lang</a:t>
            </a:r>
            <a:r>
              <a:rPr lang="en-US" dirty="0"/>
              <a:t>)</a:t>
            </a:r>
          </a:p>
        </p:txBody>
      </p:sp>
      <p:sp>
        <p:nvSpPr>
          <p:cNvPr id="4" name="Footer Placeholder 3">
            <a:extLst>
              <a:ext uri="{FF2B5EF4-FFF2-40B4-BE49-F238E27FC236}">
                <a16:creationId xmlns:a16="http://schemas.microsoft.com/office/drawing/2014/main" id="{F1ABFEEA-242B-BEC5-43A2-472024EB147C}"/>
              </a:ext>
            </a:extLst>
          </p:cNvPr>
          <p:cNvSpPr>
            <a:spLocks noGrp="1"/>
          </p:cNvSpPr>
          <p:nvPr>
            <p:ph type="ftr" sz="quarter" idx="11"/>
          </p:nvPr>
        </p:nvSpPr>
        <p:spPr>
          <a:xfrm>
            <a:off x="2846895" y="6459785"/>
            <a:ext cx="6966408" cy="365125"/>
          </a:xfrm>
        </p:spPr>
        <p:txBody>
          <a:bodyPr/>
          <a:lstStyle/>
          <a:p>
            <a:r>
              <a:rPr lang="en-US"/>
              <a:t>Edited and Reviewed By: I. Bara' Qadomi &amp; I. Bara' Hamadah (FIT, Applied Science Private University)</a:t>
            </a:r>
          </a:p>
        </p:txBody>
      </p:sp>
    </p:spTree>
    <p:extLst>
      <p:ext uri="{BB962C8B-B14F-4D97-AF65-F5344CB8AC3E}">
        <p14:creationId xmlns:p14="http://schemas.microsoft.com/office/powerpoint/2010/main" val="3792502377"/>
      </p:ext>
    </p:extLst>
  </p:cSld>
  <p:clrMapOvr>
    <a:masterClrMapping/>
  </p:clrMapOvr>
  <p:transition spd="slow">
    <p:wip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7E5B45-8D88-ED12-F886-5CB527D7BEF3}"/>
              </a:ext>
            </a:extLst>
          </p:cNvPr>
          <p:cNvSpPr>
            <a:spLocks noGrp="1"/>
          </p:cNvSpPr>
          <p:nvPr>
            <p:ph type="title"/>
          </p:nvPr>
        </p:nvSpPr>
        <p:spPr>
          <a:xfrm>
            <a:off x="348791" y="286603"/>
            <a:ext cx="11481847" cy="1450757"/>
          </a:xfrm>
        </p:spPr>
        <p:txBody>
          <a:bodyPr/>
          <a:lstStyle/>
          <a:p>
            <a:r>
              <a:rPr lang="en-US" dirty="0"/>
              <a:t>Naming Conventions</a:t>
            </a:r>
          </a:p>
        </p:txBody>
      </p:sp>
      <p:sp>
        <p:nvSpPr>
          <p:cNvPr id="3" name="Content Placeholder 2">
            <a:extLst>
              <a:ext uri="{FF2B5EF4-FFF2-40B4-BE49-F238E27FC236}">
                <a16:creationId xmlns:a16="http://schemas.microsoft.com/office/drawing/2014/main" id="{0C2E1710-1895-E34B-968E-9A6498584B1B}"/>
              </a:ext>
            </a:extLst>
          </p:cNvPr>
          <p:cNvSpPr>
            <a:spLocks noGrp="1"/>
          </p:cNvSpPr>
          <p:nvPr>
            <p:ph idx="1"/>
          </p:nvPr>
        </p:nvSpPr>
        <p:spPr>
          <a:xfrm>
            <a:off x="348791" y="1761423"/>
            <a:ext cx="11481847" cy="4559167"/>
          </a:xfrm>
        </p:spPr>
        <p:txBody>
          <a:bodyPr>
            <a:normAutofit/>
          </a:bodyPr>
          <a:lstStyle/>
          <a:p>
            <a:r>
              <a:rPr lang="en-US" dirty="0"/>
              <a:t>Variables Identification:</a:t>
            </a:r>
          </a:p>
          <a:p>
            <a:pPr lvl="1"/>
            <a:r>
              <a:rPr lang="en-US" dirty="0"/>
              <a:t>Capitalize the second and subsequent letters, without spaces between them, </a:t>
            </a:r>
            <a:br>
              <a:rPr lang="en-US" dirty="0"/>
            </a:br>
            <a:r>
              <a:rPr lang="en-US" dirty="0"/>
              <a:t>e.g. (</a:t>
            </a:r>
            <a:r>
              <a:rPr lang="en-US" dirty="0" err="1">
                <a:latin typeface="Courier New" panose="02070309020205020404" pitchFamily="49" charset="0"/>
                <a:cs typeface="Courier New" panose="02070309020205020404" pitchFamily="49" charset="0"/>
              </a:rPr>
              <a:t>customerName</a:t>
            </a: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customerCreditLimit</a:t>
            </a:r>
            <a:r>
              <a:rPr lang="en-US" dirty="0"/>
              <a:t>).</a:t>
            </a:r>
          </a:p>
          <a:p>
            <a:r>
              <a:rPr lang="en-US" dirty="0"/>
              <a:t>Constants Identification (final variables):</a:t>
            </a:r>
          </a:p>
          <a:p>
            <a:pPr lvl="1"/>
            <a:r>
              <a:rPr lang="en-US" dirty="0"/>
              <a:t>All letters must be capitalized,</a:t>
            </a:r>
            <a:br>
              <a:rPr lang="en-US" dirty="0"/>
            </a:br>
            <a:r>
              <a:rPr lang="en-US" dirty="0"/>
              <a:t>e.g.(</a:t>
            </a:r>
            <a:r>
              <a:rPr lang="en-US" dirty="0">
                <a:latin typeface="Courier New" panose="02070309020205020404" pitchFamily="49" charset="0"/>
                <a:cs typeface="Courier New" panose="02070309020205020404" pitchFamily="49" charset="0"/>
              </a:rPr>
              <a:t>MIN_WIDTH, MAX_NUMBER_OF_ITEMS</a:t>
            </a:r>
            <a:r>
              <a:rPr lang="en-US" dirty="0"/>
              <a:t>).</a:t>
            </a:r>
          </a:p>
          <a:p>
            <a:pPr lvl="1"/>
            <a:r>
              <a:rPr lang="en-US" dirty="0"/>
              <a:t>Can use  underscore character (_) at the beginning or in the middle or at the end of the constant name.</a:t>
            </a:r>
          </a:p>
          <a:p>
            <a:pPr lvl="1"/>
            <a:r>
              <a:rPr lang="en-US" dirty="0"/>
              <a:t>Cannot use spaces between letters if the constant name is compound,</a:t>
            </a:r>
            <a:br>
              <a:rPr lang="en-US" dirty="0"/>
            </a:br>
            <a:r>
              <a:rPr lang="en-US" dirty="0" err="1"/>
              <a:t>e.g</a:t>
            </a:r>
            <a:r>
              <a:rPr lang="en-US" dirty="0"/>
              <a:t> (</a:t>
            </a:r>
            <a:r>
              <a:rPr lang="en-US" dirty="0">
                <a:latin typeface="Courier New" panose="02070309020205020404" pitchFamily="49" charset="0"/>
                <a:cs typeface="Courier New" panose="02070309020205020404" pitchFamily="49" charset="0"/>
              </a:rPr>
              <a:t>TAX  RATE=0.16</a:t>
            </a:r>
            <a:r>
              <a:rPr lang="en-US" dirty="0"/>
              <a:t>);</a:t>
            </a:r>
          </a:p>
          <a:p>
            <a:r>
              <a:rPr lang="en-US" dirty="0"/>
              <a:t>Uppercase and lowercase characters since the language is Case-Sensitive</a:t>
            </a:r>
          </a:p>
        </p:txBody>
      </p:sp>
      <p:sp>
        <p:nvSpPr>
          <p:cNvPr id="4" name="Footer Placeholder 3">
            <a:extLst>
              <a:ext uri="{FF2B5EF4-FFF2-40B4-BE49-F238E27FC236}">
                <a16:creationId xmlns:a16="http://schemas.microsoft.com/office/drawing/2014/main" id="{F1ABFEEA-242B-BEC5-43A2-472024EB147C}"/>
              </a:ext>
            </a:extLst>
          </p:cNvPr>
          <p:cNvSpPr>
            <a:spLocks noGrp="1"/>
          </p:cNvSpPr>
          <p:nvPr>
            <p:ph type="ftr" sz="quarter" idx="11"/>
          </p:nvPr>
        </p:nvSpPr>
        <p:spPr>
          <a:xfrm>
            <a:off x="2846895" y="6459785"/>
            <a:ext cx="6966408" cy="365125"/>
          </a:xfrm>
        </p:spPr>
        <p:txBody>
          <a:bodyPr/>
          <a:lstStyle/>
          <a:p>
            <a:r>
              <a:rPr lang="en-US"/>
              <a:t>Edited and Reviewed By: I. Bara' Qadomi &amp; I. Bara' Hamadah (FIT, Applied Science Private University)</a:t>
            </a:r>
          </a:p>
        </p:txBody>
      </p:sp>
      <p:sp>
        <p:nvSpPr>
          <p:cNvPr id="5" name="Multiplication Sign 4">
            <a:extLst>
              <a:ext uri="{FF2B5EF4-FFF2-40B4-BE49-F238E27FC236}">
                <a16:creationId xmlns:a16="http://schemas.microsoft.com/office/drawing/2014/main" id="{FED4E3FE-22DC-8815-914F-C4885B42F4A7}"/>
              </a:ext>
            </a:extLst>
          </p:cNvPr>
          <p:cNvSpPr/>
          <p:nvPr/>
        </p:nvSpPr>
        <p:spPr>
          <a:xfrm>
            <a:off x="2157662" y="5553775"/>
            <a:ext cx="312821" cy="285548"/>
          </a:xfrm>
          <a:prstGeom prst="mathMultiply">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993605378"/>
      </p:ext>
    </p:extLst>
  </p:cSld>
  <p:clrMapOvr>
    <a:masterClrMapping/>
  </p:clrMapOvr>
  <p:transition spd="slow">
    <p:wip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7E5B45-8D88-ED12-F886-5CB527D7BEF3}"/>
              </a:ext>
            </a:extLst>
          </p:cNvPr>
          <p:cNvSpPr>
            <a:spLocks noGrp="1"/>
          </p:cNvSpPr>
          <p:nvPr>
            <p:ph type="title"/>
          </p:nvPr>
        </p:nvSpPr>
        <p:spPr>
          <a:xfrm>
            <a:off x="348791" y="278582"/>
            <a:ext cx="11481847" cy="1450757"/>
          </a:xfrm>
        </p:spPr>
        <p:txBody>
          <a:bodyPr/>
          <a:lstStyle/>
          <a:p>
            <a:r>
              <a:rPr lang="en-US" dirty="0"/>
              <a:t>Special Symbols</a:t>
            </a:r>
          </a:p>
        </p:txBody>
      </p:sp>
      <p:sp>
        <p:nvSpPr>
          <p:cNvPr id="4" name="Footer Placeholder 3">
            <a:extLst>
              <a:ext uri="{FF2B5EF4-FFF2-40B4-BE49-F238E27FC236}">
                <a16:creationId xmlns:a16="http://schemas.microsoft.com/office/drawing/2014/main" id="{F1ABFEEA-242B-BEC5-43A2-472024EB147C}"/>
              </a:ext>
            </a:extLst>
          </p:cNvPr>
          <p:cNvSpPr>
            <a:spLocks noGrp="1"/>
          </p:cNvSpPr>
          <p:nvPr>
            <p:ph type="ftr" sz="quarter" idx="11"/>
          </p:nvPr>
        </p:nvSpPr>
        <p:spPr>
          <a:xfrm>
            <a:off x="2846895" y="6459785"/>
            <a:ext cx="6966408" cy="365125"/>
          </a:xfrm>
        </p:spPr>
        <p:txBody>
          <a:bodyPr/>
          <a:lstStyle/>
          <a:p>
            <a:r>
              <a:rPr lang="en-US"/>
              <a:t>Edited and Reviewed By: I. Bara' Qadomi &amp; I. Bara' Hamadah (FIT, Applied Science Private University)</a:t>
            </a:r>
          </a:p>
        </p:txBody>
      </p:sp>
      <p:graphicFrame>
        <p:nvGraphicFramePr>
          <p:cNvPr id="9" name="Object 5">
            <a:extLst>
              <a:ext uri="{FF2B5EF4-FFF2-40B4-BE49-F238E27FC236}">
                <a16:creationId xmlns:a16="http://schemas.microsoft.com/office/drawing/2014/main" id="{FCAA226C-3C7E-EE37-4599-AFCE13F9320D}"/>
              </a:ext>
            </a:extLst>
          </p:cNvPr>
          <p:cNvGraphicFramePr>
            <a:graphicFrameLocks noChangeAspect="1"/>
          </p:cNvGraphicFramePr>
          <p:nvPr>
            <p:extLst>
              <p:ext uri="{D42A27DB-BD31-4B8C-83A1-F6EECF244321}">
                <p14:modId xmlns:p14="http://schemas.microsoft.com/office/powerpoint/2010/main" val="1403661606"/>
              </p:ext>
            </p:extLst>
          </p:nvPr>
        </p:nvGraphicFramePr>
        <p:xfrm>
          <a:off x="1986699" y="1780673"/>
          <a:ext cx="8686800" cy="4574837"/>
        </p:xfrm>
        <a:graphic>
          <a:graphicData uri="http://schemas.openxmlformats.org/presentationml/2006/ole">
            <mc:AlternateContent xmlns:mc="http://schemas.openxmlformats.org/markup-compatibility/2006">
              <mc:Choice xmlns:v="urn:schemas-microsoft-com:vml" Requires="v">
                <p:oleObj name="Picture" r:id="rId2" imgW="5285715" imgH="1830275" progId="Word.Picture.8">
                  <p:embed/>
                </p:oleObj>
              </mc:Choice>
              <mc:Fallback>
                <p:oleObj name="Picture" r:id="rId2" imgW="5285715" imgH="1830275" progId="Word.Picture.8">
                  <p:embed/>
                  <p:pic>
                    <p:nvPicPr>
                      <p:cNvPr id="5" name="Object 5">
                        <a:extLst>
                          <a:ext uri="{FF2B5EF4-FFF2-40B4-BE49-F238E27FC236}">
                            <a16:creationId xmlns:a16="http://schemas.microsoft.com/office/drawing/2014/main" id="{8C043BA4-3E1E-25F4-2790-675386EE04B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86699" y="1780673"/>
                        <a:ext cx="8686800" cy="4574837"/>
                      </a:xfrm>
                      <a:prstGeom prst="rect">
                        <a:avLst/>
                      </a:prstGeom>
                      <a:noFill/>
                      <a:ln>
                        <a:solidFill>
                          <a:schemeClr val="tx1"/>
                        </a:solidFill>
                      </a:ln>
                    </p:spPr>
                  </p:pic>
                </p:oleObj>
              </mc:Fallback>
            </mc:AlternateContent>
          </a:graphicData>
        </a:graphic>
      </p:graphicFrame>
    </p:spTree>
    <p:extLst>
      <p:ext uri="{BB962C8B-B14F-4D97-AF65-F5344CB8AC3E}">
        <p14:creationId xmlns:p14="http://schemas.microsoft.com/office/powerpoint/2010/main" val="3214123208"/>
      </p:ext>
    </p:extLst>
  </p:cSld>
  <p:clrMapOvr>
    <a:masterClrMapping/>
  </p:clrMapOvr>
  <p:transition spd="slow">
    <p:wip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7E5B45-8D88-ED12-F886-5CB527D7BEF3}"/>
              </a:ext>
            </a:extLst>
          </p:cNvPr>
          <p:cNvSpPr>
            <a:spLocks noGrp="1"/>
          </p:cNvSpPr>
          <p:nvPr>
            <p:ph type="title"/>
          </p:nvPr>
        </p:nvSpPr>
        <p:spPr>
          <a:xfrm>
            <a:off x="348791" y="286603"/>
            <a:ext cx="11481847" cy="1450757"/>
          </a:xfrm>
        </p:spPr>
        <p:txBody>
          <a:bodyPr/>
          <a:lstStyle/>
          <a:p>
            <a:r>
              <a:rPr lang="en-US" dirty="0"/>
              <a:t>Constant Variable (final)</a:t>
            </a:r>
          </a:p>
        </p:txBody>
      </p:sp>
      <p:sp>
        <p:nvSpPr>
          <p:cNvPr id="4" name="Footer Placeholder 3">
            <a:extLst>
              <a:ext uri="{FF2B5EF4-FFF2-40B4-BE49-F238E27FC236}">
                <a16:creationId xmlns:a16="http://schemas.microsoft.com/office/drawing/2014/main" id="{F1ABFEEA-242B-BEC5-43A2-472024EB147C}"/>
              </a:ext>
            </a:extLst>
          </p:cNvPr>
          <p:cNvSpPr>
            <a:spLocks noGrp="1"/>
          </p:cNvSpPr>
          <p:nvPr>
            <p:ph type="ftr" sz="quarter" idx="11"/>
          </p:nvPr>
        </p:nvSpPr>
        <p:spPr>
          <a:xfrm>
            <a:off x="2846895" y="6459785"/>
            <a:ext cx="6966408" cy="365125"/>
          </a:xfrm>
        </p:spPr>
        <p:txBody>
          <a:bodyPr/>
          <a:lstStyle/>
          <a:p>
            <a:r>
              <a:rPr lang="en-US"/>
              <a:t>Edited and Reviewed By: I. Bara' Qadomi &amp; I. Bara' Hamadah (FIT, Applied Science Private University)</a:t>
            </a:r>
          </a:p>
        </p:txBody>
      </p:sp>
      <p:pic>
        <p:nvPicPr>
          <p:cNvPr id="9" name="Picture 8">
            <a:extLst>
              <a:ext uri="{FF2B5EF4-FFF2-40B4-BE49-F238E27FC236}">
                <a16:creationId xmlns:a16="http://schemas.microsoft.com/office/drawing/2014/main" id="{57198982-A960-4049-2E29-BB9D1F9F3FEA}"/>
              </a:ext>
            </a:extLst>
          </p:cNvPr>
          <p:cNvPicPr>
            <a:picLocks noChangeAspect="1"/>
          </p:cNvPicPr>
          <p:nvPr/>
        </p:nvPicPr>
        <p:blipFill>
          <a:blip r:embed="rId2"/>
          <a:stretch>
            <a:fillRect/>
          </a:stretch>
        </p:blipFill>
        <p:spPr>
          <a:xfrm>
            <a:off x="1472516" y="1824604"/>
            <a:ext cx="9234396" cy="4499810"/>
          </a:xfrm>
          <a:prstGeom prst="rect">
            <a:avLst/>
          </a:prstGeom>
        </p:spPr>
      </p:pic>
      <p:sp>
        <p:nvSpPr>
          <p:cNvPr id="10" name="TextBox 9">
            <a:extLst>
              <a:ext uri="{FF2B5EF4-FFF2-40B4-BE49-F238E27FC236}">
                <a16:creationId xmlns:a16="http://schemas.microsoft.com/office/drawing/2014/main" id="{30015835-05D2-994F-EE08-B40AFAA5A855}"/>
              </a:ext>
            </a:extLst>
          </p:cNvPr>
          <p:cNvSpPr txBox="1"/>
          <p:nvPr/>
        </p:nvSpPr>
        <p:spPr>
          <a:xfrm>
            <a:off x="705853" y="3978442"/>
            <a:ext cx="1331494" cy="369332"/>
          </a:xfrm>
          <a:prstGeom prst="rect">
            <a:avLst/>
          </a:prstGeom>
          <a:noFill/>
          <a:ln>
            <a:solidFill>
              <a:srgbClr val="C00000"/>
            </a:solidFill>
            <a:prstDash val="dash"/>
          </a:ln>
        </p:spPr>
        <p:txBody>
          <a:bodyPr wrap="square" rtlCol="0">
            <a:spAutoFit/>
          </a:bodyPr>
          <a:lstStyle/>
          <a:p>
            <a:pPr algn="ctr"/>
            <a:r>
              <a:rPr lang="en-US" dirty="0"/>
              <a:t>constant</a:t>
            </a:r>
          </a:p>
        </p:txBody>
      </p:sp>
      <p:sp>
        <p:nvSpPr>
          <p:cNvPr id="11" name="Arrow: Right 10">
            <a:extLst>
              <a:ext uri="{FF2B5EF4-FFF2-40B4-BE49-F238E27FC236}">
                <a16:creationId xmlns:a16="http://schemas.microsoft.com/office/drawing/2014/main" id="{D486BC0C-4404-E1BF-B45C-42AD39CBF9E3}"/>
              </a:ext>
            </a:extLst>
          </p:cNvPr>
          <p:cNvSpPr/>
          <p:nvPr/>
        </p:nvSpPr>
        <p:spPr>
          <a:xfrm rot="1066237">
            <a:off x="1890231" y="4085533"/>
            <a:ext cx="531831" cy="280113"/>
          </a:xfrm>
          <a:prstGeom prst="rightArrow">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71115997"/>
      </p:ext>
    </p:extLst>
  </p:cSld>
  <p:clrMapOvr>
    <a:masterClrMapping/>
  </p:clrMapOvr>
  <p:transition spd="slow">
    <p:wip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7E5B45-8D88-ED12-F886-5CB527D7BEF3}"/>
              </a:ext>
            </a:extLst>
          </p:cNvPr>
          <p:cNvSpPr>
            <a:spLocks noGrp="1"/>
          </p:cNvSpPr>
          <p:nvPr>
            <p:ph type="title"/>
          </p:nvPr>
        </p:nvSpPr>
        <p:spPr>
          <a:xfrm>
            <a:off x="348791" y="286603"/>
            <a:ext cx="11481847" cy="1450757"/>
          </a:xfrm>
        </p:spPr>
        <p:txBody>
          <a:bodyPr/>
          <a:lstStyle/>
          <a:p>
            <a:r>
              <a:rPr lang="en-US" dirty="0"/>
              <a:t>Exercises</a:t>
            </a:r>
          </a:p>
        </p:txBody>
      </p:sp>
      <p:sp>
        <p:nvSpPr>
          <p:cNvPr id="3" name="Content Placeholder 2">
            <a:extLst>
              <a:ext uri="{FF2B5EF4-FFF2-40B4-BE49-F238E27FC236}">
                <a16:creationId xmlns:a16="http://schemas.microsoft.com/office/drawing/2014/main" id="{0C2E1710-1895-E34B-968E-9A6498584B1B}"/>
              </a:ext>
            </a:extLst>
          </p:cNvPr>
          <p:cNvSpPr>
            <a:spLocks noGrp="1"/>
          </p:cNvSpPr>
          <p:nvPr>
            <p:ph idx="1"/>
          </p:nvPr>
        </p:nvSpPr>
        <p:spPr>
          <a:xfrm>
            <a:off x="348791" y="1845733"/>
            <a:ext cx="11481847" cy="4426730"/>
          </a:xfrm>
        </p:spPr>
        <p:txBody>
          <a:bodyPr>
            <a:normAutofit/>
          </a:bodyPr>
          <a:lstStyle/>
          <a:p>
            <a:pPr marL="342900" indent="-342900"/>
            <a:r>
              <a:rPr lang="en-US" dirty="0"/>
              <a:t>Q: write a program to compute the net salary of an employee, suppose,</a:t>
            </a:r>
            <a:br>
              <a:rPr lang="en-US" dirty="0"/>
            </a:br>
            <a:r>
              <a:rPr lang="en-US" dirty="0"/>
              <a:t>tax rate = 7% and employee salary = 800.</a:t>
            </a:r>
          </a:p>
          <a:p>
            <a:pPr marL="882900" lvl="1" indent="-342900"/>
            <a:r>
              <a:rPr lang="en-US" dirty="0"/>
              <a:t>tax amount = salary * tax rate.</a:t>
            </a:r>
          </a:p>
          <a:p>
            <a:pPr marL="882900" lvl="1" indent="-342900"/>
            <a:r>
              <a:rPr lang="en-US" dirty="0"/>
              <a:t>net salary = salary - tax amount.</a:t>
            </a:r>
          </a:p>
          <a:p>
            <a:r>
              <a:rPr lang="en-US" dirty="0"/>
              <a:t>Q: write a program to compute the Area of Rectangle.</a:t>
            </a:r>
          </a:p>
          <a:p>
            <a:pPr lvl="1"/>
            <a:r>
              <a:rPr lang="en-US" dirty="0"/>
              <a:t>width = 18.</a:t>
            </a:r>
          </a:p>
          <a:p>
            <a:pPr lvl="1"/>
            <a:r>
              <a:rPr lang="en-US" dirty="0"/>
              <a:t>length = 6. </a:t>
            </a:r>
          </a:p>
          <a:p>
            <a:r>
              <a:rPr lang="en-US" dirty="0"/>
              <a:t>Q: write a program to Swap two float numbers using a temporary variable.</a:t>
            </a:r>
          </a:p>
          <a:p>
            <a:pPr lvl="1"/>
            <a:r>
              <a:rPr lang="en-US" dirty="0"/>
              <a:t>Number1 = 3.4.</a:t>
            </a:r>
          </a:p>
          <a:p>
            <a:pPr lvl="1"/>
            <a:r>
              <a:rPr lang="en-US" dirty="0"/>
              <a:t>Number2 = 73.22.</a:t>
            </a:r>
          </a:p>
        </p:txBody>
      </p:sp>
      <p:sp>
        <p:nvSpPr>
          <p:cNvPr id="4" name="Footer Placeholder 3">
            <a:extLst>
              <a:ext uri="{FF2B5EF4-FFF2-40B4-BE49-F238E27FC236}">
                <a16:creationId xmlns:a16="http://schemas.microsoft.com/office/drawing/2014/main" id="{F1ABFEEA-242B-BEC5-43A2-472024EB147C}"/>
              </a:ext>
            </a:extLst>
          </p:cNvPr>
          <p:cNvSpPr>
            <a:spLocks noGrp="1"/>
          </p:cNvSpPr>
          <p:nvPr>
            <p:ph type="ftr" sz="quarter" idx="11"/>
          </p:nvPr>
        </p:nvSpPr>
        <p:spPr>
          <a:xfrm>
            <a:off x="2846895" y="6459785"/>
            <a:ext cx="6966408" cy="365125"/>
          </a:xfrm>
        </p:spPr>
        <p:txBody>
          <a:bodyPr/>
          <a:lstStyle/>
          <a:p>
            <a:r>
              <a:rPr lang="en-US"/>
              <a:t>Edited and Reviewed By: I. Bara' Qadomi &amp; I. Bara' Hamadah (FIT, Applied Science Private University)</a:t>
            </a:r>
          </a:p>
        </p:txBody>
      </p:sp>
    </p:spTree>
    <p:extLst>
      <p:ext uri="{BB962C8B-B14F-4D97-AF65-F5344CB8AC3E}">
        <p14:creationId xmlns:p14="http://schemas.microsoft.com/office/powerpoint/2010/main" val="134718247"/>
      </p:ext>
    </p:extLst>
  </p:cSld>
  <p:clrMapOvr>
    <a:masterClrMapping/>
  </p:clrMapOvr>
  <p:transition spd="slow">
    <p:wip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7E5B45-8D88-ED12-F886-5CB527D7BEF3}"/>
              </a:ext>
            </a:extLst>
          </p:cNvPr>
          <p:cNvSpPr>
            <a:spLocks noGrp="1"/>
          </p:cNvSpPr>
          <p:nvPr>
            <p:ph type="title"/>
          </p:nvPr>
        </p:nvSpPr>
        <p:spPr>
          <a:xfrm>
            <a:off x="348791" y="286603"/>
            <a:ext cx="11481847" cy="1450757"/>
          </a:xfrm>
        </p:spPr>
        <p:txBody>
          <a:bodyPr/>
          <a:lstStyle/>
          <a:p>
            <a:r>
              <a:rPr lang="en-US" dirty="0"/>
              <a:t>Programming Errors</a:t>
            </a:r>
          </a:p>
        </p:txBody>
      </p:sp>
      <p:sp>
        <p:nvSpPr>
          <p:cNvPr id="3" name="Content Placeholder 2">
            <a:extLst>
              <a:ext uri="{FF2B5EF4-FFF2-40B4-BE49-F238E27FC236}">
                <a16:creationId xmlns:a16="http://schemas.microsoft.com/office/drawing/2014/main" id="{0C2E1710-1895-E34B-968E-9A6498584B1B}"/>
              </a:ext>
            </a:extLst>
          </p:cNvPr>
          <p:cNvSpPr>
            <a:spLocks noGrp="1"/>
          </p:cNvSpPr>
          <p:nvPr>
            <p:ph idx="1"/>
          </p:nvPr>
        </p:nvSpPr>
        <p:spPr>
          <a:xfrm>
            <a:off x="348791" y="1845733"/>
            <a:ext cx="11481847" cy="4330477"/>
          </a:xfrm>
        </p:spPr>
        <p:txBody>
          <a:bodyPr/>
          <a:lstStyle/>
          <a:p>
            <a:r>
              <a:rPr lang="en-US" dirty="0"/>
              <a:t>Syntax Errors</a:t>
            </a:r>
          </a:p>
          <a:p>
            <a:pPr lvl="1"/>
            <a:r>
              <a:rPr lang="en-US" dirty="0"/>
              <a:t>Detected by the compiler.</a:t>
            </a:r>
          </a:p>
          <a:p>
            <a:pPr lvl="1"/>
            <a:endParaRPr lang="en-US" dirty="0"/>
          </a:p>
          <a:p>
            <a:pPr lvl="1"/>
            <a:endParaRPr lang="en-US" dirty="0"/>
          </a:p>
          <a:p>
            <a:r>
              <a:rPr lang="en-US" dirty="0"/>
              <a:t>Runtime Errors</a:t>
            </a:r>
          </a:p>
          <a:p>
            <a:pPr lvl="1"/>
            <a:r>
              <a:rPr lang="en-US" dirty="0"/>
              <a:t>Causes the program to abort.</a:t>
            </a:r>
          </a:p>
          <a:p>
            <a:endParaRPr lang="en-US" dirty="0"/>
          </a:p>
          <a:p>
            <a:r>
              <a:rPr lang="en-US" dirty="0"/>
              <a:t>Logic Errors</a:t>
            </a:r>
          </a:p>
          <a:p>
            <a:pPr lvl="1"/>
            <a:r>
              <a:rPr lang="en-US" dirty="0"/>
              <a:t>Produces incorrect result</a:t>
            </a:r>
          </a:p>
          <a:p>
            <a:endParaRPr lang="en-US" dirty="0"/>
          </a:p>
        </p:txBody>
      </p:sp>
      <p:sp>
        <p:nvSpPr>
          <p:cNvPr id="4" name="Footer Placeholder 3">
            <a:extLst>
              <a:ext uri="{FF2B5EF4-FFF2-40B4-BE49-F238E27FC236}">
                <a16:creationId xmlns:a16="http://schemas.microsoft.com/office/drawing/2014/main" id="{F1ABFEEA-242B-BEC5-43A2-472024EB147C}"/>
              </a:ext>
            </a:extLst>
          </p:cNvPr>
          <p:cNvSpPr>
            <a:spLocks noGrp="1"/>
          </p:cNvSpPr>
          <p:nvPr>
            <p:ph type="ftr" sz="quarter" idx="11"/>
          </p:nvPr>
        </p:nvSpPr>
        <p:spPr>
          <a:xfrm>
            <a:off x="2846895" y="6459785"/>
            <a:ext cx="6966408" cy="365125"/>
          </a:xfrm>
        </p:spPr>
        <p:txBody>
          <a:bodyPr/>
          <a:lstStyle/>
          <a:p>
            <a:r>
              <a:rPr lang="en-US"/>
              <a:t>Edited and Reviewed By: I. Bara' Qadomi &amp; I. Bara' Hamadah (FIT, Applied Science Private University)</a:t>
            </a:r>
          </a:p>
        </p:txBody>
      </p:sp>
      <p:sp>
        <p:nvSpPr>
          <p:cNvPr id="5" name="Rectangle 3">
            <a:extLst>
              <a:ext uri="{FF2B5EF4-FFF2-40B4-BE49-F238E27FC236}">
                <a16:creationId xmlns:a16="http://schemas.microsoft.com/office/drawing/2014/main" id="{C88000A4-14B1-3885-654C-BD40982E0E77}"/>
              </a:ext>
            </a:extLst>
          </p:cNvPr>
          <p:cNvSpPr txBox="1">
            <a:spLocks noChangeArrowheads="1"/>
          </p:cNvSpPr>
          <p:nvPr/>
        </p:nvSpPr>
        <p:spPr bwMode="auto">
          <a:xfrm>
            <a:off x="5388114" y="1890652"/>
            <a:ext cx="4800600"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marL="342900" indent="-342900">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nSpc>
                <a:spcPct val="80000"/>
              </a:lnSpc>
              <a:buFont typeface="Monotype Sorts"/>
              <a:buNone/>
            </a:pPr>
            <a:r>
              <a:rPr lang="en-US" altLang="en-US" sz="1400" b="1" dirty="0">
                <a:latin typeface="Courier New" panose="02070309020205020404" pitchFamily="49" charset="0"/>
              </a:rPr>
              <a:t>public class </a:t>
            </a:r>
            <a:r>
              <a:rPr lang="en-US" altLang="en-US" sz="1400" b="1" dirty="0" err="1">
                <a:latin typeface="Courier New" panose="02070309020205020404" pitchFamily="49" charset="0"/>
              </a:rPr>
              <a:t>ShowSyntaxErrors</a:t>
            </a:r>
            <a:r>
              <a:rPr lang="en-US" altLang="en-US" sz="1400" b="1" dirty="0">
                <a:latin typeface="Courier New" panose="02070309020205020404" pitchFamily="49" charset="0"/>
              </a:rPr>
              <a:t> {</a:t>
            </a:r>
          </a:p>
          <a:p>
            <a:pPr>
              <a:lnSpc>
                <a:spcPct val="80000"/>
              </a:lnSpc>
              <a:buFont typeface="Monotype Sorts"/>
              <a:buNone/>
            </a:pPr>
            <a:r>
              <a:rPr lang="en-US" altLang="en-US" sz="1400" b="1" dirty="0">
                <a:latin typeface="Courier New" panose="02070309020205020404" pitchFamily="49" charset="0"/>
              </a:rPr>
              <a:t>  public static main(String[] </a:t>
            </a:r>
            <a:r>
              <a:rPr lang="en-US" altLang="en-US" sz="1400" b="1" dirty="0" err="1">
                <a:latin typeface="Courier New" panose="02070309020205020404" pitchFamily="49" charset="0"/>
              </a:rPr>
              <a:t>args</a:t>
            </a:r>
            <a:r>
              <a:rPr lang="en-US" altLang="en-US" sz="1400" b="1" dirty="0">
                <a:latin typeface="Courier New" panose="02070309020205020404" pitchFamily="49" charset="0"/>
              </a:rPr>
              <a:t>) {</a:t>
            </a:r>
          </a:p>
          <a:p>
            <a:pPr>
              <a:lnSpc>
                <a:spcPct val="80000"/>
              </a:lnSpc>
              <a:buFont typeface="Monotype Sorts"/>
              <a:buNone/>
            </a:pPr>
            <a:r>
              <a:rPr lang="en-US" altLang="en-US" sz="1400" b="1" dirty="0">
                <a:latin typeface="Courier New" panose="02070309020205020404" pitchFamily="49" charset="0"/>
              </a:rPr>
              <a:t>    </a:t>
            </a:r>
            <a:r>
              <a:rPr lang="en-US" altLang="en-US" sz="1400" b="1" dirty="0" err="1">
                <a:latin typeface="Courier New" panose="02070309020205020404" pitchFamily="49" charset="0"/>
              </a:rPr>
              <a:t>System.out.println</a:t>
            </a:r>
            <a:r>
              <a:rPr lang="en-US" altLang="en-US" sz="1400" b="1" dirty="0">
                <a:latin typeface="Courier New" panose="02070309020205020404" pitchFamily="49" charset="0"/>
              </a:rPr>
              <a:t>("Welcome to Java);</a:t>
            </a:r>
          </a:p>
          <a:p>
            <a:pPr>
              <a:lnSpc>
                <a:spcPct val="80000"/>
              </a:lnSpc>
              <a:buFont typeface="Monotype Sorts"/>
              <a:buNone/>
            </a:pPr>
            <a:r>
              <a:rPr lang="en-US" altLang="en-US" sz="1400" b="1" dirty="0">
                <a:latin typeface="Courier New" panose="02070309020205020404" pitchFamily="49" charset="0"/>
              </a:rPr>
              <a:t>  }</a:t>
            </a:r>
          </a:p>
          <a:p>
            <a:pPr>
              <a:lnSpc>
                <a:spcPct val="80000"/>
              </a:lnSpc>
              <a:buFont typeface="Monotype Sorts"/>
              <a:buNone/>
            </a:pPr>
            <a:r>
              <a:rPr lang="en-US" altLang="en-US" sz="1400" b="1" dirty="0">
                <a:latin typeface="Courier New" panose="02070309020205020404" pitchFamily="49" charset="0"/>
              </a:rPr>
              <a:t>}</a:t>
            </a:r>
          </a:p>
        </p:txBody>
      </p:sp>
      <p:sp>
        <p:nvSpPr>
          <p:cNvPr id="6" name="Rectangle 3">
            <a:extLst>
              <a:ext uri="{FF2B5EF4-FFF2-40B4-BE49-F238E27FC236}">
                <a16:creationId xmlns:a16="http://schemas.microsoft.com/office/drawing/2014/main" id="{232DF056-5E9F-EB2F-A09D-0E2F07775904}"/>
              </a:ext>
            </a:extLst>
          </p:cNvPr>
          <p:cNvSpPr txBox="1">
            <a:spLocks noChangeArrowheads="1"/>
          </p:cNvSpPr>
          <p:nvPr/>
        </p:nvSpPr>
        <p:spPr bwMode="auto">
          <a:xfrm>
            <a:off x="5388114" y="3398004"/>
            <a:ext cx="4800600" cy="129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marL="342900" indent="-342900">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gn="just">
              <a:lnSpc>
                <a:spcPct val="90000"/>
              </a:lnSpc>
              <a:buFont typeface="Monotype Sorts"/>
              <a:buNone/>
            </a:pPr>
            <a:r>
              <a:rPr lang="en-US" altLang="en-US" sz="1400" b="1" dirty="0">
                <a:latin typeface="Courier New" panose="02070309020205020404" pitchFamily="49" charset="0"/>
                <a:cs typeface="Times New Roman" panose="02020603050405020304" pitchFamily="18" charset="0"/>
              </a:rPr>
              <a:t>public class </a:t>
            </a:r>
            <a:r>
              <a:rPr lang="en-US" altLang="en-US" sz="1400" b="1" dirty="0" err="1">
                <a:latin typeface="Courier New" panose="02070309020205020404" pitchFamily="49" charset="0"/>
                <a:cs typeface="Times New Roman" panose="02020603050405020304" pitchFamily="18" charset="0"/>
              </a:rPr>
              <a:t>ShowRuntimeErrors</a:t>
            </a:r>
            <a:r>
              <a:rPr lang="en-US" altLang="en-US" sz="1400" b="1" dirty="0">
                <a:latin typeface="Courier New" panose="02070309020205020404" pitchFamily="49" charset="0"/>
                <a:cs typeface="Times New Roman" panose="02020603050405020304" pitchFamily="18" charset="0"/>
              </a:rPr>
              <a:t> {</a:t>
            </a:r>
          </a:p>
          <a:p>
            <a:pPr algn="just">
              <a:lnSpc>
                <a:spcPct val="90000"/>
              </a:lnSpc>
              <a:buFont typeface="Monotype Sorts"/>
              <a:buNone/>
            </a:pPr>
            <a:r>
              <a:rPr lang="en-US" altLang="en-US" sz="1400" b="1" dirty="0">
                <a:latin typeface="Courier New" panose="02070309020205020404" pitchFamily="49" charset="0"/>
                <a:cs typeface="Times New Roman" panose="02020603050405020304" pitchFamily="18" charset="0"/>
              </a:rPr>
              <a:t>  public static void main(String[] </a:t>
            </a:r>
            <a:r>
              <a:rPr lang="en-US" altLang="en-US" sz="1400" b="1" dirty="0" err="1">
                <a:latin typeface="Courier New" panose="02070309020205020404" pitchFamily="49" charset="0"/>
                <a:cs typeface="Times New Roman" panose="02020603050405020304" pitchFamily="18" charset="0"/>
              </a:rPr>
              <a:t>args</a:t>
            </a:r>
            <a:r>
              <a:rPr lang="en-US" altLang="en-US" sz="1400" b="1" dirty="0">
                <a:latin typeface="Courier New" panose="02070309020205020404" pitchFamily="49" charset="0"/>
                <a:cs typeface="Times New Roman" panose="02020603050405020304" pitchFamily="18" charset="0"/>
              </a:rPr>
              <a:t>) {</a:t>
            </a:r>
          </a:p>
          <a:p>
            <a:pPr algn="just">
              <a:lnSpc>
                <a:spcPct val="90000"/>
              </a:lnSpc>
              <a:buFont typeface="Monotype Sorts"/>
              <a:buNone/>
            </a:pPr>
            <a:r>
              <a:rPr lang="en-US" altLang="en-US" sz="1400" b="1" dirty="0">
                <a:latin typeface="Courier New" panose="02070309020205020404" pitchFamily="49" charset="0"/>
                <a:cs typeface="Times New Roman" panose="02020603050405020304" pitchFamily="18" charset="0"/>
              </a:rPr>
              <a:t>    </a:t>
            </a:r>
            <a:r>
              <a:rPr lang="en-US" altLang="en-US" sz="1400" b="1" dirty="0" err="1">
                <a:latin typeface="Courier New" panose="02070309020205020404" pitchFamily="49" charset="0"/>
                <a:cs typeface="Times New Roman" panose="02020603050405020304" pitchFamily="18" charset="0"/>
              </a:rPr>
              <a:t>System.out.println</a:t>
            </a:r>
            <a:r>
              <a:rPr lang="en-US" altLang="en-US" sz="1400" b="1" dirty="0">
                <a:latin typeface="Courier New" panose="02070309020205020404" pitchFamily="49" charset="0"/>
                <a:cs typeface="Times New Roman" panose="02020603050405020304" pitchFamily="18" charset="0"/>
              </a:rPr>
              <a:t>(1 / 0);</a:t>
            </a:r>
          </a:p>
          <a:p>
            <a:pPr algn="just">
              <a:lnSpc>
                <a:spcPct val="90000"/>
              </a:lnSpc>
              <a:buFont typeface="Monotype Sorts"/>
              <a:buNone/>
            </a:pPr>
            <a:r>
              <a:rPr lang="en-US" altLang="en-US" sz="1400" b="1" dirty="0">
                <a:latin typeface="Courier New" panose="02070309020205020404" pitchFamily="49" charset="0"/>
                <a:cs typeface="Times New Roman" panose="02020603050405020304" pitchFamily="18" charset="0"/>
              </a:rPr>
              <a:t>  }</a:t>
            </a:r>
          </a:p>
          <a:p>
            <a:pPr algn="just">
              <a:lnSpc>
                <a:spcPct val="90000"/>
              </a:lnSpc>
              <a:buFont typeface="Monotype Sorts"/>
              <a:buNone/>
            </a:pPr>
            <a:r>
              <a:rPr lang="en-US" altLang="en-US" sz="1400" b="1" dirty="0">
                <a:latin typeface="Courier New" panose="02070309020205020404" pitchFamily="49" charset="0"/>
                <a:cs typeface="Times New Roman" panose="02020603050405020304" pitchFamily="18" charset="0"/>
              </a:rPr>
              <a:t>}</a:t>
            </a:r>
          </a:p>
        </p:txBody>
      </p:sp>
      <p:sp>
        <p:nvSpPr>
          <p:cNvPr id="7" name="Rectangle 3">
            <a:extLst>
              <a:ext uri="{FF2B5EF4-FFF2-40B4-BE49-F238E27FC236}">
                <a16:creationId xmlns:a16="http://schemas.microsoft.com/office/drawing/2014/main" id="{DA317D99-A934-DEDF-30EB-FBBDC43EDB36}"/>
              </a:ext>
            </a:extLst>
          </p:cNvPr>
          <p:cNvSpPr txBox="1">
            <a:spLocks noChangeArrowheads="1"/>
          </p:cNvSpPr>
          <p:nvPr/>
        </p:nvSpPr>
        <p:spPr bwMode="auto">
          <a:xfrm>
            <a:off x="5388114" y="4877283"/>
            <a:ext cx="6477000" cy="137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marL="342900" indent="-342900">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nSpc>
                <a:spcPct val="80000"/>
              </a:lnSpc>
              <a:buFont typeface="Monotype Sorts"/>
              <a:buNone/>
            </a:pPr>
            <a:r>
              <a:rPr lang="en-US" altLang="en-US" sz="1400" b="1" dirty="0">
                <a:latin typeface="Courier New" panose="02070309020205020404" pitchFamily="49" charset="0"/>
              </a:rPr>
              <a:t>public class </a:t>
            </a:r>
            <a:r>
              <a:rPr lang="en-US" altLang="en-US" sz="1400" b="1" dirty="0" err="1">
                <a:latin typeface="Courier New" panose="02070309020205020404" pitchFamily="49" charset="0"/>
              </a:rPr>
              <a:t>ShowLogicErrors</a:t>
            </a:r>
            <a:r>
              <a:rPr lang="en-US" altLang="en-US" sz="1400" b="1" dirty="0">
                <a:latin typeface="Courier New" panose="02070309020205020404" pitchFamily="49" charset="0"/>
              </a:rPr>
              <a:t> {</a:t>
            </a:r>
          </a:p>
          <a:p>
            <a:pPr>
              <a:lnSpc>
                <a:spcPct val="80000"/>
              </a:lnSpc>
              <a:buFont typeface="Monotype Sorts"/>
              <a:buNone/>
            </a:pPr>
            <a:r>
              <a:rPr lang="en-US" altLang="en-US" sz="1400" b="1" dirty="0">
                <a:latin typeface="Courier New" panose="02070309020205020404" pitchFamily="49" charset="0"/>
              </a:rPr>
              <a:t>  public static void main(String[] </a:t>
            </a:r>
            <a:r>
              <a:rPr lang="en-US" altLang="en-US" sz="1400" b="1" dirty="0" err="1">
                <a:latin typeface="Courier New" panose="02070309020205020404" pitchFamily="49" charset="0"/>
              </a:rPr>
              <a:t>args</a:t>
            </a:r>
            <a:r>
              <a:rPr lang="en-US" altLang="en-US" sz="1400" b="1" dirty="0">
                <a:latin typeface="Courier New" panose="02070309020205020404" pitchFamily="49" charset="0"/>
              </a:rPr>
              <a:t>) {</a:t>
            </a:r>
          </a:p>
          <a:p>
            <a:pPr>
              <a:lnSpc>
                <a:spcPct val="80000"/>
              </a:lnSpc>
              <a:buFont typeface="Monotype Sorts"/>
              <a:buNone/>
            </a:pPr>
            <a:r>
              <a:rPr lang="en-US" altLang="en-US" sz="1400" b="1" dirty="0">
                <a:latin typeface="Courier New" panose="02070309020205020404" pitchFamily="49" charset="0"/>
              </a:rPr>
              <a:t>    </a:t>
            </a:r>
            <a:r>
              <a:rPr lang="de-DE" altLang="en-US" sz="1400" b="1" dirty="0">
                <a:latin typeface="Courier New" panose="02070309020205020404" pitchFamily="49" charset="0"/>
              </a:rPr>
              <a:t>System.out.println("Celsius 35 is Fahrenheit degree ");</a:t>
            </a:r>
          </a:p>
          <a:p>
            <a:pPr>
              <a:lnSpc>
                <a:spcPct val="80000"/>
              </a:lnSpc>
              <a:buFont typeface="Monotype Sorts"/>
              <a:buNone/>
            </a:pPr>
            <a:r>
              <a:rPr lang="de-DE" altLang="en-US" sz="1400" b="1" dirty="0">
                <a:latin typeface="Courier New" panose="02070309020205020404" pitchFamily="49" charset="0"/>
              </a:rPr>
              <a:t>    </a:t>
            </a:r>
            <a:r>
              <a:rPr lang="en-US" altLang="en-US" sz="1400" b="1" dirty="0" err="1">
                <a:latin typeface="Courier New" panose="02070309020205020404" pitchFamily="49" charset="0"/>
              </a:rPr>
              <a:t>System.out.println</a:t>
            </a:r>
            <a:r>
              <a:rPr lang="en-US" altLang="en-US" sz="1400" b="1" dirty="0">
                <a:latin typeface="Courier New" panose="02070309020205020404" pitchFamily="49" charset="0"/>
              </a:rPr>
              <a:t>((9 / 5) * 35 + 32);</a:t>
            </a:r>
          </a:p>
          <a:p>
            <a:pPr>
              <a:lnSpc>
                <a:spcPct val="80000"/>
              </a:lnSpc>
              <a:buFont typeface="Monotype Sorts"/>
              <a:buNone/>
            </a:pPr>
            <a:r>
              <a:rPr lang="en-US" altLang="en-US" sz="1400" b="1" dirty="0">
                <a:latin typeface="Courier New" panose="02070309020205020404" pitchFamily="49" charset="0"/>
              </a:rPr>
              <a:t>  }</a:t>
            </a:r>
          </a:p>
          <a:p>
            <a:pPr>
              <a:lnSpc>
                <a:spcPct val="80000"/>
              </a:lnSpc>
              <a:buFont typeface="Monotype Sorts"/>
              <a:buNone/>
            </a:pPr>
            <a:r>
              <a:rPr lang="en-US" altLang="en-US" sz="1400" b="1" dirty="0">
                <a:latin typeface="Courier New" panose="02070309020205020404" pitchFamily="49" charset="0"/>
              </a:rPr>
              <a:t>}</a:t>
            </a:r>
          </a:p>
        </p:txBody>
      </p:sp>
    </p:spTree>
    <p:extLst>
      <p:ext uri="{BB962C8B-B14F-4D97-AF65-F5344CB8AC3E}">
        <p14:creationId xmlns:p14="http://schemas.microsoft.com/office/powerpoint/2010/main" val="1751722470"/>
      </p:ext>
    </p:extLst>
  </p:cSld>
  <p:clrMapOvr>
    <a:masterClrMapping/>
  </p:clrMapOvr>
  <p:transition spd="slow">
    <p:wip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3F28EE-ABC0-D367-68E8-F76907ABCDA6}"/>
              </a:ext>
            </a:extLst>
          </p:cNvPr>
          <p:cNvSpPr>
            <a:spLocks noGrp="1"/>
          </p:cNvSpPr>
          <p:nvPr>
            <p:ph type="title"/>
          </p:nvPr>
        </p:nvSpPr>
        <p:spPr/>
        <p:txBody>
          <a:bodyPr/>
          <a:lstStyle/>
          <a:p>
            <a:r>
              <a:rPr lang="en-US" dirty="0"/>
              <a:t>Input Statement</a:t>
            </a:r>
          </a:p>
        </p:txBody>
      </p:sp>
      <p:sp>
        <p:nvSpPr>
          <p:cNvPr id="3" name="Content Placeholder 2">
            <a:extLst>
              <a:ext uri="{FF2B5EF4-FFF2-40B4-BE49-F238E27FC236}">
                <a16:creationId xmlns:a16="http://schemas.microsoft.com/office/drawing/2014/main" id="{A58246E2-8988-BCE2-E753-079F2CA5D485}"/>
              </a:ext>
            </a:extLst>
          </p:cNvPr>
          <p:cNvSpPr>
            <a:spLocks noGrp="1"/>
          </p:cNvSpPr>
          <p:nvPr>
            <p:ph idx="1"/>
          </p:nvPr>
        </p:nvSpPr>
        <p:spPr/>
        <p:txBody>
          <a:bodyPr/>
          <a:lstStyle/>
          <a:p>
            <a:r>
              <a:rPr lang="en-US" dirty="0"/>
              <a:t>In Java, Scanner is a class in </a:t>
            </a:r>
            <a:r>
              <a:rPr lang="en-US" dirty="0" err="1"/>
              <a:t>java.util</a:t>
            </a:r>
            <a:r>
              <a:rPr lang="en-US" dirty="0"/>
              <a:t> package used for obtaining the input of the primitive types like int, double, etc. and strings.</a:t>
            </a:r>
          </a:p>
          <a:p>
            <a:r>
              <a:rPr lang="en-US" dirty="0"/>
              <a:t>Using the Scanner class in Java is the easiest way to read input in a Java program, though not very efficient if you want an input method for scenarios where </a:t>
            </a:r>
            <a:r>
              <a:rPr lang="en-US" dirty="0">
                <a:solidFill>
                  <a:srgbClr val="FF0000"/>
                </a:solidFill>
              </a:rPr>
              <a:t>time is a constraint </a:t>
            </a:r>
            <a:r>
              <a:rPr lang="en-US" dirty="0"/>
              <a:t>like in </a:t>
            </a:r>
            <a:r>
              <a:rPr lang="en-US" dirty="0">
                <a:solidFill>
                  <a:srgbClr val="FF0000"/>
                </a:solidFill>
              </a:rPr>
              <a:t>competitive programming</a:t>
            </a:r>
            <a:r>
              <a:rPr lang="en-US" dirty="0"/>
              <a:t>.</a:t>
            </a:r>
          </a:p>
        </p:txBody>
      </p:sp>
      <p:sp>
        <p:nvSpPr>
          <p:cNvPr id="4" name="Footer Placeholder 3">
            <a:extLst>
              <a:ext uri="{FF2B5EF4-FFF2-40B4-BE49-F238E27FC236}">
                <a16:creationId xmlns:a16="http://schemas.microsoft.com/office/drawing/2014/main" id="{223601C3-0C3B-93D9-F3CB-CED283D4CDC6}"/>
              </a:ext>
            </a:extLst>
          </p:cNvPr>
          <p:cNvSpPr>
            <a:spLocks noGrp="1"/>
          </p:cNvSpPr>
          <p:nvPr>
            <p:ph type="ftr" sz="quarter" idx="11"/>
          </p:nvPr>
        </p:nvSpPr>
        <p:spPr/>
        <p:txBody>
          <a:bodyPr/>
          <a:lstStyle/>
          <a:p>
            <a:r>
              <a:rPr lang="en-US"/>
              <a:t>Edited and Reviewed By: I. Bara' Qadomi &amp; I. Bara' Hamadah (FIT, Applied Science Private University)</a:t>
            </a:r>
          </a:p>
        </p:txBody>
      </p:sp>
    </p:spTree>
    <p:extLst>
      <p:ext uri="{BB962C8B-B14F-4D97-AF65-F5344CB8AC3E}">
        <p14:creationId xmlns:p14="http://schemas.microsoft.com/office/powerpoint/2010/main" val="2936856304"/>
      </p:ext>
    </p:extLst>
  </p:cSld>
  <p:clrMapOvr>
    <a:masterClrMapping/>
  </p:clrMapOvr>
  <p:transition spd="slow">
    <p:wip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5FA877-0432-7674-B064-A8661764DBE4}"/>
              </a:ext>
            </a:extLst>
          </p:cNvPr>
          <p:cNvSpPr>
            <a:spLocks noGrp="1"/>
          </p:cNvSpPr>
          <p:nvPr>
            <p:ph type="title"/>
          </p:nvPr>
        </p:nvSpPr>
        <p:spPr/>
        <p:txBody>
          <a:bodyPr/>
          <a:lstStyle/>
          <a:p>
            <a:r>
              <a:rPr lang="en-US" sz="4800" dirty="0">
                <a:cs typeface="Times New Roman" panose="02020603050405020304" pitchFamily="18" charset="0"/>
              </a:rPr>
              <a:t>How to Perform input using the Scanner class?</a:t>
            </a:r>
            <a:endParaRPr lang="en-US" dirty="0"/>
          </a:p>
        </p:txBody>
      </p:sp>
      <p:sp>
        <p:nvSpPr>
          <p:cNvPr id="3" name="Content Placeholder 2">
            <a:extLst>
              <a:ext uri="{FF2B5EF4-FFF2-40B4-BE49-F238E27FC236}">
                <a16:creationId xmlns:a16="http://schemas.microsoft.com/office/drawing/2014/main" id="{9A2BA29E-F1E0-1D49-322C-B33C2CD48374}"/>
              </a:ext>
            </a:extLst>
          </p:cNvPr>
          <p:cNvSpPr>
            <a:spLocks noGrp="1"/>
          </p:cNvSpPr>
          <p:nvPr>
            <p:ph idx="1"/>
          </p:nvPr>
        </p:nvSpPr>
        <p:spPr/>
        <p:txBody>
          <a:bodyPr>
            <a:normAutofit/>
          </a:bodyPr>
          <a:lstStyle/>
          <a:p>
            <a:pPr marL="514350" indent="-514350"/>
            <a:r>
              <a:rPr lang="en-US" sz="2400" dirty="0">
                <a:cs typeface="Times New Roman" panose="02020603050405020304" pitchFamily="18" charset="0"/>
              </a:rPr>
              <a:t>Before</a:t>
            </a:r>
            <a:r>
              <a:rPr lang="en-US" sz="2400" dirty="0"/>
              <a:t> </a:t>
            </a:r>
            <a:r>
              <a:rPr lang="en-US" sz="2400" dirty="0">
                <a:cs typeface="Times New Roman" panose="02020603050405020304" pitchFamily="18" charset="0"/>
              </a:rPr>
              <a:t>using the </a:t>
            </a:r>
            <a:r>
              <a:rPr lang="en-US" sz="2400" dirty="0">
                <a:cs typeface="Cascadia Code" panose="020B0609020000020004" pitchFamily="49" charset="0"/>
              </a:rPr>
              <a:t>Scanner</a:t>
            </a:r>
            <a:r>
              <a:rPr lang="en-US" sz="2400" dirty="0"/>
              <a:t> </a:t>
            </a:r>
            <a:r>
              <a:rPr lang="en-US" sz="2400" dirty="0">
                <a:cs typeface="Times New Roman" panose="02020603050405020304" pitchFamily="18" charset="0"/>
              </a:rPr>
              <a:t>class, it must be imported from the </a:t>
            </a:r>
            <a:r>
              <a:rPr lang="en-US" sz="2400" dirty="0" err="1">
                <a:cs typeface="Cascadia Code" panose="020B0609020000020004" pitchFamily="49" charset="0"/>
              </a:rPr>
              <a:t>java.util</a:t>
            </a:r>
            <a:r>
              <a:rPr lang="en-US" sz="2400" dirty="0">
                <a:cs typeface="Cascadia Code" panose="020B0609020000020004" pitchFamily="49" charset="0"/>
              </a:rPr>
              <a:t> </a:t>
            </a:r>
            <a:r>
              <a:rPr lang="en-US" sz="2400" dirty="0">
                <a:cs typeface="Times New Roman" panose="02020603050405020304" pitchFamily="18" charset="0"/>
              </a:rPr>
              <a:t>package.</a:t>
            </a:r>
            <a:r>
              <a:rPr lang="en-US" sz="2400" dirty="0"/>
              <a:t> </a:t>
            </a:r>
            <a:br>
              <a:rPr lang="en-US" sz="2400" dirty="0"/>
            </a:br>
            <a:r>
              <a:rPr lang="en-US" sz="2400" b="1" dirty="0">
                <a:solidFill>
                  <a:srgbClr val="0070C0"/>
                </a:solidFill>
                <a:cs typeface="Cascadia Code" panose="020B0609020000020004" pitchFamily="49" charset="0"/>
              </a:rPr>
              <a:t>import</a:t>
            </a:r>
            <a:r>
              <a:rPr lang="en-US" sz="2400" b="1" dirty="0">
                <a:cs typeface="Cascadia Code" panose="020B0609020000020004" pitchFamily="49" charset="0"/>
              </a:rPr>
              <a:t> </a:t>
            </a:r>
            <a:r>
              <a:rPr lang="en-US" sz="2400" b="1" dirty="0" err="1">
                <a:cs typeface="Cascadia Code" panose="020B0609020000020004" pitchFamily="49" charset="0"/>
              </a:rPr>
              <a:t>java.util.Scanner</a:t>
            </a:r>
            <a:r>
              <a:rPr lang="en-US" sz="2400" b="1" dirty="0">
                <a:cs typeface="Cascadia Code" panose="020B0609020000020004" pitchFamily="49" charset="0"/>
              </a:rPr>
              <a:t>;</a:t>
            </a:r>
          </a:p>
          <a:p>
            <a:pPr marL="514350" indent="-514350"/>
            <a:r>
              <a:rPr lang="en-US" sz="2400" dirty="0">
                <a:cs typeface="Times New Roman" panose="02020603050405020304" pitchFamily="18" charset="0"/>
              </a:rPr>
              <a:t>In the statement that will perform the input, create an object (or instance) of the </a:t>
            </a:r>
            <a:r>
              <a:rPr lang="en-US" sz="2400" dirty="0">
                <a:cs typeface="Cascadia Code" panose="020B0609020000020004" pitchFamily="49" charset="0"/>
              </a:rPr>
              <a:t>Scanner</a:t>
            </a:r>
            <a:r>
              <a:rPr lang="en-US" sz="2400" dirty="0"/>
              <a:t> </a:t>
            </a:r>
            <a:r>
              <a:rPr lang="en-US" sz="2400" dirty="0">
                <a:cs typeface="Times New Roman" panose="02020603050405020304" pitchFamily="18" charset="0"/>
              </a:rPr>
              <a:t>class.</a:t>
            </a:r>
            <a:br>
              <a:rPr lang="en-US" sz="2400" dirty="0">
                <a:cs typeface="Times New Roman" panose="02020603050405020304" pitchFamily="18" charset="0"/>
              </a:rPr>
            </a:br>
            <a:r>
              <a:rPr lang="en-US" sz="2400" b="1" dirty="0">
                <a:cs typeface="Cascadia Code" panose="020B0609020000020004" pitchFamily="49" charset="0"/>
              </a:rPr>
              <a:t>Scanner input;</a:t>
            </a:r>
          </a:p>
          <a:p>
            <a:pPr marL="514350" indent="-514350"/>
            <a:r>
              <a:rPr lang="en-US" sz="2400" dirty="0">
                <a:cs typeface="Times New Roman" panose="02020603050405020304" pitchFamily="18" charset="0"/>
              </a:rPr>
              <a:t>Specify the standard input stream </a:t>
            </a:r>
            <a:r>
              <a:rPr lang="en-US" sz="2400" dirty="0">
                <a:cs typeface="Cascadia Code" panose="020B0609020000020004" pitchFamily="49" charset="0"/>
              </a:rPr>
              <a:t>System.in</a:t>
            </a:r>
            <a:r>
              <a:rPr lang="en-US" sz="2400" dirty="0"/>
              <a:t> </a:t>
            </a:r>
            <a:r>
              <a:rPr lang="en-US" sz="2400" dirty="0">
                <a:cs typeface="Times New Roman" panose="02020603050405020304" pitchFamily="18" charset="0"/>
              </a:rPr>
              <a:t>as the stream to get the data from.</a:t>
            </a:r>
            <a:br>
              <a:rPr lang="en-US" sz="2400" dirty="0">
                <a:cs typeface="Times New Roman" panose="02020603050405020304" pitchFamily="18" charset="0"/>
              </a:rPr>
            </a:br>
            <a:r>
              <a:rPr lang="en-US" sz="2400" b="1" dirty="0">
                <a:cs typeface="Cascadia Code" panose="020B0609020000020004" pitchFamily="49" charset="0"/>
              </a:rPr>
              <a:t>input = </a:t>
            </a:r>
            <a:r>
              <a:rPr lang="en-US" sz="2400" b="1" dirty="0">
                <a:solidFill>
                  <a:srgbClr val="0070C0"/>
                </a:solidFill>
                <a:cs typeface="Cascadia Code" panose="020B0609020000020004" pitchFamily="49" charset="0"/>
              </a:rPr>
              <a:t>new</a:t>
            </a:r>
            <a:r>
              <a:rPr lang="en-US" sz="2400" b="1" dirty="0">
                <a:cs typeface="Cascadia Code" panose="020B0609020000020004" pitchFamily="49" charset="0"/>
              </a:rPr>
              <a:t> Scanner(System.in);</a:t>
            </a:r>
            <a:endParaRPr lang="en-US" sz="2400" b="1" dirty="0"/>
          </a:p>
        </p:txBody>
      </p:sp>
      <p:sp>
        <p:nvSpPr>
          <p:cNvPr id="4" name="Footer Placeholder 3">
            <a:extLst>
              <a:ext uri="{FF2B5EF4-FFF2-40B4-BE49-F238E27FC236}">
                <a16:creationId xmlns:a16="http://schemas.microsoft.com/office/drawing/2014/main" id="{18D923D0-FFBD-027D-1515-490D7F3AA12D}"/>
              </a:ext>
            </a:extLst>
          </p:cNvPr>
          <p:cNvSpPr>
            <a:spLocks noGrp="1"/>
          </p:cNvSpPr>
          <p:nvPr>
            <p:ph type="ftr" sz="quarter" idx="11"/>
          </p:nvPr>
        </p:nvSpPr>
        <p:spPr/>
        <p:txBody>
          <a:bodyPr/>
          <a:lstStyle/>
          <a:p>
            <a:r>
              <a:rPr lang="en-US"/>
              <a:t>Edited and Reviewed By: I. Bara' Qadomi &amp; I. Bara' Hamadah (FIT, Applied Science Private University)</a:t>
            </a:r>
          </a:p>
        </p:txBody>
      </p:sp>
    </p:spTree>
    <p:extLst>
      <p:ext uri="{BB962C8B-B14F-4D97-AF65-F5344CB8AC3E}">
        <p14:creationId xmlns:p14="http://schemas.microsoft.com/office/powerpoint/2010/main" val="1365988075"/>
      </p:ext>
    </p:extLst>
  </p:cSld>
  <p:clrMapOvr>
    <a:masterClrMapping/>
  </p:clrMapOvr>
  <p:transition spd="slow">
    <p:wip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ADEB20-A8EA-E20C-4DB7-1CA86397AB8D}"/>
              </a:ext>
            </a:extLst>
          </p:cNvPr>
          <p:cNvSpPr>
            <a:spLocks noGrp="1"/>
          </p:cNvSpPr>
          <p:nvPr>
            <p:ph type="title"/>
          </p:nvPr>
        </p:nvSpPr>
        <p:spPr/>
        <p:txBody>
          <a:bodyPr/>
          <a:lstStyle/>
          <a:p>
            <a:r>
              <a:rPr lang="en-US" dirty="0"/>
              <a:t>Performing Input Statement</a:t>
            </a:r>
            <a:r>
              <a:rPr lang="en-US" sz="2000" i="1" dirty="0">
                <a:latin typeface="Times New Roman" panose="02020603050405020304" pitchFamily="18" charset="0"/>
                <a:ea typeface="Times New Roman" panose="02020603050405020304" pitchFamily="18" charset="0"/>
              </a:rPr>
              <a:t> </a:t>
            </a:r>
            <a:endParaRPr lang="en-US" dirty="0"/>
          </a:p>
        </p:txBody>
      </p:sp>
      <p:sp>
        <p:nvSpPr>
          <p:cNvPr id="4" name="Footer Placeholder 3">
            <a:extLst>
              <a:ext uri="{FF2B5EF4-FFF2-40B4-BE49-F238E27FC236}">
                <a16:creationId xmlns:a16="http://schemas.microsoft.com/office/drawing/2014/main" id="{2AC0C0E7-409B-388F-2DC6-22A64ADB7860}"/>
              </a:ext>
            </a:extLst>
          </p:cNvPr>
          <p:cNvSpPr>
            <a:spLocks noGrp="1"/>
          </p:cNvSpPr>
          <p:nvPr>
            <p:ph type="ftr" sz="quarter" idx="11"/>
          </p:nvPr>
        </p:nvSpPr>
        <p:spPr/>
        <p:txBody>
          <a:bodyPr/>
          <a:lstStyle/>
          <a:p>
            <a:r>
              <a:rPr lang="en-US"/>
              <a:t>Edited and Reviewed By: I. Bara' Qadomi &amp; I. Bara' Hamadah (FIT, Applied Science Private University)</a:t>
            </a:r>
          </a:p>
        </p:txBody>
      </p:sp>
      <p:sp>
        <p:nvSpPr>
          <p:cNvPr id="6" name="Rectangle 3">
            <a:extLst>
              <a:ext uri="{FF2B5EF4-FFF2-40B4-BE49-F238E27FC236}">
                <a16:creationId xmlns:a16="http://schemas.microsoft.com/office/drawing/2014/main" id="{CFE4EC70-67F8-7689-CFEB-EEEA94F04380}"/>
              </a:ext>
            </a:extLst>
          </p:cNvPr>
          <p:cNvSpPr txBox="1">
            <a:spLocks noChangeArrowheads="1"/>
          </p:cNvSpPr>
          <p:nvPr/>
        </p:nvSpPr>
        <p:spPr>
          <a:xfrm>
            <a:off x="1583198" y="1761490"/>
            <a:ext cx="8305800" cy="3359151"/>
          </a:xfrm>
          <a:prstGeom prst="rect">
            <a:avLst/>
          </a:prstGeom>
          <a:ln>
            <a:noFill/>
          </a:ln>
        </p:spPr>
        <p:txBody>
          <a:bodyPr vert="horz">
            <a:normAutofit/>
          </a:bodyPr>
          <a:lstStyle>
            <a:lvl1pPr marL="320040" indent="-320040" algn="l" rtl="0" eaLnBrk="1" latinLnBrk="0" hangingPunct="1">
              <a:spcBef>
                <a:spcPts val="700"/>
              </a:spcBef>
              <a:buClr>
                <a:schemeClr val="accent2"/>
              </a:buClr>
              <a:buSzPct val="60000"/>
              <a:buFont typeface="Wingdings"/>
              <a:buChar char=""/>
              <a:defRPr kumimoji="0" sz="2900" kern="1200">
                <a:solidFill>
                  <a:schemeClr val="tx1"/>
                </a:solidFill>
                <a:latin typeface="+mn-lt"/>
                <a:ea typeface="+mn-ea"/>
                <a:cs typeface="+mn-cs"/>
              </a:defRPr>
            </a:lvl1pPr>
            <a:lvl2pPr marL="640080" indent="-274320" algn="l" rtl="0" eaLnBrk="1" latinLnBrk="0" hangingPunct="1">
              <a:spcBef>
                <a:spcPts val="550"/>
              </a:spcBef>
              <a:buClr>
                <a:schemeClr val="accent1"/>
              </a:buClr>
              <a:buSzPct val="70000"/>
              <a:buFont typeface="Wingdings 2"/>
              <a:buChar char=""/>
              <a:defRPr kumimoji="0" sz="2600" kern="1200">
                <a:solidFill>
                  <a:schemeClr val="tx1"/>
                </a:solidFill>
                <a:latin typeface="+mn-lt"/>
                <a:ea typeface="+mn-ea"/>
                <a:cs typeface="+mn-cs"/>
              </a:defRPr>
            </a:lvl2pPr>
            <a:lvl3pPr marL="914400" indent="-228600" algn="l" rtl="0" eaLnBrk="1" latinLnBrk="0" hangingPunct="1">
              <a:spcBef>
                <a:spcPts val="500"/>
              </a:spcBef>
              <a:buClr>
                <a:schemeClr val="accent2"/>
              </a:buClr>
              <a:buSzPct val="75000"/>
              <a:buFont typeface="Wingdings"/>
              <a:buChar char=""/>
              <a:defRPr kumimoji="0" sz="2300" kern="1200">
                <a:solidFill>
                  <a:schemeClr val="tx1"/>
                </a:solidFill>
                <a:latin typeface="+mn-lt"/>
                <a:ea typeface="+mn-ea"/>
                <a:cs typeface="+mn-cs"/>
              </a:defRPr>
            </a:lvl3pPr>
            <a:lvl4pPr marL="1371600" indent="-228600" algn="l" rtl="0" eaLnBrk="1" latinLnBrk="0" hangingPunct="1">
              <a:spcBef>
                <a:spcPts val="400"/>
              </a:spcBef>
              <a:buClr>
                <a:schemeClr val="accent3"/>
              </a:buClr>
              <a:buSzPct val="75000"/>
              <a:buFont typeface="Wingdings"/>
              <a:buChar char=""/>
              <a:defRPr kumimoji="0" sz="2000" kern="1200">
                <a:solidFill>
                  <a:schemeClr val="tx1"/>
                </a:solidFill>
                <a:latin typeface="+mn-lt"/>
                <a:ea typeface="+mn-ea"/>
                <a:cs typeface="+mn-cs"/>
              </a:defRPr>
            </a:lvl4pPr>
            <a:lvl5pPr marL="1828800" indent="-228600" algn="l" rtl="0" eaLnBrk="1" latinLnBrk="0" hangingPunct="1">
              <a:spcBef>
                <a:spcPts val="400"/>
              </a:spcBef>
              <a:buClr>
                <a:schemeClr val="accent4"/>
              </a:buClr>
              <a:buSzPct val="65000"/>
              <a:buFont typeface="Wingdings"/>
              <a:buChar char=""/>
              <a:defRPr kumimoji="0"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a:buChar char="§"/>
              <a:defRPr kumimoji="0"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kumimoji="0"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kumimoji="0"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kumimoji="0" sz="1800" kern="1200" baseline="0">
                <a:solidFill>
                  <a:schemeClr val="tx1"/>
                </a:solidFill>
                <a:latin typeface="+mn-lt"/>
                <a:ea typeface="+mn-ea"/>
                <a:cs typeface="+mn-cs"/>
              </a:defRPr>
            </a:lvl9pPr>
          </a:lstStyle>
          <a:p>
            <a:pPr marL="0" marR="0" lvl="0" indent="0" algn="l" defTabSz="914400" rtl="0" eaLnBrk="1" fontAlgn="auto" latinLnBrk="0" hangingPunct="1">
              <a:lnSpc>
                <a:spcPct val="107000"/>
              </a:lnSpc>
              <a:spcBef>
                <a:spcPts val="0"/>
              </a:spcBef>
              <a:spcAft>
                <a:spcPts val="0"/>
              </a:spcAft>
              <a:buClr>
                <a:srgbClr val="DD8047"/>
              </a:buClr>
              <a:buSzPct val="60000"/>
              <a:buFont typeface="Wingdings"/>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defRPr/>
            </a:pPr>
            <a:r>
              <a:rPr kumimoji="0" lang="en-US" sz="2000" b="1" i="0" u="none" strike="noStrike" kern="1200" cap="none" spc="0" normalizeH="0" baseline="0" noProof="0" dirty="0">
                <a:ln>
                  <a:noFill/>
                </a:ln>
                <a:solidFill>
                  <a:srgbClr val="FF0000"/>
                </a:solidFill>
                <a:effectLst/>
                <a:uLnTx/>
                <a:uFillTx/>
                <a:latin typeface="Courier New" pitchFamily="49" charset="0"/>
                <a:ea typeface="+mn-ea"/>
                <a:cs typeface="Courier New" pitchFamily="49" charset="0"/>
              </a:rPr>
              <a:t>import </a:t>
            </a:r>
            <a:r>
              <a:rPr kumimoji="0" lang="en-US" sz="2000" b="1" i="0" u="none" strike="noStrike" kern="1200" cap="none" spc="0" normalizeH="0" baseline="0" noProof="0" dirty="0" err="1">
                <a:ln>
                  <a:noFill/>
                </a:ln>
                <a:solidFill>
                  <a:srgbClr val="FF0000"/>
                </a:solidFill>
                <a:effectLst/>
                <a:uLnTx/>
                <a:uFillTx/>
                <a:latin typeface="Courier New" pitchFamily="49" charset="0"/>
                <a:ea typeface="+mn-ea"/>
                <a:cs typeface="Courier New" pitchFamily="49" charset="0"/>
              </a:rPr>
              <a:t>java.util.Scanner</a:t>
            </a:r>
            <a:r>
              <a:rPr kumimoji="0" lang="en-US" sz="2000" b="1" i="0" u="none" strike="noStrike" kern="1200" cap="none" spc="0" normalizeH="0" baseline="0" noProof="0" dirty="0">
                <a:ln>
                  <a:noFill/>
                </a:ln>
                <a:solidFill>
                  <a:srgbClr val="FF0000"/>
                </a:solidFill>
                <a:effectLst/>
                <a:uLnTx/>
                <a:uFillTx/>
                <a:latin typeface="Courier New" pitchFamily="49" charset="0"/>
                <a:ea typeface="+mn-ea"/>
                <a:cs typeface="Courier New" pitchFamily="49" charset="0"/>
              </a:rPr>
              <a:t>;</a:t>
            </a:r>
          </a:p>
          <a:p>
            <a:pPr marL="0" marR="0" lvl="0" indent="0" algn="l" defTabSz="914400" rtl="0" eaLnBrk="1" fontAlgn="auto" latinLnBrk="0" hangingPunct="1">
              <a:lnSpc>
                <a:spcPct val="107000"/>
              </a:lnSpc>
              <a:spcBef>
                <a:spcPts val="0"/>
              </a:spcBef>
              <a:spcAft>
                <a:spcPts val="0"/>
              </a:spcAft>
              <a:buClr>
                <a:srgbClr val="DD8047"/>
              </a:buClr>
              <a:buSzPct val="60000"/>
              <a:buFont typeface="Wingdings"/>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defRPr/>
            </a:pPr>
            <a:endParaRPr kumimoji="0" lang="en-US" sz="2000" b="1" i="0" u="none" strike="noStrike" kern="1200" cap="none" spc="0" normalizeH="0" baseline="0" noProof="0" dirty="0">
              <a:ln>
                <a:noFill/>
              </a:ln>
              <a:solidFill>
                <a:prstClr val="black"/>
              </a:solidFill>
              <a:effectLst/>
              <a:uLnTx/>
              <a:uFillTx/>
              <a:latin typeface="Courier New" pitchFamily="49" charset="0"/>
              <a:ea typeface="+mn-ea"/>
              <a:cs typeface="Courier New" pitchFamily="49" charset="0"/>
            </a:endParaRPr>
          </a:p>
          <a:p>
            <a:pPr marL="0" marR="0" lvl="0" indent="0" algn="l" defTabSz="914400" rtl="0" eaLnBrk="1" fontAlgn="auto" latinLnBrk="0" hangingPunct="1">
              <a:lnSpc>
                <a:spcPct val="107000"/>
              </a:lnSpc>
              <a:spcBef>
                <a:spcPts val="0"/>
              </a:spcBef>
              <a:spcAft>
                <a:spcPts val="0"/>
              </a:spcAft>
              <a:buClr>
                <a:srgbClr val="DD8047"/>
              </a:buClr>
              <a:buSzPct val="60000"/>
              <a:buFont typeface="Wingdings"/>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defRPr/>
            </a:pPr>
            <a:r>
              <a:rPr kumimoji="0" lang="en-US" sz="2000" b="1" i="0" u="none" strike="noStrike" kern="1200" cap="none" spc="0" normalizeH="0" baseline="0" noProof="0" dirty="0">
                <a:ln>
                  <a:noFill/>
                </a:ln>
                <a:solidFill>
                  <a:prstClr val="black"/>
                </a:solidFill>
                <a:effectLst/>
                <a:uLnTx/>
                <a:uFillTx/>
                <a:latin typeface="Courier New" pitchFamily="49" charset="0"/>
                <a:ea typeface="+mn-ea"/>
                <a:cs typeface="Courier New" pitchFamily="49" charset="0"/>
              </a:rPr>
              <a:t>public class Sample1 </a:t>
            </a:r>
            <a:r>
              <a:rPr kumimoji="0" lang="en-US" sz="2000" b="1" i="0" u="none" strike="noStrike" kern="1200" cap="none" spc="0" normalizeH="0" baseline="0" noProof="0" dirty="0">
                <a:ln>
                  <a:noFill/>
                </a:ln>
                <a:solidFill>
                  <a:srgbClr val="00B050"/>
                </a:solidFill>
                <a:effectLst/>
                <a:uLnTx/>
                <a:uFillTx/>
                <a:latin typeface="Courier New" pitchFamily="49" charset="0"/>
                <a:ea typeface="+mn-ea"/>
                <a:cs typeface="Courier New" pitchFamily="49" charset="0"/>
              </a:rPr>
              <a:t>{</a:t>
            </a:r>
          </a:p>
          <a:p>
            <a:pPr marL="0" marR="0" lvl="0" indent="0" algn="l" defTabSz="914400" rtl="0" eaLnBrk="1" fontAlgn="auto" latinLnBrk="0" hangingPunct="1">
              <a:lnSpc>
                <a:spcPct val="107000"/>
              </a:lnSpc>
              <a:spcBef>
                <a:spcPts val="0"/>
              </a:spcBef>
              <a:spcAft>
                <a:spcPts val="0"/>
              </a:spcAft>
              <a:buClr>
                <a:srgbClr val="DD8047"/>
              </a:buClr>
              <a:buSzPct val="60000"/>
              <a:buFont typeface="Wingdings"/>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defRPr/>
            </a:pPr>
            <a:r>
              <a:rPr kumimoji="0" lang="en-US" sz="2000" b="1" i="0" u="none" strike="noStrike" kern="1200" cap="none" spc="0" normalizeH="0" baseline="0" noProof="0" dirty="0">
                <a:ln>
                  <a:noFill/>
                </a:ln>
                <a:solidFill>
                  <a:prstClr val="black"/>
                </a:solidFill>
                <a:effectLst/>
                <a:uLnTx/>
                <a:uFillTx/>
                <a:latin typeface="Courier New" pitchFamily="49" charset="0"/>
                <a:ea typeface="+mn-ea"/>
                <a:cs typeface="Courier New" pitchFamily="49" charset="0"/>
              </a:rPr>
              <a:t>  public static void main(String[] </a:t>
            </a:r>
            <a:r>
              <a:rPr kumimoji="0" lang="en-US" sz="2000" b="1" i="0" u="none" strike="noStrike" kern="1200" cap="none" spc="0" normalizeH="0" baseline="0" noProof="0" dirty="0" err="1">
                <a:ln>
                  <a:noFill/>
                </a:ln>
                <a:solidFill>
                  <a:prstClr val="black"/>
                </a:solidFill>
                <a:effectLst/>
                <a:uLnTx/>
                <a:uFillTx/>
                <a:latin typeface="Courier New" pitchFamily="49" charset="0"/>
                <a:ea typeface="+mn-ea"/>
                <a:cs typeface="Courier New" pitchFamily="49" charset="0"/>
              </a:rPr>
              <a:t>args</a:t>
            </a:r>
            <a:r>
              <a:rPr kumimoji="0" lang="en-US" sz="2000" b="1" i="0" u="none" strike="noStrike" kern="1200" cap="none" spc="0" normalizeH="0" baseline="0" noProof="0" dirty="0">
                <a:ln>
                  <a:noFill/>
                </a:ln>
                <a:solidFill>
                  <a:prstClr val="black"/>
                </a:solidFill>
                <a:effectLst/>
                <a:uLnTx/>
                <a:uFillTx/>
                <a:latin typeface="Courier New" pitchFamily="49" charset="0"/>
                <a:ea typeface="+mn-ea"/>
                <a:cs typeface="Courier New" pitchFamily="49" charset="0"/>
              </a:rPr>
              <a:t>) </a:t>
            </a:r>
            <a:r>
              <a:rPr kumimoji="0" lang="en-US" sz="2000" b="1" i="0" u="none" strike="noStrike" kern="1200" cap="none" spc="0" normalizeH="0" baseline="0" noProof="0" dirty="0">
                <a:ln>
                  <a:noFill/>
                </a:ln>
                <a:solidFill>
                  <a:srgbClr val="7030A0"/>
                </a:solidFill>
                <a:effectLst/>
                <a:uLnTx/>
                <a:uFillTx/>
                <a:latin typeface="Courier New" pitchFamily="49" charset="0"/>
                <a:ea typeface="+mn-ea"/>
                <a:cs typeface="Courier New" pitchFamily="49" charset="0"/>
              </a:rPr>
              <a:t>{</a:t>
            </a:r>
          </a:p>
          <a:p>
            <a:pPr marL="0" marR="0" lvl="0" indent="0" algn="l" defTabSz="914400" rtl="0" eaLnBrk="1" fontAlgn="auto" latinLnBrk="0" hangingPunct="1">
              <a:lnSpc>
                <a:spcPct val="107000"/>
              </a:lnSpc>
              <a:spcBef>
                <a:spcPts val="0"/>
              </a:spcBef>
              <a:spcAft>
                <a:spcPts val="0"/>
              </a:spcAft>
              <a:buClr>
                <a:srgbClr val="DD8047"/>
              </a:buClr>
              <a:buSzPct val="60000"/>
              <a:buFont typeface="Wingdings"/>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defRPr/>
            </a:pPr>
            <a:r>
              <a:rPr kumimoji="0" lang="en-US" sz="2000" b="1" i="0" u="none" strike="noStrike" kern="1200" cap="none" spc="0" normalizeH="0" baseline="0" noProof="0" dirty="0">
                <a:ln>
                  <a:noFill/>
                </a:ln>
                <a:solidFill>
                  <a:prstClr val="black"/>
                </a:solidFill>
                <a:effectLst/>
                <a:uLnTx/>
                <a:uFillTx/>
                <a:latin typeface="Courier New" pitchFamily="49" charset="0"/>
                <a:ea typeface="+mn-ea"/>
                <a:cs typeface="Courier New" pitchFamily="49" charset="0"/>
              </a:rPr>
              <a:t>   </a:t>
            </a:r>
            <a:r>
              <a:rPr kumimoji="0" lang="en-US" sz="2000" b="1" i="0" u="none" strike="noStrike" kern="1200" cap="none" spc="0" normalizeH="0" baseline="0" noProof="0" dirty="0">
                <a:ln>
                  <a:noFill/>
                </a:ln>
                <a:solidFill>
                  <a:srgbClr val="FF0000"/>
                </a:solidFill>
                <a:effectLst/>
                <a:uLnTx/>
                <a:uFillTx/>
                <a:latin typeface="Courier New" pitchFamily="49" charset="0"/>
                <a:ea typeface="+mn-ea"/>
                <a:cs typeface="Courier New" pitchFamily="49" charset="0"/>
              </a:rPr>
              <a:t>Scanner </a:t>
            </a:r>
            <a:r>
              <a:rPr kumimoji="0" lang="en-US" sz="2000" b="1" i="1" u="none" strike="noStrike" kern="1200" cap="none" spc="0" normalizeH="0" baseline="0" noProof="0" dirty="0">
                <a:ln>
                  <a:noFill/>
                </a:ln>
                <a:solidFill>
                  <a:srgbClr val="FF0000"/>
                </a:solidFill>
                <a:effectLst/>
                <a:uLnTx/>
                <a:uFillTx/>
                <a:latin typeface="Corbel" panose="020B0503020204020204" pitchFamily="34" charset="0"/>
                <a:ea typeface="+mn-ea"/>
                <a:cs typeface="Courier New" pitchFamily="49" charset="0"/>
              </a:rPr>
              <a:t>input</a:t>
            </a:r>
            <a:r>
              <a:rPr kumimoji="0" lang="en-US" sz="2000" b="1" i="0" u="none" strike="noStrike" kern="1200" cap="none" spc="0" normalizeH="0" baseline="0" noProof="0" dirty="0">
                <a:ln>
                  <a:noFill/>
                </a:ln>
                <a:solidFill>
                  <a:srgbClr val="FF0000"/>
                </a:solidFill>
                <a:effectLst/>
                <a:uLnTx/>
                <a:uFillTx/>
                <a:latin typeface="Courier New" pitchFamily="49" charset="0"/>
                <a:ea typeface="+mn-ea"/>
                <a:cs typeface="Courier New" pitchFamily="49" charset="0"/>
              </a:rPr>
              <a:t> = new Scanner(System.in);</a:t>
            </a:r>
          </a:p>
          <a:p>
            <a:pPr marL="0" marR="0" lvl="0" indent="0" algn="l" defTabSz="914400" rtl="0" eaLnBrk="1" fontAlgn="auto" latinLnBrk="0" hangingPunct="1">
              <a:lnSpc>
                <a:spcPct val="107000"/>
              </a:lnSpc>
              <a:spcBef>
                <a:spcPts val="0"/>
              </a:spcBef>
              <a:spcAft>
                <a:spcPts val="0"/>
              </a:spcAft>
              <a:buClr>
                <a:srgbClr val="DD8047"/>
              </a:buClr>
              <a:buSzPct val="60000"/>
              <a:buFont typeface="Wingdings"/>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defRPr/>
            </a:pPr>
            <a:r>
              <a:rPr kumimoji="0" lang="en-US" sz="2000" b="1" i="0" u="none" strike="noStrike" kern="1200" cap="none" spc="0" normalizeH="0" baseline="0" noProof="0" dirty="0">
                <a:ln>
                  <a:noFill/>
                </a:ln>
                <a:solidFill>
                  <a:prstClr val="black"/>
                </a:solidFill>
                <a:effectLst/>
                <a:uLnTx/>
                <a:uFillTx/>
                <a:latin typeface="Courier New" pitchFamily="49" charset="0"/>
                <a:ea typeface="+mn-ea"/>
                <a:cs typeface="Courier New" pitchFamily="49" charset="0"/>
              </a:rPr>
              <a:t>   </a:t>
            </a:r>
            <a:r>
              <a:rPr kumimoji="0" lang="en-US" sz="2000" b="1" i="0" u="none" strike="noStrike" kern="1200" cap="none" spc="0" normalizeH="0" baseline="0" noProof="0" dirty="0" err="1">
                <a:ln>
                  <a:noFill/>
                </a:ln>
                <a:solidFill>
                  <a:prstClr val="black"/>
                </a:solidFill>
                <a:effectLst/>
                <a:uLnTx/>
                <a:uFillTx/>
                <a:latin typeface="Courier New" pitchFamily="49" charset="0"/>
                <a:ea typeface="+mn-ea"/>
                <a:cs typeface="Courier New" pitchFamily="49" charset="0"/>
              </a:rPr>
              <a:t>System.out.print</a:t>
            </a:r>
            <a:r>
              <a:rPr kumimoji="0" lang="en-US" sz="2000" b="1" i="0" u="none" strike="noStrike" kern="1200" cap="none" spc="0" normalizeH="0" baseline="0" noProof="0" dirty="0">
                <a:ln>
                  <a:noFill/>
                </a:ln>
                <a:solidFill>
                  <a:prstClr val="black"/>
                </a:solidFill>
                <a:effectLst/>
                <a:uLnTx/>
                <a:uFillTx/>
                <a:latin typeface="Courier New" pitchFamily="49" charset="0"/>
                <a:ea typeface="+mn-ea"/>
                <a:cs typeface="Courier New" pitchFamily="49" charset="0"/>
              </a:rPr>
              <a:t>("Enter integer number :");</a:t>
            </a:r>
          </a:p>
          <a:p>
            <a:pPr marL="0" marR="0" lvl="0" indent="0" algn="l" defTabSz="914400" rtl="0" eaLnBrk="1" fontAlgn="auto" latinLnBrk="0" hangingPunct="1">
              <a:lnSpc>
                <a:spcPct val="107000"/>
              </a:lnSpc>
              <a:spcBef>
                <a:spcPts val="0"/>
              </a:spcBef>
              <a:spcAft>
                <a:spcPts val="0"/>
              </a:spcAft>
              <a:buClr>
                <a:srgbClr val="DD8047"/>
              </a:buClr>
              <a:buSzPct val="60000"/>
              <a:buFont typeface="Wingdings"/>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defRPr/>
            </a:pPr>
            <a:r>
              <a:rPr kumimoji="0" lang="en-US" sz="2000" b="1" i="0" u="none" strike="noStrike" kern="1200" cap="none" spc="0" normalizeH="0" baseline="0" noProof="0" dirty="0">
                <a:ln>
                  <a:noFill/>
                </a:ln>
                <a:solidFill>
                  <a:prstClr val="black"/>
                </a:solidFill>
                <a:effectLst/>
                <a:uLnTx/>
                <a:uFillTx/>
                <a:latin typeface="Courier New" pitchFamily="49" charset="0"/>
                <a:ea typeface="+mn-ea"/>
                <a:cs typeface="Courier New" pitchFamily="49" charset="0"/>
              </a:rPr>
              <a:t>   int num = </a:t>
            </a:r>
            <a:r>
              <a:rPr kumimoji="0" lang="en-US" sz="2000" b="1" i="1" u="none" strike="noStrike" kern="1200" cap="none" spc="0" normalizeH="0" baseline="0" noProof="0" dirty="0" err="1">
                <a:ln>
                  <a:noFill/>
                </a:ln>
                <a:solidFill>
                  <a:srgbClr val="FF0000"/>
                </a:solidFill>
                <a:effectLst/>
                <a:uLnTx/>
                <a:uFillTx/>
                <a:latin typeface="Corbel" panose="020B0503020204020204" pitchFamily="34" charset="0"/>
                <a:ea typeface="+mn-ea"/>
                <a:cs typeface="Courier New" pitchFamily="49" charset="0"/>
              </a:rPr>
              <a:t>input</a:t>
            </a:r>
            <a:r>
              <a:rPr kumimoji="0" lang="en-US" sz="2000" b="1" i="0" u="none" strike="noStrike" kern="1200" cap="none" spc="0" normalizeH="0" baseline="0" noProof="0" dirty="0" err="1">
                <a:ln>
                  <a:noFill/>
                </a:ln>
                <a:solidFill>
                  <a:prstClr val="black"/>
                </a:solidFill>
                <a:effectLst/>
                <a:uLnTx/>
                <a:uFillTx/>
                <a:latin typeface="Courier New" pitchFamily="49" charset="0"/>
                <a:ea typeface="+mn-ea"/>
                <a:cs typeface="Courier New" pitchFamily="49" charset="0"/>
              </a:rPr>
              <a:t>.</a:t>
            </a:r>
            <a:r>
              <a:rPr kumimoji="0" lang="en-US" sz="2000" b="1" i="0" u="none" strike="noStrike" kern="1200" cap="none" spc="0" normalizeH="0" baseline="0" noProof="0" dirty="0" err="1">
                <a:ln>
                  <a:noFill/>
                </a:ln>
                <a:solidFill>
                  <a:srgbClr val="0000FF"/>
                </a:solidFill>
                <a:effectLst/>
                <a:uLnTx/>
                <a:uFillTx/>
                <a:latin typeface="Courier New" pitchFamily="49" charset="0"/>
                <a:ea typeface="+mn-ea"/>
                <a:cs typeface="Courier New" pitchFamily="49" charset="0"/>
              </a:rPr>
              <a:t>nextInt</a:t>
            </a:r>
            <a:r>
              <a:rPr kumimoji="0" lang="en-US" sz="2000" b="1" i="0" u="none" strike="noStrike" kern="1200" cap="none" spc="0" normalizeH="0" baseline="0" noProof="0" dirty="0">
                <a:ln>
                  <a:noFill/>
                </a:ln>
                <a:solidFill>
                  <a:prstClr val="black"/>
                </a:solidFill>
                <a:effectLst/>
                <a:uLnTx/>
                <a:uFillTx/>
                <a:latin typeface="Courier New" pitchFamily="49" charset="0"/>
                <a:ea typeface="+mn-ea"/>
                <a:cs typeface="Courier New" pitchFamily="49" charset="0"/>
              </a:rPr>
              <a:t>();</a:t>
            </a:r>
          </a:p>
          <a:p>
            <a:pPr marL="0" marR="0" lvl="0" indent="0" algn="l" defTabSz="914400" rtl="0" eaLnBrk="1" fontAlgn="auto" latinLnBrk="0" hangingPunct="1">
              <a:lnSpc>
                <a:spcPct val="107000"/>
              </a:lnSpc>
              <a:spcBef>
                <a:spcPts val="0"/>
              </a:spcBef>
              <a:spcAft>
                <a:spcPts val="0"/>
              </a:spcAft>
              <a:buClr>
                <a:srgbClr val="DD8047"/>
              </a:buClr>
              <a:buSzPct val="60000"/>
              <a:buFont typeface="Wingdings"/>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defRPr/>
            </a:pPr>
            <a:r>
              <a:rPr kumimoji="0" lang="en-US" sz="2000" b="1" i="0" u="none" strike="noStrike" kern="1200" cap="none" spc="0" normalizeH="0" baseline="0" noProof="0" dirty="0">
                <a:ln>
                  <a:noFill/>
                </a:ln>
                <a:solidFill>
                  <a:prstClr val="black"/>
                </a:solidFill>
                <a:effectLst/>
                <a:uLnTx/>
                <a:uFillTx/>
                <a:latin typeface="Courier New" pitchFamily="49" charset="0"/>
                <a:ea typeface="+mn-ea"/>
                <a:cs typeface="Courier New" pitchFamily="49" charset="0"/>
              </a:rPr>
              <a:t>   </a:t>
            </a:r>
            <a:r>
              <a:rPr kumimoji="0" lang="en-US" sz="2000" b="1" i="0" u="none" strike="noStrike" kern="1200" cap="none" spc="0" normalizeH="0" baseline="0" noProof="0" dirty="0" err="1">
                <a:ln>
                  <a:noFill/>
                </a:ln>
                <a:solidFill>
                  <a:prstClr val="black"/>
                </a:solidFill>
                <a:effectLst/>
                <a:uLnTx/>
                <a:uFillTx/>
                <a:latin typeface="Courier New" pitchFamily="49" charset="0"/>
                <a:ea typeface="+mn-ea"/>
                <a:cs typeface="Courier New" pitchFamily="49" charset="0"/>
              </a:rPr>
              <a:t>System.out.println</a:t>
            </a:r>
            <a:r>
              <a:rPr kumimoji="0" lang="en-US" sz="2000" b="1" i="0" u="none" strike="noStrike" kern="1200" cap="none" spc="0" normalizeH="0" baseline="0" noProof="0" dirty="0">
                <a:ln>
                  <a:noFill/>
                </a:ln>
                <a:solidFill>
                  <a:prstClr val="black"/>
                </a:solidFill>
                <a:effectLst/>
                <a:uLnTx/>
                <a:uFillTx/>
                <a:latin typeface="Courier New" pitchFamily="49" charset="0"/>
                <a:ea typeface="+mn-ea"/>
                <a:cs typeface="Courier New" pitchFamily="49" charset="0"/>
              </a:rPr>
              <a:t>(“num = “ + num); </a:t>
            </a:r>
          </a:p>
          <a:p>
            <a:pPr marL="0" marR="0" lvl="0" indent="0" algn="l" defTabSz="914400" rtl="0" eaLnBrk="1" fontAlgn="auto" latinLnBrk="0" hangingPunct="1">
              <a:lnSpc>
                <a:spcPct val="107000"/>
              </a:lnSpc>
              <a:spcBef>
                <a:spcPts val="0"/>
              </a:spcBef>
              <a:spcAft>
                <a:spcPts val="0"/>
              </a:spcAft>
              <a:buClr>
                <a:srgbClr val="DD8047"/>
              </a:buClr>
              <a:buSzPct val="60000"/>
              <a:buFont typeface="Wingdings"/>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defRPr/>
            </a:pPr>
            <a:r>
              <a:rPr kumimoji="0" lang="en-US" sz="2000" b="1" i="0" u="none" strike="noStrike" kern="1200" cap="none" spc="0" normalizeH="0" baseline="0" noProof="0" dirty="0">
                <a:ln>
                  <a:noFill/>
                </a:ln>
                <a:solidFill>
                  <a:prstClr val="black"/>
                </a:solidFill>
                <a:effectLst/>
                <a:uLnTx/>
                <a:uFillTx/>
                <a:latin typeface="Courier New" pitchFamily="49" charset="0"/>
                <a:ea typeface="+mn-ea"/>
                <a:cs typeface="Courier New" pitchFamily="49" charset="0"/>
              </a:rPr>
              <a:t>   </a:t>
            </a:r>
            <a:r>
              <a:rPr kumimoji="0" lang="en-US" sz="2000" b="1" i="0" u="none" strike="noStrike" kern="1200" cap="none" spc="0" normalizeH="0" baseline="0" noProof="0" dirty="0">
                <a:ln>
                  <a:noFill/>
                </a:ln>
                <a:solidFill>
                  <a:srgbClr val="7030A0"/>
                </a:solidFill>
                <a:effectLst/>
                <a:uLnTx/>
                <a:uFillTx/>
                <a:latin typeface="Courier New" pitchFamily="49" charset="0"/>
                <a:ea typeface="+mn-ea"/>
                <a:cs typeface="Courier New" pitchFamily="49" charset="0"/>
              </a:rPr>
              <a:t>}</a:t>
            </a:r>
            <a:r>
              <a:rPr kumimoji="0" lang="en-US" sz="2000" b="1" i="0" u="none" strike="noStrike" kern="1200" cap="none" spc="0" normalizeH="0" baseline="0" noProof="0" dirty="0">
                <a:ln>
                  <a:noFill/>
                </a:ln>
                <a:solidFill>
                  <a:srgbClr val="00B050"/>
                </a:solidFill>
                <a:effectLst/>
                <a:uLnTx/>
                <a:uFillTx/>
                <a:latin typeface="Courier New" pitchFamily="49" charset="0"/>
                <a:ea typeface="+mn-ea"/>
                <a:cs typeface="Courier New" pitchFamily="49" charset="0"/>
              </a:rPr>
              <a:t>}</a:t>
            </a:r>
          </a:p>
        </p:txBody>
      </p:sp>
      <p:sp>
        <p:nvSpPr>
          <p:cNvPr id="7" name="Speech Bubble: Oval 6">
            <a:extLst>
              <a:ext uri="{FF2B5EF4-FFF2-40B4-BE49-F238E27FC236}">
                <a16:creationId xmlns:a16="http://schemas.microsoft.com/office/drawing/2014/main" id="{EE1E9E76-15DD-752E-8749-FB156F79757B}"/>
              </a:ext>
            </a:extLst>
          </p:cNvPr>
          <p:cNvSpPr/>
          <p:nvPr/>
        </p:nvSpPr>
        <p:spPr>
          <a:xfrm>
            <a:off x="6742842" y="1785809"/>
            <a:ext cx="792088" cy="453038"/>
          </a:xfrm>
          <a:prstGeom prst="wedgeEllipseCallout">
            <a:avLst>
              <a:gd name="adj1" fmla="val -199021"/>
              <a:gd name="adj2" fmla="val -282"/>
            </a:avLst>
          </a:prstGeom>
          <a:solidFill>
            <a:schemeClr val="accent2">
              <a:alpha val="0"/>
            </a:schemeClr>
          </a:solidFill>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b="1" dirty="0">
                <a:solidFill>
                  <a:srgbClr val="7030A0"/>
                </a:solidFill>
              </a:rPr>
              <a:t>1</a:t>
            </a:r>
          </a:p>
        </p:txBody>
      </p:sp>
      <p:sp>
        <p:nvSpPr>
          <p:cNvPr id="8" name="Speech Bubble: Oval 7">
            <a:extLst>
              <a:ext uri="{FF2B5EF4-FFF2-40B4-BE49-F238E27FC236}">
                <a16:creationId xmlns:a16="http://schemas.microsoft.com/office/drawing/2014/main" id="{787E01D4-5ACC-70A1-6FED-B406E12D5427}"/>
              </a:ext>
            </a:extLst>
          </p:cNvPr>
          <p:cNvSpPr/>
          <p:nvPr/>
        </p:nvSpPr>
        <p:spPr>
          <a:xfrm>
            <a:off x="8814163" y="3156352"/>
            <a:ext cx="609272" cy="453038"/>
          </a:xfrm>
          <a:prstGeom prst="wedgeEllipseCallout">
            <a:avLst>
              <a:gd name="adj1" fmla="val -199021"/>
              <a:gd name="adj2" fmla="val -282"/>
            </a:avLst>
          </a:prstGeom>
          <a:solidFill>
            <a:schemeClr val="accent2">
              <a:alpha val="0"/>
            </a:schemeClr>
          </a:solidFill>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b="1" dirty="0">
                <a:solidFill>
                  <a:srgbClr val="7030A0"/>
                </a:solidFill>
              </a:rPr>
              <a:t>2</a:t>
            </a:r>
          </a:p>
        </p:txBody>
      </p:sp>
      <p:sp>
        <p:nvSpPr>
          <p:cNvPr id="9" name="Speech Bubble: Oval 8">
            <a:extLst>
              <a:ext uri="{FF2B5EF4-FFF2-40B4-BE49-F238E27FC236}">
                <a16:creationId xmlns:a16="http://schemas.microsoft.com/office/drawing/2014/main" id="{EB7F1206-A7D3-2D7C-67C1-E5D1892BD647}"/>
              </a:ext>
            </a:extLst>
          </p:cNvPr>
          <p:cNvSpPr/>
          <p:nvPr/>
        </p:nvSpPr>
        <p:spPr>
          <a:xfrm>
            <a:off x="6834250" y="3714928"/>
            <a:ext cx="609272" cy="453038"/>
          </a:xfrm>
          <a:prstGeom prst="wedgeEllipseCallout">
            <a:avLst>
              <a:gd name="adj1" fmla="val -199021"/>
              <a:gd name="adj2" fmla="val -282"/>
            </a:avLst>
          </a:prstGeom>
          <a:solidFill>
            <a:schemeClr val="accent2">
              <a:alpha val="0"/>
            </a:schemeClr>
          </a:solidFill>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b="1" dirty="0">
                <a:solidFill>
                  <a:srgbClr val="7030A0"/>
                </a:solidFill>
              </a:rPr>
              <a:t>3</a:t>
            </a:r>
          </a:p>
        </p:txBody>
      </p:sp>
      <p:sp>
        <p:nvSpPr>
          <p:cNvPr id="10" name="Content Placeholder 3">
            <a:extLst>
              <a:ext uri="{FF2B5EF4-FFF2-40B4-BE49-F238E27FC236}">
                <a16:creationId xmlns:a16="http://schemas.microsoft.com/office/drawing/2014/main" id="{DB6AB760-CED9-27C8-C72F-C5CCBD2904A0}"/>
              </a:ext>
            </a:extLst>
          </p:cNvPr>
          <p:cNvSpPr>
            <a:spLocks noGrp="1"/>
          </p:cNvSpPr>
          <p:nvPr>
            <p:ph sz="quarter" idx="1"/>
          </p:nvPr>
        </p:nvSpPr>
        <p:spPr>
          <a:xfrm>
            <a:off x="2019300" y="4677678"/>
            <a:ext cx="8153400" cy="1734446"/>
          </a:xfrm>
        </p:spPr>
        <p:txBody>
          <a:bodyPr>
            <a:normAutofit/>
          </a:bodyPr>
          <a:lstStyle/>
          <a:p>
            <a:pPr marL="514350" indent="-514350">
              <a:buClr>
                <a:srgbClr val="7030A0"/>
              </a:buClr>
              <a:buFont typeface="+mj-lt"/>
              <a:buAutoNum type="arabicParenR"/>
            </a:pPr>
            <a:r>
              <a:rPr lang="en-US" sz="2000" dirty="0">
                <a:solidFill>
                  <a:srgbClr val="7030A0"/>
                </a:solidFill>
                <a:latin typeface="Arial (body)"/>
              </a:rPr>
              <a:t>import java package.</a:t>
            </a:r>
          </a:p>
          <a:p>
            <a:pPr marL="514350" indent="-514350">
              <a:buClr>
                <a:srgbClr val="7030A0"/>
              </a:buClr>
              <a:buFont typeface="+mj-lt"/>
              <a:buAutoNum type="arabicParenR"/>
            </a:pPr>
            <a:r>
              <a:rPr lang="en-US" sz="2000" dirty="0">
                <a:solidFill>
                  <a:srgbClr val="7030A0"/>
                </a:solidFill>
                <a:latin typeface="Arial (body)"/>
              </a:rPr>
              <a:t>Declare identifier</a:t>
            </a:r>
            <a:r>
              <a:rPr lang="en-US" sz="2000" b="1" i="1" dirty="0">
                <a:solidFill>
                  <a:srgbClr val="7030A0"/>
                </a:solidFill>
                <a:latin typeface="Arial (body)"/>
                <a:cs typeface="Courier New" pitchFamily="49" charset="0"/>
              </a:rPr>
              <a:t> (</a:t>
            </a:r>
            <a:r>
              <a:rPr lang="en-US" sz="2000" dirty="0">
                <a:solidFill>
                  <a:srgbClr val="7030A0"/>
                </a:solidFill>
                <a:latin typeface="Arial (body)"/>
              </a:rPr>
              <a:t>such as: </a:t>
            </a:r>
            <a:r>
              <a:rPr lang="en-US" sz="2000" b="1" i="1" dirty="0">
                <a:solidFill>
                  <a:srgbClr val="7030A0"/>
                </a:solidFill>
                <a:latin typeface="Arial (body)"/>
                <a:cs typeface="Courier New" pitchFamily="49" charset="0"/>
              </a:rPr>
              <a:t>input, read, in, …) </a:t>
            </a:r>
            <a:r>
              <a:rPr lang="en-US" sz="2000" dirty="0">
                <a:solidFill>
                  <a:srgbClr val="7030A0"/>
                </a:solidFill>
                <a:latin typeface="Arial (body)"/>
                <a:cs typeface="Courier New" pitchFamily="49" charset="0"/>
              </a:rPr>
              <a:t>and specify the input stream to get data from.</a:t>
            </a:r>
            <a:endParaRPr lang="en-US" sz="2000" b="1" i="1" dirty="0">
              <a:solidFill>
                <a:srgbClr val="7030A0"/>
              </a:solidFill>
              <a:latin typeface="Arial (body)"/>
              <a:cs typeface="Courier New" pitchFamily="49" charset="0"/>
            </a:endParaRPr>
          </a:p>
          <a:p>
            <a:pPr marL="514350" indent="-514350">
              <a:buClr>
                <a:srgbClr val="7030A0"/>
              </a:buClr>
              <a:buFont typeface="+mj-lt"/>
              <a:buAutoNum type="arabicParenR" startAt="3"/>
            </a:pPr>
            <a:r>
              <a:rPr lang="en-US" sz="2000" dirty="0">
                <a:solidFill>
                  <a:srgbClr val="7030A0"/>
                </a:solidFill>
                <a:latin typeface="Arial (body)"/>
              </a:rPr>
              <a:t>Use the declared scanner to input an integer value.</a:t>
            </a:r>
            <a:endParaRPr lang="en-US" sz="2400" dirty="0">
              <a:latin typeface="Arial (body)"/>
            </a:endParaRPr>
          </a:p>
        </p:txBody>
      </p:sp>
    </p:spTree>
    <p:extLst>
      <p:ext uri="{BB962C8B-B14F-4D97-AF65-F5344CB8AC3E}">
        <p14:creationId xmlns:p14="http://schemas.microsoft.com/office/powerpoint/2010/main" val="507376437"/>
      </p:ext>
    </p:extLst>
  </p:cSld>
  <p:clrMapOvr>
    <a:masterClrMapping/>
  </p:clrMapOvr>
  <p:transition spd="slow">
    <p:wip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C65AFB-D003-F57C-7B56-B8EDB7E9A95A}"/>
              </a:ext>
            </a:extLst>
          </p:cNvPr>
          <p:cNvSpPr>
            <a:spLocks noGrp="1"/>
          </p:cNvSpPr>
          <p:nvPr>
            <p:ph type="title"/>
          </p:nvPr>
        </p:nvSpPr>
        <p:spPr/>
        <p:txBody>
          <a:bodyPr/>
          <a:lstStyle/>
          <a:p>
            <a:r>
              <a:rPr lang="en-US" dirty="0"/>
              <a:t>Input Statement </a:t>
            </a:r>
          </a:p>
        </p:txBody>
      </p:sp>
      <p:sp>
        <p:nvSpPr>
          <p:cNvPr id="4" name="Footer Placeholder 3">
            <a:extLst>
              <a:ext uri="{FF2B5EF4-FFF2-40B4-BE49-F238E27FC236}">
                <a16:creationId xmlns:a16="http://schemas.microsoft.com/office/drawing/2014/main" id="{174C1DB0-8168-BF78-8F50-8046CC59E26C}"/>
              </a:ext>
            </a:extLst>
          </p:cNvPr>
          <p:cNvSpPr>
            <a:spLocks noGrp="1"/>
          </p:cNvSpPr>
          <p:nvPr>
            <p:ph type="ftr" sz="quarter" idx="11"/>
          </p:nvPr>
        </p:nvSpPr>
        <p:spPr/>
        <p:txBody>
          <a:bodyPr/>
          <a:lstStyle/>
          <a:p>
            <a:r>
              <a:rPr lang="en-US"/>
              <a:t>Edited and Reviewed By: I. Bara' Qadomi &amp; I. Bara' Hamadah (FIT, Applied Science Private University)</a:t>
            </a:r>
          </a:p>
        </p:txBody>
      </p:sp>
      <p:sp>
        <p:nvSpPr>
          <p:cNvPr id="5" name="Rectangle 3">
            <a:extLst>
              <a:ext uri="{FF2B5EF4-FFF2-40B4-BE49-F238E27FC236}">
                <a16:creationId xmlns:a16="http://schemas.microsoft.com/office/drawing/2014/main" id="{53C0F035-7735-30F8-9446-E193D4038AAB}"/>
              </a:ext>
            </a:extLst>
          </p:cNvPr>
          <p:cNvSpPr txBox="1">
            <a:spLocks noChangeArrowheads="1"/>
          </p:cNvSpPr>
          <p:nvPr/>
        </p:nvSpPr>
        <p:spPr>
          <a:xfrm>
            <a:off x="1936814" y="1737360"/>
            <a:ext cx="8305800" cy="3953321"/>
          </a:xfrm>
          <a:prstGeom prst="rect">
            <a:avLst/>
          </a:prstGeom>
          <a:ln>
            <a:noFill/>
          </a:ln>
        </p:spPr>
        <p:txBody>
          <a:bodyPr vert="horz">
            <a:noAutofit/>
          </a:bodyPr>
          <a:lstStyle>
            <a:lvl1pPr marL="320040" indent="-320040" algn="l" rtl="0" eaLnBrk="1" latinLnBrk="0" hangingPunct="1">
              <a:spcBef>
                <a:spcPts val="700"/>
              </a:spcBef>
              <a:buClr>
                <a:schemeClr val="accent2"/>
              </a:buClr>
              <a:buSzPct val="60000"/>
              <a:buFont typeface="Wingdings"/>
              <a:buChar char=""/>
              <a:defRPr kumimoji="0" sz="2900" kern="1200">
                <a:solidFill>
                  <a:schemeClr val="tx1"/>
                </a:solidFill>
                <a:latin typeface="+mn-lt"/>
                <a:ea typeface="+mn-ea"/>
                <a:cs typeface="+mn-cs"/>
              </a:defRPr>
            </a:lvl1pPr>
            <a:lvl2pPr marL="640080" indent="-274320" algn="l" rtl="0" eaLnBrk="1" latinLnBrk="0" hangingPunct="1">
              <a:spcBef>
                <a:spcPts val="550"/>
              </a:spcBef>
              <a:buClr>
                <a:schemeClr val="accent1"/>
              </a:buClr>
              <a:buSzPct val="70000"/>
              <a:buFont typeface="Wingdings 2"/>
              <a:buChar char=""/>
              <a:defRPr kumimoji="0" sz="2600" kern="1200">
                <a:solidFill>
                  <a:schemeClr val="tx1"/>
                </a:solidFill>
                <a:latin typeface="+mn-lt"/>
                <a:ea typeface="+mn-ea"/>
                <a:cs typeface="+mn-cs"/>
              </a:defRPr>
            </a:lvl2pPr>
            <a:lvl3pPr marL="914400" indent="-228600" algn="l" rtl="0" eaLnBrk="1" latinLnBrk="0" hangingPunct="1">
              <a:spcBef>
                <a:spcPts val="500"/>
              </a:spcBef>
              <a:buClr>
                <a:schemeClr val="accent2"/>
              </a:buClr>
              <a:buSzPct val="75000"/>
              <a:buFont typeface="Wingdings"/>
              <a:buChar char=""/>
              <a:defRPr kumimoji="0" sz="2300" kern="1200">
                <a:solidFill>
                  <a:schemeClr val="tx1"/>
                </a:solidFill>
                <a:latin typeface="+mn-lt"/>
                <a:ea typeface="+mn-ea"/>
                <a:cs typeface="+mn-cs"/>
              </a:defRPr>
            </a:lvl3pPr>
            <a:lvl4pPr marL="1371600" indent="-228600" algn="l" rtl="0" eaLnBrk="1" latinLnBrk="0" hangingPunct="1">
              <a:spcBef>
                <a:spcPts val="400"/>
              </a:spcBef>
              <a:buClr>
                <a:schemeClr val="accent3"/>
              </a:buClr>
              <a:buSzPct val="75000"/>
              <a:buFont typeface="Wingdings"/>
              <a:buChar char=""/>
              <a:defRPr kumimoji="0" sz="2000" kern="1200">
                <a:solidFill>
                  <a:schemeClr val="tx1"/>
                </a:solidFill>
                <a:latin typeface="+mn-lt"/>
                <a:ea typeface="+mn-ea"/>
                <a:cs typeface="+mn-cs"/>
              </a:defRPr>
            </a:lvl4pPr>
            <a:lvl5pPr marL="1828800" indent="-228600" algn="l" rtl="0" eaLnBrk="1" latinLnBrk="0" hangingPunct="1">
              <a:spcBef>
                <a:spcPts val="400"/>
              </a:spcBef>
              <a:buClr>
                <a:schemeClr val="accent4"/>
              </a:buClr>
              <a:buSzPct val="65000"/>
              <a:buFont typeface="Wingdings"/>
              <a:buChar char=""/>
              <a:defRPr kumimoji="0"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a:buChar char="§"/>
              <a:defRPr kumimoji="0"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kumimoji="0"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kumimoji="0"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kumimoji="0" sz="1800" kern="1200" baseline="0">
                <a:solidFill>
                  <a:schemeClr val="tx1"/>
                </a:solidFill>
                <a:latin typeface="+mn-lt"/>
                <a:ea typeface="+mn-ea"/>
                <a:cs typeface="+mn-cs"/>
              </a:defRPr>
            </a:lvl9pPr>
          </a:lstStyle>
          <a:p>
            <a:pPr marL="0" indent="0">
              <a:lnSpc>
                <a:spcPct val="107000"/>
              </a:lnSpc>
              <a:spcBef>
                <a:spcPts val="0"/>
              </a:spcBef>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2000" b="1" dirty="0">
                <a:solidFill>
                  <a:srgbClr val="FF0000"/>
                </a:solidFill>
                <a:latin typeface="Courier New" pitchFamily="49" charset="0"/>
                <a:cs typeface="Courier New" pitchFamily="49" charset="0"/>
              </a:rPr>
              <a:t>import </a:t>
            </a:r>
            <a:r>
              <a:rPr lang="en-US" sz="2000" b="1" dirty="0" err="1">
                <a:solidFill>
                  <a:srgbClr val="FF0000"/>
                </a:solidFill>
                <a:latin typeface="Courier New" pitchFamily="49" charset="0"/>
                <a:cs typeface="Courier New" pitchFamily="49" charset="0"/>
              </a:rPr>
              <a:t>java.util.Scanner</a:t>
            </a:r>
            <a:r>
              <a:rPr lang="en-US" sz="2000" b="1" dirty="0">
                <a:solidFill>
                  <a:srgbClr val="FF0000"/>
                </a:solidFill>
                <a:latin typeface="Courier New" pitchFamily="49" charset="0"/>
                <a:cs typeface="Courier New" pitchFamily="49" charset="0"/>
              </a:rPr>
              <a:t>;</a:t>
            </a:r>
          </a:p>
          <a:p>
            <a:pPr marL="0" indent="0">
              <a:lnSpc>
                <a:spcPct val="107000"/>
              </a:lnSpc>
              <a:spcBef>
                <a:spcPts val="0"/>
              </a:spcBef>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endParaRPr lang="en-US" sz="2000" b="1" dirty="0">
              <a:latin typeface="Courier New" pitchFamily="49" charset="0"/>
              <a:cs typeface="Courier New" pitchFamily="49" charset="0"/>
            </a:endParaRPr>
          </a:p>
          <a:p>
            <a:pPr marL="0" indent="0">
              <a:lnSpc>
                <a:spcPct val="107000"/>
              </a:lnSpc>
              <a:spcBef>
                <a:spcPts val="0"/>
              </a:spcBef>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2000" b="1" dirty="0">
                <a:latin typeface="Courier New" pitchFamily="49" charset="0"/>
                <a:cs typeface="Courier New" pitchFamily="49" charset="0"/>
              </a:rPr>
              <a:t>public class Sample2 </a:t>
            </a:r>
            <a:r>
              <a:rPr lang="en-US" sz="2000" b="1" dirty="0">
                <a:solidFill>
                  <a:srgbClr val="00B050"/>
                </a:solidFill>
                <a:latin typeface="Courier New" pitchFamily="49" charset="0"/>
                <a:cs typeface="Courier New" pitchFamily="49" charset="0"/>
              </a:rPr>
              <a:t>{</a:t>
            </a:r>
          </a:p>
          <a:p>
            <a:pPr marL="0" indent="0">
              <a:lnSpc>
                <a:spcPct val="107000"/>
              </a:lnSpc>
              <a:spcBef>
                <a:spcPts val="0"/>
              </a:spcBef>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2000" b="1" dirty="0">
                <a:latin typeface="Courier New" pitchFamily="49" charset="0"/>
                <a:cs typeface="Courier New" pitchFamily="49" charset="0"/>
              </a:rPr>
              <a:t>  public static void main(String[] </a:t>
            </a:r>
            <a:r>
              <a:rPr lang="en-US" sz="2000" b="1" dirty="0" err="1">
                <a:latin typeface="Courier New" pitchFamily="49" charset="0"/>
                <a:cs typeface="Courier New" pitchFamily="49" charset="0"/>
              </a:rPr>
              <a:t>args</a:t>
            </a:r>
            <a:r>
              <a:rPr lang="en-US" sz="2000" b="1" dirty="0">
                <a:latin typeface="Courier New" pitchFamily="49" charset="0"/>
                <a:cs typeface="Courier New" pitchFamily="49" charset="0"/>
              </a:rPr>
              <a:t>) </a:t>
            </a:r>
            <a:r>
              <a:rPr lang="en-US" sz="2000" b="1" dirty="0">
                <a:solidFill>
                  <a:srgbClr val="7030A0"/>
                </a:solidFill>
                <a:latin typeface="Courier New" pitchFamily="49" charset="0"/>
                <a:cs typeface="Courier New" pitchFamily="49" charset="0"/>
              </a:rPr>
              <a:t>{</a:t>
            </a:r>
          </a:p>
          <a:p>
            <a:pPr marL="0" indent="0">
              <a:lnSpc>
                <a:spcPct val="107000"/>
              </a:lnSpc>
              <a:spcBef>
                <a:spcPts val="0"/>
              </a:spcBef>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2000" b="1" dirty="0">
                <a:latin typeface="Courier New" pitchFamily="49" charset="0"/>
                <a:cs typeface="Courier New" pitchFamily="49" charset="0"/>
              </a:rPr>
              <a:t>   </a:t>
            </a:r>
            <a:r>
              <a:rPr lang="en-US" sz="2000" b="1" dirty="0">
                <a:solidFill>
                  <a:srgbClr val="FF0000"/>
                </a:solidFill>
                <a:latin typeface="Courier New" pitchFamily="49" charset="0"/>
                <a:cs typeface="Courier New" pitchFamily="49" charset="0"/>
              </a:rPr>
              <a:t>Scanner </a:t>
            </a:r>
            <a:r>
              <a:rPr lang="en-US" sz="2000" b="1" i="1" dirty="0">
                <a:solidFill>
                  <a:srgbClr val="FF0000"/>
                </a:solidFill>
                <a:latin typeface="Corbel" panose="020B0503020204020204" pitchFamily="34" charset="0"/>
                <a:cs typeface="Courier New" pitchFamily="49" charset="0"/>
              </a:rPr>
              <a:t>read</a:t>
            </a:r>
            <a:r>
              <a:rPr lang="en-US" sz="2000" b="1" dirty="0">
                <a:solidFill>
                  <a:srgbClr val="FF0000"/>
                </a:solidFill>
                <a:latin typeface="Courier New" pitchFamily="49" charset="0"/>
                <a:cs typeface="Courier New" pitchFamily="49" charset="0"/>
              </a:rPr>
              <a:t> = new Scanner(System.in);</a:t>
            </a:r>
          </a:p>
          <a:p>
            <a:pPr marL="0" indent="0">
              <a:lnSpc>
                <a:spcPct val="107000"/>
              </a:lnSpc>
              <a:spcBef>
                <a:spcPts val="0"/>
              </a:spcBef>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2000" b="1" dirty="0">
                <a:latin typeface="Courier New" pitchFamily="49" charset="0"/>
                <a:cs typeface="Courier New" pitchFamily="49" charset="0"/>
              </a:rPr>
              <a:t>   </a:t>
            </a:r>
          </a:p>
          <a:p>
            <a:pPr marL="0" indent="0">
              <a:lnSpc>
                <a:spcPct val="107000"/>
              </a:lnSpc>
              <a:spcBef>
                <a:spcPts val="0"/>
              </a:spcBef>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2000" b="1" dirty="0">
                <a:latin typeface="Courier New" pitchFamily="49" charset="0"/>
                <a:cs typeface="Courier New" pitchFamily="49" charset="0"/>
              </a:rPr>
              <a:t>   double d = </a:t>
            </a:r>
            <a:r>
              <a:rPr lang="en-US" sz="2000" b="1" i="1" dirty="0" err="1">
                <a:solidFill>
                  <a:srgbClr val="FF0000"/>
                </a:solidFill>
                <a:latin typeface="Corbel" panose="020B0503020204020204" pitchFamily="34" charset="0"/>
                <a:cs typeface="Courier New" pitchFamily="49" charset="0"/>
              </a:rPr>
              <a:t>read</a:t>
            </a:r>
            <a:r>
              <a:rPr lang="en-US" sz="2000" b="1" dirty="0" err="1">
                <a:latin typeface="Courier New" pitchFamily="49" charset="0"/>
                <a:cs typeface="Courier New" pitchFamily="49" charset="0"/>
              </a:rPr>
              <a:t>.</a:t>
            </a:r>
            <a:r>
              <a:rPr lang="en-US" sz="2000" b="1" dirty="0" err="1">
                <a:solidFill>
                  <a:srgbClr val="0000FF"/>
                </a:solidFill>
                <a:latin typeface="Courier New" pitchFamily="49" charset="0"/>
                <a:cs typeface="Courier New" pitchFamily="49" charset="0"/>
              </a:rPr>
              <a:t>nextDouble</a:t>
            </a:r>
            <a:r>
              <a:rPr lang="en-US" sz="2000" b="1" dirty="0">
                <a:latin typeface="Courier New" pitchFamily="49" charset="0"/>
                <a:cs typeface="Courier New" pitchFamily="49" charset="0"/>
              </a:rPr>
              <a:t>();</a:t>
            </a:r>
          </a:p>
          <a:p>
            <a:pPr marL="0" indent="0">
              <a:lnSpc>
                <a:spcPct val="107000"/>
              </a:lnSpc>
              <a:spcBef>
                <a:spcPts val="0"/>
              </a:spcBef>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2000" b="1" dirty="0">
                <a:latin typeface="Courier New" pitchFamily="49" charset="0"/>
                <a:cs typeface="Courier New" pitchFamily="49" charset="0"/>
              </a:rPr>
              <a:t>   </a:t>
            </a:r>
            <a:r>
              <a:rPr lang="en-US" sz="2000" b="1" dirty="0" err="1">
                <a:latin typeface="Courier New" pitchFamily="49" charset="0"/>
                <a:cs typeface="Courier New" pitchFamily="49" charset="0"/>
              </a:rPr>
              <a:t>System.out.println</a:t>
            </a:r>
            <a:r>
              <a:rPr lang="en-US" sz="2000" b="1" dirty="0">
                <a:latin typeface="Courier New" pitchFamily="49" charset="0"/>
                <a:cs typeface="Courier New" pitchFamily="49" charset="0"/>
              </a:rPr>
              <a:t>("You entered double “ + d);</a:t>
            </a:r>
          </a:p>
          <a:p>
            <a:pPr marL="0" indent="0">
              <a:lnSpc>
                <a:spcPct val="107000"/>
              </a:lnSpc>
              <a:spcBef>
                <a:spcPts val="0"/>
              </a:spcBef>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endParaRPr lang="en-US" sz="2000" b="1" dirty="0">
              <a:latin typeface="Courier New" pitchFamily="49" charset="0"/>
              <a:cs typeface="Courier New" pitchFamily="49" charset="0"/>
            </a:endParaRPr>
          </a:p>
          <a:p>
            <a:pPr marL="0" indent="0">
              <a:lnSpc>
                <a:spcPct val="107000"/>
              </a:lnSpc>
              <a:spcBef>
                <a:spcPts val="0"/>
              </a:spcBef>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2000" b="1" dirty="0">
                <a:latin typeface="Courier New" pitchFamily="49" charset="0"/>
                <a:cs typeface="Courier New" pitchFamily="49" charset="0"/>
              </a:rPr>
              <a:t>   byte b = </a:t>
            </a:r>
            <a:r>
              <a:rPr lang="en-US" sz="2000" b="1" i="1" dirty="0" err="1">
                <a:solidFill>
                  <a:srgbClr val="FF0000"/>
                </a:solidFill>
                <a:latin typeface="Corbel" panose="020B0503020204020204" pitchFamily="34" charset="0"/>
                <a:cs typeface="Courier New" pitchFamily="49" charset="0"/>
              </a:rPr>
              <a:t>read</a:t>
            </a:r>
            <a:r>
              <a:rPr lang="en-US" sz="2000" b="1" dirty="0" err="1">
                <a:latin typeface="Courier New" pitchFamily="49" charset="0"/>
                <a:cs typeface="Courier New" pitchFamily="49" charset="0"/>
              </a:rPr>
              <a:t>.</a:t>
            </a:r>
            <a:r>
              <a:rPr lang="en-US" sz="2000" b="1" dirty="0" err="1">
                <a:solidFill>
                  <a:srgbClr val="0000FF"/>
                </a:solidFill>
                <a:latin typeface="Courier New" pitchFamily="49" charset="0"/>
                <a:cs typeface="Courier New" pitchFamily="49" charset="0"/>
              </a:rPr>
              <a:t>nextByte</a:t>
            </a:r>
            <a:r>
              <a:rPr lang="en-US" sz="2000" b="1" dirty="0">
                <a:latin typeface="Courier New" pitchFamily="49" charset="0"/>
                <a:cs typeface="Courier New" pitchFamily="49" charset="0"/>
              </a:rPr>
              <a:t>();</a:t>
            </a:r>
          </a:p>
          <a:p>
            <a:pPr marL="0" indent="0">
              <a:lnSpc>
                <a:spcPct val="107000"/>
              </a:lnSpc>
              <a:spcBef>
                <a:spcPts val="0"/>
              </a:spcBef>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2000" b="1" dirty="0">
                <a:latin typeface="Courier New" pitchFamily="49" charset="0"/>
                <a:cs typeface="Courier New" pitchFamily="49" charset="0"/>
              </a:rPr>
              <a:t>   </a:t>
            </a:r>
            <a:r>
              <a:rPr lang="en-US" sz="2000" b="1" dirty="0" err="1">
                <a:latin typeface="Courier New" pitchFamily="49" charset="0"/>
                <a:cs typeface="Courier New" pitchFamily="49" charset="0"/>
              </a:rPr>
              <a:t>System.out.println</a:t>
            </a:r>
            <a:r>
              <a:rPr lang="en-US" sz="2000" b="1" dirty="0">
                <a:latin typeface="Courier New" pitchFamily="49" charset="0"/>
                <a:cs typeface="Courier New" pitchFamily="49" charset="0"/>
              </a:rPr>
              <a:t>("You entered byte “ + b);  </a:t>
            </a:r>
            <a:r>
              <a:rPr lang="en-US" sz="2000" b="1" dirty="0">
                <a:solidFill>
                  <a:srgbClr val="7030A0"/>
                </a:solidFill>
                <a:latin typeface="Courier New" pitchFamily="49" charset="0"/>
                <a:cs typeface="Courier New" pitchFamily="49" charset="0"/>
              </a:rPr>
              <a:t>}   </a:t>
            </a:r>
            <a:r>
              <a:rPr lang="en-US" sz="2000" b="1" dirty="0">
                <a:solidFill>
                  <a:srgbClr val="00B050"/>
                </a:solidFill>
                <a:latin typeface="Courier New" pitchFamily="49" charset="0"/>
                <a:cs typeface="Courier New" pitchFamily="49" charset="0"/>
              </a:rPr>
              <a:t>}</a:t>
            </a:r>
          </a:p>
        </p:txBody>
      </p:sp>
    </p:spTree>
    <p:extLst>
      <p:ext uri="{BB962C8B-B14F-4D97-AF65-F5344CB8AC3E}">
        <p14:creationId xmlns:p14="http://schemas.microsoft.com/office/powerpoint/2010/main" val="397195409"/>
      </p:ext>
    </p:extLst>
  </p:cSld>
  <p:clrMapOvr>
    <a:masterClrMapping/>
  </p:clrMapOvr>
  <p:transition spd="slow">
    <p:wipe/>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2CAF4-1953-57D8-7FFF-73D40EA0D3A5}"/>
              </a:ext>
            </a:extLst>
          </p:cNvPr>
          <p:cNvSpPr>
            <a:spLocks noGrp="1"/>
          </p:cNvSpPr>
          <p:nvPr>
            <p:ph type="title"/>
          </p:nvPr>
        </p:nvSpPr>
        <p:spPr/>
        <p:txBody>
          <a:bodyPr/>
          <a:lstStyle/>
          <a:p>
            <a:r>
              <a:rPr lang="en-US" dirty="0"/>
              <a:t>Java Scanner Input Types</a:t>
            </a:r>
            <a:br>
              <a:rPr lang="en-US" dirty="0"/>
            </a:br>
            <a:endParaRPr lang="en-US" dirty="0"/>
          </a:p>
        </p:txBody>
      </p:sp>
      <p:sp>
        <p:nvSpPr>
          <p:cNvPr id="4" name="Footer Placeholder 3">
            <a:extLst>
              <a:ext uri="{FF2B5EF4-FFF2-40B4-BE49-F238E27FC236}">
                <a16:creationId xmlns:a16="http://schemas.microsoft.com/office/drawing/2014/main" id="{A2BC7C67-E54F-34AF-D859-49897134A7C0}"/>
              </a:ext>
            </a:extLst>
          </p:cNvPr>
          <p:cNvSpPr>
            <a:spLocks noGrp="1"/>
          </p:cNvSpPr>
          <p:nvPr>
            <p:ph type="ftr" sz="quarter" idx="11"/>
          </p:nvPr>
        </p:nvSpPr>
        <p:spPr/>
        <p:txBody>
          <a:bodyPr/>
          <a:lstStyle/>
          <a:p>
            <a:r>
              <a:rPr lang="en-US"/>
              <a:t>Edited and Reviewed By: I. Bara' Qadomi &amp; I. Bara' Hamadah (FIT, Applied Science Private University)</a:t>
            </a:r>
          </a:p>
        </p:txBody>
      </p:sp>
      <p:graphicFrame>
        <p:nvGraphicFramePr>
          <p:cNvPr id="7" name="Table 6">
            <a:extLst>
              <a:ext uri="{FF2B5EF4-FFF2-40B4-BE49-F238E27FC236}">
                <a16:creationId xmlns:a16="http://schemas.microsoft.com/office/drawing/2014/main" id="{F0048B19-0354-4C65-EE42-3655BB44AA30}"/>
              </a:ext>
            </a:extLst>
          </p:cNvPr>
          <p:cNvGraphicFramePr>
            <a:graphicFrameLocks noGrp="1"/>
          </p:cNvGraphicFramePr>
          <p:nvPr>
            <p:extLst>
              <p:ext uri="{D42A27DB-BD31-4B8C-83A1-F6EECF244321}">
                <p14:modId xmlns:p14="http://schemas.microsoft.com/office/powerpoint/2010/main" val="148032494"/>
              </p:ext>
            </p:extLst>
          </p:nvPr>
        </p:nvGraphicFramePr>
        <p:xfrm>
          <a:off x="1507986" y="1299606"/>
          <a:ext cx="9163456" cy="4907280"/>
        </p:xfrm>
        <a:graphic>
          <a:graphicData uri="http://schemas.openxmlformats.org/drawingml/2006/table">
            <a:tbl>
              <a:tblPr>
                <a:tableStyleId>{2D5ABB26-0587-4C30-8999-92F81FD0307C}</a:tableStyleId>
              </a:tblPr>
              <a:tblGrid>
                <a:gridCol w="4581728">
                  <a:extLst>
                    <a:ext uri="{9D8B030D-6E8A-4147-A177-3AD203B41FA5}">
                      <a16:colId xmlns:a16="http://schemas.microsoft.com/office/drawing/2014/main" val="712750633"/>
                    </a:ext>
                  </a:extLst>
                </a:gridCol>
                <a:gridCol w="4581728">
                  <a:extLst>
                    <a:ext uri="{9D8B030D-6E8A-4147-A177-3AD203B41FA5}">
                      <a16:colId xmlns:a16="http://schemas.microsoft.com/office/drawing/2014/main" val="2212184561"/>
                    </a:ext>
                  </a:extLst>
                </a:gridCol>
              </a:tblGrid>
              <a:tr h="420887">
                <a:tc>
                  <a:txBody>
                    <a:bodyPr/>
                    <a:lstStyle/>
                    <a:p>
                      <a:pPr algn="l" rtl="0" fontAlgn="base"/>
                      <a:r>
                        <a:rPr lang="en-US" sz="2000" b="1" dirty="0">
                          <a:solidFill>
                            <a:schemeClr val="tx1"/>
                          </a:solidFill>
                          <a:effectLst/>
                        </a:rPr>
                        <a:t>Method</a:t>
                      </a:r>
                    </a:p>
                  </a:txBody>
                  <a:tcPr marL="38100" marR="38100" marT="76200" marB="7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rtl="0" fontAlgn="base"/>
                      <a:r>
                        <a:rPr lang="en-US" sz="2000" b="1">
                          <a:solidFill>
                            <a:schemeClr val="tx1"/>
                          </a:solidFill>
                          <a:effectLst/>
                        </a:rPr>
                        <a:t>Description</a:t>
                      </a:r>
                    </a:p>
                  </a:txBody>
                  <a:tcPr marL="76200" marR="76200" marT="76200" marB="7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97069465"/>
                  </a:ext>
                </a:extLst>
              </a:tr>
              <a:tr h="757597">
                <a:tc>
                  <a:txBody>
                    <a:bodyPr/>
                    <a:lstStyle/>
                    <a:p>
                      <a:pPr algn="l" fontAlgn="base"/>
                      <a:r>
                        <a:rPr lang="en-US" sz="2000" b="1" u="none" dirty="0">
                          <a:solidFill>
                            <a:schemeClr val="tx1"/>
                          </a:solidFill>
                          <a:effectLst/>
                        </a:rPr>
                        <a:t>nextBoolean()</a:t>
                      </a:r>
                      <a:endParaRPr lang="en-US" sz="2000" b="0" u="none" dirty="0">
                        <a:solidFill>
                          <a:schemeClr val="tx1"/>
                        </a:solidFill>
                        <a:effectLst/>
                      </a:endParaRPr>
                    </a:p>
                  </a:txBody>
                  <a:tcPr marL="76200" marR="76200" marT="106680" marB="1066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sz="2000" b="0" dirty="0">
                          <a:solidFill>
                            <a:schemeClr val="tx1"/>
                          </a:solidFill>
                          <a:effectLst/>
                        </a:rPr>
                        <a:t>Used for reading Boolean value                    </a:t>
                      </a:r>
                    </a:p>
                  </a:txBody>
                  <a:tcPr marL="76200" marR="76200" marT="106680" marB="1066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49051948"/>
                  </a:ext>
                </a:extLst>
              </a:tr>
              <a:tr h="477006">
                <a:tc>
                  <a:txBody>
                    <a:bodyPr/>
                    <a:lstStyle/>
                    <a:p>
                      <a:pPr algn="l" rtl="0" fontAlgn="base"/>
                      <a:r>
                        <a:rPr lang="en-US" sz="2000" b="1" u="none" dirty="0">
                          <a:solidFill>
                            <a:schemeClr val="tx1"/>
                          </a:solidFill>
                          <a:effectLst/>
                        </a:rPr>
                        <a:t>nextByte()</a:t>
                      </a:r>
                      <a:endParaRPr lang="en-US" sz="2000" b="0" u="none" dirty="0">
                        <a:solidFill>
                          <a:schemeClr val="tx1"/>
                        </a:solidFill>
                        <a:effectLst/>
                      </a:endParaRPr>
                    </a:p>
                  </a:txBody>
                  <a:tcPr marL="76200" marR="76200" marT="106680" marB="1066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sz="2000" b="0">
                          <a:solidFill>
                            <a:schemeClr val="tx1"/>
                          </a:solidFill>
                          <a:effectLst/>
                        </a:rPr>
                        <a:t>Used for reading Byte value</a:t>
                      </a:r>
                    </a:p>
                  </a:txBody>
                  <a:tcPr marL="76200" marR="76200" marT="106680" marB="1066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94235611"/>
                  </a:ext>
                </a:extLst>
              </a:tr>
              <a:tr h="477006">
                <a:tc>
                  <a:txBody>
                    <a:bodyPr/>
                    <a:lstStyle/>
                    <a:p>
                      <a:pPr algn="l" rtl="0" fontAlgn="base"/>
                      <a:r>
                        <a:rPr lang="en-US" sz="2000" b="1" u="none" dirty="0">
                          <a:solidFill>
                            <a:schemeClr val="tx1"/>
                          </a:solidFill>
                          <a:effectLst/>
                        </a:rPr>
                        <a:t>nextDouble()</a:t>
                      </a:r>
                      <a:endParaRPr lang="en-US" sz="2000" b="0" u="none" dirty="0">
                        <a:solidFill>
                          <a:schemeClr val="tx1"/>
                        </a:solidFill>
                        <a:effectLst/>
                      </a:endParaRPr>
                    </a:p>
                  </a:txBody>
                  <a:tcPr marL="76200" marR="76200" marT="106680" marB="1066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sz="2000" b="0" dirty="0">
                          <a:solidFill>
                            <a:schemeClr val="tx1"/>
                          </a:solidFill>
                          <a:effectLst/>
                        </a:rPr>
                        <a:t>Used for reading Double value</a:t>
                      </a:r>
                    </a:p>
                  </a:txBody>
                  <a:tcPr marL="76200" marR="76200" marT="106680" marB="1066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5522620"/>
                  </a:ext>
                </a:extLst>
              </a:tr>
              <a:tr h="477006">
                <a:tc>
                  <a:txBody>
                    <a:bodyPr/>
                    <a:lstStyle/>
                    <a:p>
                      <a:pPr algn="l" rtl="0" fontAlgn="base"/>
                      <a:r>
                        <a:rPr lang="en-US" sz="2000" b="1" u="none" dirty="0">
                          <a:solidFill>
                            <a:schemeClr val="tx1"/>
                          </a:solidFill>
                          <a:effectLst/>
                        </a:rPr>
                        <a:t>nextFloat()</a:t>
                      </a:r>
                      <a:endParaRPr lang="en-US" sz="2000" b="0" u="none" dirty="0">
                        <a:solidFill>
                          <a:schemeClr val="tx1"/>
                        </a:solidFill>
                        <a:effectLst/>
                      </a:endParaRPr>
                    </a:p>
                  </a:txBody>
                  <a:tcPr marL="76200" marR="76200" marT="106680" marB="1066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sz="2000" b="0">
                          <a:solidFill>
                            <a:schemeClr val="tx1"/>
                          </a:solidFill>
                          <a:effectLst/>
                        </a:rPr>
                        <a:t>Used for reading Float value</a:t>
                      </a:r>
                    </a:p>
                  </a:txBody>
                  <a:tcPr marL="76200" marR="76200" marT="106680" marB="1066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76038429"/>
                  </a:ext>
                </a:extLst>
              </a:tr>
              <a:tr h="477006">
                <a:tc>
                  <a:txBody>
                    <a:bodyPr/>
                    <a:lstStyle/>
                    <a:p>
                      <a:pPr algn="l" rtl="0" fontAlgn="base"/>
                      <a:r>
                        <a:rPr lang="en-US" sz="2000" b="1" u="none" dirty="0">
                          <a:solidFill>
                            <a:schemeClr val="tx1"/>
                          </a:solidFill>
                          <a:effectLst/>
                        </a:rPr>
                        <a:t>nextInt()</a:t>
                      </a:r>
                      <a:endParaRPr lang="en-US" sz="2000" b="0" u="none" dirty="0">
                        <a:solidFill>
                          <a:schemeClr val="tx1"/>
                        </a:solidFill>
                        <a:effectLst/>
                      </a:endParaRPr>
                    </a:p>
                  </a:txBody>
                  <a:tcPr marL="76200" marR="76200" marT="106680" marB="1066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sz="2000" b="0">
                          <a:solidFill>
                            <a:schemeClr val="tx1"/>
                          </a:solidFill>
                          <a:effectLst/>
                        </a:rPr>
                        <a:t>Used for reading Int value</a:t>
                      </a:r>
                    </a:p>
                  </a:txBody>
                  <a:tcPr marL="76200" marR="76200" marT="106680" marB="1066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45318148"/>
                  </a:ext>
                </a:extLst>
              </a:tr>
              <a:tr h="477006">
                <a:tc>
                  <a:txBody>
                    <a:bodyPr/>
                    <a:lstStyle/>
                    <a:p>
                      <a:pPr algn="l" rtl="0" fontAlgn="base"/>
                      <a:r>
                        <a:rPr lang="en-US" sz="2000" b="1" u="none" dirty="0">
                          <a:solidFill>
                            <a:schemeClr val="tx1"/>
                          </a:solidFill>
                          <a:effectLst/>
                        </a:rPr>
                        <a:t>nextLine()</a:t>
                      </a:r>
                      <a:endParaRPr lang="en-US" sz="2000" b="0" u="none" dirty="0">
                        <a:solidFill>
                          <a:schemeClr val="tx1"/>
                        </a:solidFill>
                        <a:effectLst/>
                      </a:endParaRPr>
                    </a:p>
                  </a:txBody>
                  <a:tcPr marL="76200" marR="76200" marT="106680" marB="1066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sz="2000" b="0">
                          <a:solidFill>
                            <a:schemeClr val="tx1"/>
                          </a:solidFill>
                          <a:effectLst/>
                        </a:rPr>
                        <a:t>Used for reading Line value</a:t>
                      </a:r>
                    </a:p>
                  </a:txBody>
                  <a:tcPr marL="76200" marR="76200" marT="106680" marB="1066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23490130"/>
                  </a:ext>
                </a:extLst>
              </a:tr>
              <a:tr h="477006">
                <a:tc>
                  <a:txBody>
                    <a:bodyPr/>
                    <a:lstStyle/>
                    <a:p>
                      <a:pPr algn="l" rtl="0" fontAlgn="base"/>
                      <a:r>
                        <a:rPr lang="en-US" sz="2000" b="1" u="none" dirty="0">
                          <a:solidFill>
                            <a:schemeClr val="tx1"/>
                          </a:solidFill>
                          <a:effectLst/>
                        </a:rPr>
                        <a:t>nextLong()</a:t>
                      </a:r>
                      <a:endParaRPr lang="en-US" sz="2000" b="0" u="none" dirty="0">
                        <a:solidFill>
                          <a:schemeClr val="tx1"/>
                        </a:solidFill>
                        <a:effectLst/>
                      </a:endParaRPr>
                    </a:p>
                  </a:txBody>
                  <a:tcPr marL="76200" marR="76200" marT="106680" marB="1066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sz="2000" b="0">
                          <a:solidFill>
                            <a:schemeClr val="tx1"/>
                          </a:solidFill>
                          <a:effectLst/>
                        </a:rPr>
                        <a:t>Used for reading Long value</a:t>
                      </a:r>
                    </a:p>
                  </a:txBody>
                  <a:tcPr marL="76200" marR="76200" marT="106680" marB="1066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14940980"/>
                  </a:ext>
                </a:extLst>
              </a:tr>
              <a:tr h="477006">
                <a:tc>
                  <a:txBody>
                    <a:bodyPr/>
                    <a:lstStyle/>
                    <a:p>
                      <a:pPr algn="l" rtl="0" fontAlgn="base"/>
                      <a:r>
                        <a:rPr lang="en-US" sz="2000" b="1" u="none" dirty="0">
                          <a:solidFill>
                            <a:schemeClr val="tx1"/>
                          </a:solidFill>
                          <a:effectLst/>
                        </a:rPr>
                        <a:t>nextShort()</a:t>
                      </a:r>
                      <a:endParaRPr lang="en-US" sz="2000" b="0" u="none" dirty="0">
                        <a:solidFill>
                          <a:schemeClr val="tx1"/>
                        </a:solidFill>
                        <a:effectLst/>
                      </a:endParaRPr>
                    </a:p>
                  </a:txBody>
                  <a:tcPr marL="76200" marR="76200" marT="106680" marB="1066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sz="2000" b="0" dirty="0">
                          <a:solidFill>
                            <a:schemeClr val="tx1"/>
                          </a:solidFill>
                          <a:effectLst/>
                        </a:rPr>
                        <a:t>Used for reading Short value</a:t>
                      </a:r>
                    </a:p>
                  </a:txBody>
                  <a:tcPr marL="76200" marR="76200" marT="106680" marB="1066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72377197"/>
                  </a:ext>
                </a:extLst>
              </a:tr>
            </a:tbl>
          </a:graphicData>
        </a:graphic>
      </p:graphicFrame>
    </p:spTree>
    <p:extLst>
      <p:ext uri="{BB962C8B-B14F-4D97-AF65-F5344CB8AC3E}">
        <p14:creationId xmlns:p14="http://schemas.microsoft.com/office/powerpoint/2010/main" val="4240461909"/>
      </p:ext>
    </p:extLst>
  </p:cSld>
  <p:clrMapOvr>
    <a:masterClrMapping/>
  </p:clrMapOvr>
  <p:transition spd="slow">
    <p:wipe/>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C1D1CD-1F1D-34A2-1B53-13C26D3FE44D}"/>
              </a:ext>
            </a:extLst>
          </p:cNvPr>
          <p:cNvSpPr>
            <a:spLocks noGrp="1"/>
          </p:cNvSpPr>
          <p:nvPr>
            <p:ph type="title"/>
          </p:nvPr>
        </p:nvSpPr>
        <p:spPr/>
        <p:txBody>
          <a:bodyPr>
            <a:normAutofit/>
          </a:bodyPr>
          <a:lstStyle/>
          <a:p>
            <a:r>
              <a:rPr lang="en-US" b="0" i="0" dirty="0">
                <a:solidFill>
                  <a:srgbClr val="610B38"/>
                </a:solidFill>
                <a:effectLst/>
              </a:rPr>
              <a:t>How to Read </a:t>
            </a:r>
            <a:r>
              <a:rPr lang="en-US" b="0" i="1" dirty="0">
                <a:solidFill>
                  <a:srgbClr val="610B38"/>
                </a:solidFill>
                <a:effectLst/>
              </a:rPr>
              <a:t>String</a:t>
            </a:r>
            <a:r>
              <a:rPr lang="en-US" b="0" i="0" dirty="0">
                <a:solidFill>
                  <a:srgbClr val="610B38"/>
                </a:solidFill>
                <a:effectLst/>
              </a:rPr>
              <a:t>  in Java</a:t>
            </a:r>
            <a:br>
              <a:rPr lang="en-US" b="0" i="0" dirty="0">
                <a:solidFill>
                  <a:srgbClr val="610B38"/>
                </a:solidFill>
                <a:effectLst/>
              </a:rPr>
            </a:br>
            <a:r>
              <a:rPr lang="en-US" sz="4800" b="1" dirty="0"/>
              <a:t>Next() Vs nextLine()</a:t>
            </a:r>
            <a:endParaRPr lang="en-US" dirty="0"/>
          </a:p>
        </p:txBody>
      </p:sp>
      <p:sp>
        <p:nvSpPr>
          <p:cNvPr id="3" name="Content Placeholder 2">
            <a:extLst>
              <a:ext uri="{FF2B5EF4-FFF2-40B4-BE49-F238E27FC236}">
                <a16:creationId xmlns:a16="http://schemas.microsoft.com/office/drawing/2014/main" id="{356FD622-C339-7E5E-6C33-E779A4A29298}"/>
              </a:ext>
            </a:extLst>
          </p:cNvPr>
          <p:cNvSpPr>
            <a:spLocks noGrp="1"/>
          </p:cNvSpPr>
          <p:nvPr>
            <p:ph idx="1"/>
          </p:nvPr>
        </p:nvSpPr>
        <p:spPr/>
        <p:txBody>
          <a:bodyPr>
            <a:normAutofit/>
          </a:bodyPr>
          <a:lstStyle/>
          <a:p>
            <a:r>
              <a:rPr lang="en-US" dirty="0"/>
              <a:t>The next() method of the Scanner class is used for getting input from the user. In order to use the next() method of the Scanner class, an instance of the Scanner class needs to be created. The next() method stops reading input from the user until it receives a white space(" "). So, it returns the next complete token from the Scanner.</a:t>
            </a:r>
          </a:p>
          <a:p>
            <a:r>
              <a:rPr lang="en-US" dirty="0"/>
              <a:t>The nextLine() method of the Scanner class is also used for taking input from the user. In order to use the nextLine() method, we also need to create an instance of the Scanner class. The nextLine() method is capable of reading input till the end of the line. So, it stops reading input from the user when the user presses the enter key or line change.</a:t>
            </a:r>
          </a:p>
          <a:p>
            <a:endParaRPr lang="en-US" dirty="0"/>
          </a:p>
        </p:txBody>
      </p:sp>
      <p:sp>
        <p:nvSpPr>
          <p:cNvPr id="4" name="Footer Placeholder 3">
            <a:extLst>
              <a:ext uri="{FF2B5EF4-FFF2-40B4-BE49-F238E27FC236}">
                <a16:creationId xmlns:a16="http://schemas.microsoft.com/office/drawing/2014/main" id="{C0261793-9E97-EEB4-D08B-EAE7B3060CFA}"/>
              </a:ext>
            </a:extLst>
          </p:cNvPr>
          <p:cNvSpPr>
            <a:spLocks noGrp="1"/>
          </p:cNvSpPr>
          <p:nvPr>
            <p:ph type="ftr" sz="quarter" idx="11"/>
          </p:nvPr>
        </p:nvSpPr>
        <p:spPr/>
        <p:txBody>
          <a:bodyPr/>
          <a:lstStyle/>
          <a:p>
            <a:r>
              <a:rPr lang="en-US"/>
              <a:t>Edited and Reviewed By: I. Bara' Qadomi &amp; I. Bara' Hamadah (FIT, Applied Science Private University)</a:t>
            </a:r>
          </a:p>
        </p:txBody>
      </p:sp>
    </p:spTree>
    <p:extLst>
      <p:ext uri="{BB962C8B-B14F-4D97-AF65-F5344CB8AC3E}">
        <p14:creationId xmlns:p14="http://schemas.microsoft.com/office/powerpoint/2010/main" val="810407884"/>
      </p:ext>
    </p:extLst>
  </p:cSld>
  <p:clrMapOvr>
    <a:masterClrMapping/>
  </p:clrMapOvr>
  <p:transition spd="slow">
    <p:wipe/>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B6E3B3-6118-EFC3-83B5-5DDD933DD9C4}"/>
              </a:ext>
            </a:extLst>
          </p:cNvPr>
          <p:cNvSpPr>
            <a:spLocks noGrp="1"/>
          </p:cNvSpPr>
          <p:nvPr>
            <p:ph type="title"/>
          </p:nvPr>
        </p:nvSpPr>
        <p:spPr/>
        <p:txBody>
          <a:bodyPr/>
          <a:lstStyle/>
          <a:p>
            <a:r>
              <a:rPr lang="en-US" b="0" i="0" dirty="0">
                <a:solidFill>
                  <a:srgbClr val="610B38"/>
                </a:solidFill>
                <a:effectLst/>
              </a:rPr>
              <a:t>How to Read Character in Java</a:t>
            </a:r>
            <a:endParaRPr lang="en-US" dirty="0"/>
          </a:p>
        </p:txBody>
      </p:sp>
      <p:sp>
        <p:nvSpPr>
          <p:cNvPr id="3" name="Content Placeholder 2">
            <a:extLst>
              <a:ext uri="{FF2B5EF4-FFF2-40B4-BE49-F238E27FC236}">
                <a16:creationId xmlns:a16="http://schemas.microsoft.com/office/drawing/2014/main" id="{444CBDBD-66E4-F755-D9C8-25A949445B1E}"/>
              </a:ext>
            </a:extLst>
          </p:cNvPr>
          <p:cNvSpPr>
            <a:spLocks noGrp="1"/>
          </p:cNvSpPr>
          <p:nvPr>
            <p:ph idx="1"/>
          </p:nvPr>
        </p:nvSpPr>
        <p:spPr/>
        <p:txBody>
          <a:bodyPr/>
          <a:lstStyle/>
          <a:p>
            <a:r>
              <a:rPr lang="en-US" dirty="0"/>
              <a:t>java Scanner class provides nextInt() method for reading an integer value, nextDouble() method for reading a double value, nextLong() method for reading a long value, etc. But there is no </a:t>
            </a:r>
            <a:r>
              <a:rPr lang="en-US" dirty="0" err="1"/>
              <a:t>nextChar</a:t>
            </a:r>
            <a:r>
              <a:rPr lang="en-US" dirty="0"/>
              <a:t>() method in the Scanner class to read a character in Java. In this slide, we will learn how to take character input in Java.</a:t>
            </a:r>
          </a:p>
          <a:p>
            <a:r>
              <a:rPr lang="en-US" dirty="0"/>
              <a:t>To read a </a:t>
            </a:r>
            <a:r>
              <a:rPr lang="en-US" b="1" dirty="0"/>
              <a:t>character in Java</a:t>
            </a:r>
            <a:r>
              <a:rPr lang="en-US" dirty="0"/>
              <a:t>, we use next() of the </a:t>
            </a:r>
            <a:r>
              <a:rPr lang="en-US" b="1" dirty="0"/>
              <a:t>Scanner class method </a:t>
            </a:r>
            <a:r>
              <a:rPr lang="en-US" dirty="0"/>
              <a:t>followed by </a:t>
            </a:r>
            <a:r>
              <a:rPr lang="en-US" b="1" dirty="0" err="1"/>
              <a:t>chatAt</a:t>
            </a:r>
            <a:r>
              <a:rPr lang="en-US" b="1" dirty="0"/>
              <a:t>(0)</a:t>
            </a:r>
            <a:r>
              <a:rPr lang="en-US" dirty="0"/>
              <a:t> at method of the String class.</a:t>
            </a:r>
          </a:p>
          <a:p>
            <a:endParaRPr lang="en-US" dirty="0"/>
          </a:p>
          <a:p>
            <a:endParaRPr lang="en-US" dirty="0"/>
          </a:p>
        </p:txBody>
      </p:sp>
      <p:sp>
        <p:nvSpPr>
          <p:cNvPr id="4" name="Footer Placeholder 3">
            <a:extLst>
              <a:ext uri="{FF2B5EF4-FFF2-40B4-BE49-F238E27FC236}">
                <a16:creationId xmlns:a16="http://schemas.microsoft.com/office/drawing/2014/main" id="{CA754F3D-75B4-3805-D024-43BE870E78C2}"/>
              </a:ext>
            </a:extLst>
          </p:cNvPr>
          <p:cNvSpPr>
            <a:spLocks noGrp="1"/>
          </p:cNvSpPr>
          <p:nvPr>
            <p:ph type="ftr" sz="quarter" idx="11"/>
          </p:nvPr>
        </p:nvSpPr>
        <p:spPr/>
        <p:txBody>
          <a:bodyPr/>
          <a:lstStyle/>
          <a:p>
            <a:r>
              <a:rPr lang="en-US"/>
              <a:t>Edited and Reviewed By: I. Bara' Qadomi &amp; I. Bara' Hamadah (FIT, Applied Science Private University)</a:t>
            </a:r>
          </a:p>
        </p:txBody>
      </p:sp>
    </p:spTree>
    <p:extLst>
      <p:ext uri="{BB962C8B-B14F-4D97-AF65-F5344CB8AC3E}">
        <p14:creationId xmlns:p14="http://schemas.microsoft.com/office/powerpoint/2010/main" val="1270117232"/>
      </p:ext>
    </p:extLst>
  </p:cSld>
  <p:clrMapOvr>
    <a:masterClrMapping/>
  </p:clrMapOvr>
  <p:transition spd="slow">
    <p:wipe/>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376DBF-7ACD-61A4-A733-E4E4A2DC7A26}"/>
              </a:ext>
            </a:extLst>
          </p:cNvPr>
          <p:cNvSpPr>
            <a:spLocks noGrp="1"/>
          </p:cNvSpPr>
          <p:nvPr>
            <p:ph type="title"/>
          </p:nvPr>
        </p:nvSpPr>
        <p:spPr/>
        <p:txBody>
          <a:bodyPr/>
          <a:lstStyle/>
          <a:p>
            <a:r>
              <a:rPr lang="en-US" dirty="0"/>
              <a:t>How to Read Character in Java</a:t>
            </a:r>
          </a:p>
        </p:txBody>
      </p:sp>
      <p:sp>
        <p:nvSpPr>
          <p:cNvPr id="4" name="Footer Placeholder 3">
            <a:extLst>
              <a:ext uri="{FF2B5EF4-FFF2-40B4-BE49-F238E27FC236}">
                <a16:creationId xmlns:a16="http://schemas.microsoft.com/office/drawing/2014/main" id="{B214E589-DD0F-6836-C79D-C2368A7C35EC}"/>
              </a:ext>
            </a:extLst>
          </p:cNvPr>
          <p:cNvSpPr>
            <a:spLocks noGrp="1"/>
          </p:cNvSpPr>
          <p:nvPr>
            <p:ph type="ftr" sz="quarter" idx="11"/>
          </p:nvPr>
        </p:nvSpPr>
        <p:spPr/>
        <p:txBody>
          <a:bodyPr/>
          <a:lstStyle/>
          <a:p>
            <a:r>
              <a:rPr lang="en-US"/>
              <a:t>Edited and Reviewed By: I. Bara' Qadomi &amp; I. Bara' Hamadah (FIT, Applied Science Private University)</a:t>
            </a:r>
          </a:p>
        </p:txBody>
      </p:sp>
      <p:sp>
        <p:nvSpPr>
          <p:cNvPr id="5" name="Content Placeholder 3">
            <a:extLst>
              <a:ext uri="{FF2B5EF4-FFF2-40B4-BE49-F238E27FC236}">
                <a16:creationId xmlns:a16="http://schemas.microsoft.com/office/drawing/2014/main" id="{236A2CF4-2075-E372-7DB8-7B795CA43709}"/>
              </a:ext>
            </a:extLst>
          </p:cNvPr>
          <p:cNvSpPr>
            <a:spLocks noGrp="1"/>
          </p:cNvSpPr>
          <p:nvPr>
            <p:ph idx="1"/>
          </p:nvPr>
        </p:nvSpPr>
        <p:spPr>
          <a:xfrm>
            <a:off x="2606510" y="1737360"/>
            <a:ext cx="6966408" cy="4305884"/>
          </a:xfrm>
        </p:spPr>
        <p:txBody>
          <a:bodyPr>
            <a:noAutofit/>
          </a:bodyPr>
          <a:lstStyle/>
          <a:p>
            <a:pPr marL="0" indent="0" algn="just">
              <a:buNone/>
            </a:pPr>
            <a:r>
              <a:rPr lang="en-US" sz="2000" b="1" i="0" dirty="0">
                <a:solidFill>
                  <a:srgbClr val="006699"/>
                </a:solidFill>
                <a:effectLst/>
                <a:latin typeface="Courier New" panose="02070309020205020404" pitchFamily="49" charset="0"/>
                <a:cs typeface="Courier New" panose="02070309020205020404" pitchFamily="49" charset="0"/>
              </a:rPr>
              <a:t>import</a:t>
            </a:r>
            <a:r>
              <a:rPr lang="en-US" sz="2000" b="0" i="0" dirty="0">
                <a:solidFill>
                  <a:srgbClr val="000000"/>
                </a:solidFill>
                <a:effectLst/>
                <a:latin typeface="Courier New" panose="02070309020205020404" pitchFamily="49" charset="0"/>
                <a:cs typeface="Courier New" panose="02070309020205020404" pitchFamily="49" charset="0"/>
              </a:rPr>
              <a:t> </a:t>
            </a:r>
            <a:r>
              <a:rPr lang="en-US" sz="2000" b="0" i="0" dirty="0" err="1">
                <a:solidFill>
                  <a:srgbClr val="000000"/>
                </a:solidFill>
                <a:effectLst/>
                <a:latin typeface="Courier New" panose="02070309020205020404" pitchFamily="49" charset="0"/>
                <a:cs typeface="Courier New" panose="02070309020205020404" pitchFamily="49" charset="0"/>
              </a:rPr>
              <a:t>java.util.Scanner</a:t>
            </a:r>
            <a:r>
              <a:rPr lang="en-US" sz="2000" b="0" i="0" dirty="0">
                <a:solidFill>
                  <a:srgbClr val="000000"/>
                </a:solidFill>
                <a:effectLst/>
                <a:latin typeface="Courier New" panose="02070309020205020404" pitchFamily="49" charset="0"/>
                <a:cs typeface="Courier New" panose="02070309020205020404" pitchFamily="49" charset="0"/>
              </a:rPr>
              <a:t>;   </a:t>
            </a:r>
          </a:p>
          <a:p>
            <a:pPr marL="0" indent="0" algn="just">
              <a:buNone/>
            </a:pPr>
            <a:r>
              <a:rPr lang="en-US" sz="2000" b="1" i="0" dirty="0">
                <a:solidFill>
                  <a:srgbClr val="006699"/>
                </a:solidFill>
                <a:effectLst/>
                <a:latin typeface="Courier New" panose="02070309020205020404" pitchFamily="49" charset="0"/>
                <a:cs typeface="Courier New" panose="02070309020205020404" pitchFamily="49" charset="0"/>
              </a:rPr>
              <a:t>public</a:t>
            </a:r>
            <a:r>
              <a:rPr lang="en-US" sz="2000" b="0" i="0" dirty="0">
                <a:solidFill>
                  <a:srgbClr val="000000"/>
                </a:solidFill>
                <a:effectLst/>
                <a:latin typeface="Courier New" panose="02070309020205020404" pitchFamily="49" charset="0"/>
                <a:cs typeface="Courier New" panose="02070309020205020404" pitchFamily="49" charset="0"/>
              </a:rPr>
              <a:t> </a:t>
            </a:r>
            <a:r>
              <a:rPr lang="en-US" sz="2000" b="1" i="0" dirty="0">
                <a:solidFill>
                  <a:srgbClr val="006699"/>
                </a:solidFill>
                <a:effectLst/>
                <a:latin typeface="Courier New" panose="02070309020205020404" pitchFamily="49" charset="0"/>
                <a:cs typeface="Courier New" panose="02070309020205020404" pitchFamily="49" charset="0"/>
              </a:rPr>
              <a:t>class</a:t>
            </a:r>
            <a:r>
              <a:rPr lang="en-US" sz="2000" b="0" i="0" dirty="0">
                <a:solidFill>
                  <a:srgbClr val="000000"/>
                </a:solidFill>
                <a:effectLst/>
                <a:latin typeface="Courier New" panose="02070309020205020404" pitchFamily="49" charset="0"/>
                <a:cs typeface="Courier New" panose="02070309020205020404" pitchFamily="49" charset="0"/>
              </a:rPr>
              <a:t> CharacterInputExample1{   </a:t>
            </a:r>
          </a:p>
          <a:p>
            <a:pPr marL="0" indent="0" algn="just">
              <a:buNone/>
            </a:pPr>
            <a:r>
              <a:rPr lang="en-US" sz="2000" b="1" i="0" dirty="0">
                <a:solidFill>
                  <a:srgbClr val="006699"/>
                </a:solidFill>
                <a:effectLst/>
                <a:latin typeface="Courier New" panose="02070309020205020404" pitchFamily="49" charset="0"/>
                <a:cs typeface="Courier New" panose="02070309020205020404" pitchFamily="49" charset="0"/>
              </a:rPr>
              <a:t>public</a:t>
            </a:r>
            <a:r>
              <a:rPr lang="en-US" sz="2000" b="0" i="0" dirty="0">
                <a:solidFill>
                  <a:srgbClr val="000000"/>
                </a:solidFill>
                <a:effectLst/>
                <a:latin typeface="Courier New" panose="02070309020205020404" pitchFamily="49" charset="0"/>
                <a:cs typeface="Courier New" panose="02070309020205020404" pitchFamily="49" charset="0"/>
              </a:rPr>
              <a:t> </a:t>
            </a:r>
            <a:r>
              <a:rPr lang="en-US" sz="2000" b="1" i="0" dirty="0">
                <a:solidFill>
                  <a:srgbClr val="006699"/>
                </a:solidFill>
                <a:effectLst/>
                <a:latin typeface="Courier New" panose="02070309020205020404" pitchFamily="49" charset="0"/>
                <a:cs typeface="Courier New" panose="02070309020205020404" pitchFamily="49" charset="0"/>
              </a:rPr>
              <a:t>static</a:t>
            </a:r>
            <a:r>
              <a:rPr lang="en-US" sz="2000" b="0" i="0" dirty="0">
                <a:solidFill>
                  <a:srgbClr val="000000"/>
                </a:solidFill>
                <a:effectLst/>
                <a:latin typeface="Courier New" panose="02070309020205020404" pitchFamily="49" charset="0"/>
                <a:cs typeface="Courier New" panose="02070309020205020404" pitchFamily="49" charset="0"/>
              </a:rPr>
              <a:t> </a:t>
            </a:r>
            <a:r>
              <a:rPr lang="en-US" sz="2000" b="1" i="0" dirty="0">
                <a:solidFill>
                  <a:srgbClr val="006699"/>
                </a:solidFill>
                <a:effectLst/>
                <a:latin typeface="Courier New" panose="02070309020205020404" pitchFamily="49" charset="0"/>
                <a:cs typeface="Courier New" panose="02070309020205020404" pitchFamily="49" charset="0"/>
              </a:rPr>
              <a:t>void</a:t>
            </a:r>
            <a:r>
              <a:rPr lang="en-US" sz="2000" b="0" i="0" dirty="0">
                <a:solidFill>
                  <a:srgbClr val="000000"/>
                </a:solidFill>
                <a:effectLst/>
                <a:latin typeface="Courier New" panose="02070309020205020404" pitchFamily="49" charset="0"/>
                <a:cs typeface="Courier New" panose="02070309020205020404" pitchFamily="49" charset="0"/>
              </a:rPr>
              <a:t> main(String[] </a:t>
            </a:r>
            <a:r>
              <a:rPr lang="en-US" sz="2000" b="0" i="0" dirty="0" err="1">
                <a:solidFill>
                  <a:srgbClr val="000000"/>
                </a:solidFill>
                <a:effectLst/>
                <a:latin typeface="Courier New" panose="02070309020205020404" pitchFamily="49" charset="0"/>
                <a:cs typeface="Courier New" panose="02070309020205020404" pitchFamily="49" charset="0"/>
              </a:rPr>
              <a:t>args</a:t>
            </a:r>
            <a:r>
              <a:rPr lang="en-US" sz="2000" b="0" i="0" dirty="0">
                <a:solidFill>
                  <a:srgbClr val="000000"/>
                </a:solidFill>
                <a:effectLst/>
                <a:latin typeface="Courier New" panose="02070309020205020404" pitchFamily="49" charset="0"/>
                <a:cs typeface="Courier New" panose="02070309020205020404" pitchFamily="49" charset="0"/>
              </a:rPr>
              <a:t>){   </a:t>
            </a:r>
          </a:p>
          <a:p>
            <a:pPr marL="0" indent="0" algn="just">
              <a:buNone/>
            </a:pPr>
            <a:r>
              <a:rPr lang="en-US" sz="2000" b="0" i="0" dirty="0">
                <a:solidFill>
                  <a:srgbClr val="000000"/>
                </a:solidFill>
                <a:effectLst/>
                <a:latin typeface="Courier New" panose="02070309020205020404" pitchFamily="49" charset="0"/>
                <a:cs typeface="Courier New" panose="02070309020205020404" pitchFamily="49" charset="0"/>
              </a:rPr>
              <a:t>Scanner </a:t>
            </a:r>
            <a:r>
              <a:rPr lang="en-US" sz="2000" b="0" i="0" dirty="0" err="1">
                <a:solidFill>
                  <a:srgbClr val="000000"/>
                </a:solidFill>
                <a:effectLst/>
                <a:latin typeface="Courier New" panose="02070309020205020404" pitchFamily="49" charset="0"/>
                <a:cs typeface="Courier New" panose="02070309020205020404" pitchFamily="49" charset="0"/>
              </a:rPr>
              <a:t>sc</a:t>
            </a:r>
            <a:r>
              <a:rPr lang="en-US" sz="2000" b="0" i="0" dirty="0">
                <a:solidFill>
                  <a:srgbClr val="000000"/>
                </a:solidFill>
                <a:effectLst/>
                <a:latin typeface="Courier New" panose="02070309020205020404" pitchFamily="49" charset="0"/>
                <a:cs typeface="Courier New" panose="02070309020205020404" pitchFamily="49" charset="0"/>
              </a:rPr>
              <a:t> = </a:t>
            </a:r>
            <a:r>
              <a:rPr lang="en-US" sz="2000" b="1" i="0" dirty="0">
                <a:solidFill>
                  <a:srgbClr val="006699"/>
                </a:solidFill>
                <a:effectLst/>
                <a:latin typeface="Courier New" panose="02070309020205020404" pitchFamily="49" charset="0"/>
                <a:cs typeface="Courier New" panose="02070309020205020404" pitchFamily="49" charset="0"/>
              </a:rPr>
              <a:t>new</a:t>
            </a:r>
            <a:r>
              <a:rPr lang="en-US" sz="2000" b="0" i="0" dirty="0">
                <a:solidFill>
                  <a:srgbClr val="000000"/>
                </a:solidFill>
                <a:effectLst/>
                <a:latin typeface="Courier New" panose="02070309020205020404" pitchFamily="49" charset="0"/>
                <a:cs typeface="Courier New" panose="02070309020205020404" pitchFamily="49" charset="0"/>
              </a:rPr>
              <a:t> Scanner(System.in);   </a:t>
            </a:r>
          </a:p>
          <a:p>
            <a:pPr marL="0" indent="0" algn="just">
              <a:buNone/>
            </a:pPr>
            <a:r>
              <a:rPr lang="en-US" sz="2000" b="0" i="0" dirty="0" err="1">
                <a:solidFill>
                  <a:srgbClr val="000000"/>
                </a:solidFill>
                <a:effectLst/>
                <a:latin typeface="Courier New" panose="02070309020205020404" pitchFamily="49" charset="0"/>
                <a:cs typeface="Courier New" panose="02070309020205020404" pitchFamily="49" charset="0"/>
              </a:rPr>
              <a:t>System.out.print</a:t>
            </a:r>
            <a:r>
              <a:rPr lang="en-US" sz="2000" b="0" i="0" dirty="0">
                <a:solidFill>
                  <a:srgbClr val="000000"/>
                </a:solidFill>
                <a:effectLst/>
                <a:latin typeface="Courier New" panose="02070309020205020404" pitchFamily="49" charset="0"/>
                <a:cs typeface="Courier New" panose="02070309020205020404" pitchFamily="49" charset="0"/>
              </a:rPr>
              <a:t>(</a:t>
            </a:r>
            <a:r>
              <a:rPr lang="en-US" sz="2000" b="0" i="0" dirty="0">
                <a:solidFill>
                  <a:srgbClr val="0000FF"/>
                </a:solidFill>
                <a:effectLst/>
                <a:latin typeface="Courier New" panose="02070309020205020404" pitchFamily="49" charset="0"/>
                <a:cs typeface="Courier New" panose="02070309020205020404" pitchFamily="49" charset="0"/>
              </a:rPr>
              <a:t>"Input a character: "</a:t>
            </a:r>
            <a:r>
              <a:rPr lang="en-US" sz="2000" b="0" i="0" dirty="0">
                <a:solidFill>
                  <a:srgbClr val="000000"/>
                </a:solidFill>
                <a:effectLst/>
                <a:latin typeface="Courier New" panose="02070309020205020404" pitchFamily="49" charset="0"/>
                <a:cs typeface="Courier New" panose="02070309020205020404" pitchFamily="49" charset="0"/>
              </a:rPr>
              <a:t>);  </a:t>
            </a:r>
          </a:p>
          <a:p>
            <a:pPr marL="0" indent="0" algn="just">
              <a:buNone/>
            </a:pPr>
            <a:r>
              <a:rPr lang="en-US" sz="2000" b="0" i="0" dirty="0">
                <a:solidFill>
                  <a:srgbClr val="008200"/>
                </a:solidFill>
                <a:effectLst/>
                <a:latin typeface="Courier New" panose="02070309020205020404" pitchFamily="49" charset="0"/>
                <a:cs typeface="Courier New" panose="02070309020205020404" pitchFamily="49" charset="0"/>
              </a:rPr>
              <a:t>// reading a character </a:t>
            </a:r>
            <a:r>
              <a:rPr lang="en-US" sz="2000" b="0" i="0" dirty="0">
                <a:solidFill>
                  <a:srgbClr val="000000"/>
                </a:solidFill>
                <a:effectLst/>
                <a:latin typeface="Courier New" panose="02070309020205020404" pitchFamily="49" charset="0"/>
                <a:cs typeface="Courier New" panose="02070309020205020404" pitchFamily="49" charset="0"/>
              </a:rPr>
              <a:t>  </a:t>
            </a:r>
          </a:p>
          <a:p>
            <a:pPr marL="0" indent="0" algn="just">
              <a:buNone/>
            </a:pPr>
            <a:r>
              <a:rPr lang="en-US" sz="2000" b="1" i="0" dirty="0">
                <a:solidFill>
                  <a:srgbClr val="006699"/>
                </a:solidFill>
                <a:effectLst/>
                <a:latin typeface="Courier New" panose="02070309020205020404" pitchFamily="49" charset="0"/>
                <a:cs typeface="Courier New" panose="02070309020205020404" pitchFamily="49" charset="0"/>
              </a:rPr>
              <a:t>char</a:t>
            </a:r>
            <a:r>
              <a:rPr lang="en-US" sz="2000" b="0" i="0" dirty="0">
                <a:solidFill>
                  <a:srgbClr val="000000"/>
                </a:solidFill>
                <a:effectLst/>
                <a:latin typeface="Courier New" panose="02070309020205020404" pitchFamily="49" charset="0"/>
                <a:cs typeface="Courier New" panose="02070309020205020404" pitchFamily="49" charset="0"/>
              </a:rPr>
              <a:t> c = </a:t>
            </a:r>
            <a:r>
              <a:rPr lang="en-US" sz="2000" b="0" i="0" dirty="0" err="1">
                <a:solidFill>
                  <a:srgbClr val="000000"/>
                </a:solidFill>
                <a:effectLst/>
                <a:latin typeface="Courier New" panose="02070309020205020404" pitchFamily="49" charset="0"/>
                <a:cs typeface="Courier New" panose="02070309020205020404" pitchFamily="49" charset="0"/>
              </a:rPr>
              <a:t>sc.next</a:t>
            </a:r>
            <a:r>
              <a:rPr lang="en-US" sz="2000" b="0" i="0" dirty="0">
                <a:solidFill>
                  <a:srgbClr val="000000"/>
                </a:solidFill>
                <a:effectLst/>
                <a:latin typeface="Courier New" panose="02070309020205020404" pitchFamily="49" charset="0"/>
                <a:cs typeface="Courier New" panose="02070309020205020404" pitchFamily="49" charset="0"/>
              </a:rPr>
              <a:t>().</a:t>
            </a:r>
            <a:r>
              <a:rPr lang="en-US" sz="2000" b="0" i="0" dirty="0" err="1">
                <a:solidFill>
                  <a:srgbClr val="000000"/>
                </a:solidFill>
                <a:effectLst/>
                <a:latin typeface="Courier New" panose="02070309020205020404" pitchFamily="49" charset="0"/>
                <a:cs typeface="Courier New" panose="02070309020205020404" pitchFamily="49" charset="0"/>
              </a:rPr>
              <a:t>charAt</a:t>
            </a:r>
            <a:r>
              <a:rPr lang="en-US" sz="2000" b="0" i="0" dirty="0">
                <a:solidFill>
                  <a:srgbClr val="000000"/>
                </a:solidFill>
                <a:effectLst/>
                <a:latin typeface="Courier New" panose="02070309020205020404" pitchFamily="49" charset="0"/>
                <a:cs typeface="Courier New" panose="02070309020205020404" pitchFamily="49" charset="0"/>
              </a:rPr>
              <a:t>(</a:t>
            </a:r>
            <a:r>
              <a:rPr lang="en-US" sz="2000" b="0" i="0" dirty="0">
                <a:solidFill>
                  <a:srgbClr val="C00000"/>
                </a:solidFill>
                <a:effectLst/>
                <a:latin typeface="Courier New" panose="02070309020205020404" pitchFamily="49" charset="0"/>
                <a:cs typeface="Courier New" panose="02070309020205020404" pitchFamily="49" charset="0"/>
              </a:rPr>
              <a:t>0</a:t>
            </a:r>
            <a:r>
              <a:rPr lang="en-US" sz="2000" b="0" i="0" dirty="0">
                <a:solidFill>
                  <a:srgbClr val="000000"/>
                </a:solidFill>
                <a:effectLst/>
                <a:latin typeface="Courier New" panose="02070309020205020404" pitchFamily="49" charset="0"/>
                <a:cs typeface="Courier New" panose="02070309020205020404" pitchFamily="49" charset="0"/>
              </a:rPr>
              <a:t>);   </a:t>
            </a:r>
          </a:p>
          <a:p>
            <a:pPr marL="0" indent="0" algn="just">
              <a:buNone/>
            </a:pPr>
            <a:r>
              <a:rPr lang="en-US" sz="2000" b="0" i="0" dirty="0">
                <a:solidFill>
                  <a:srgbClr val="008200"/>
                </a:solidFill>
                <a:effectLst/>
                <a:latin typeface="Courier New" panose="02070309020205020404" pitchFamily="49" charset="0"/>
                <a:cs typeface="Courier New" panose="02070309020205020404" pitchFamily="49" charset="0"/>
              </a:rPr>
              <a:t>//prints the character </a:t>
            </a:r>
            <a:r>
              <a:rPr lang="en-US" sz="2000" b="0" i="0" dirty="0">
                <a:solidFill>
                  <a:srgbClr val="000000"/>
                </a:solidFill>
                <a:effectLst/>
                <a:latin typeface="Courier New" panose="02070309020205020404" pitchFamily="49" charset="0"/>
                <a:cs typeface="Courier New" panose="02070309020205020404" pitchFamily="49" charset="0"/>
              </a:rPr>
              <a:t>  </a:t>
            </a:r>
          </a:p>
          <a:p>
            <a:pPr marL="0" indent="0" algn="just">
              <a:buNone/>
            </a:pPr>
            <a:r>
              <a:rPr lang="en-US" sz="2000" b="0" i="0" dirty="0" err="1">
                <a:solidFill>
                  <a:srgbClr val="000000"/>
                </a:solidFill>
                <a:effectLst/>
                <a:latin typeface="Courier New" panose="02070309020205020404" pitchFamily="49" charset="0"/>
                <a:cs typeface="Courier New" panose="02070309020205020404" pitchFamily="49" charset="0"/>
              </a:rPr>
              <a:t>System.out.println</a:t>
            </a:r>
            <a:r>
              <a:rPr lang="en-US" sz="2000" b="0" i="0" dirty="0">
                <a:solidFill>
                  <a:srgbClr val="000000"/>
                </a:solidFill>
                <a:effectLst/>
                <a:latin typeface="Courier New" panose="02070309020205020404" pitchFamily="49" charset="0"/>
                <a:cs typeface="Courier New" panose="02070309020205020404" pitchFamily="49" charset="0"/>
              </a:rPr>
              <a:t>(</a:t>
            </a:r>
            <a:r>
              <a:rPr lang="en-US" sz="2000" b="0" i="0" dirty="0">
                <a:solidFill>
                  <a:srgbClr val="0000FF"/>
                </a:solidFill>
                <a:effectLst/>
                <a:latin typeface="Courier New" panose="02070309020205020404" pitchFamily="49" charset="0"/>
                <a:cs typeface="Courier New" panose="02070309020205020404" pitchFamily="49" charset="0"/>
              </a:rPr>
              <a:t>"You have entered "</a:t>
            </a:r>
            <a:r>
              <a:rPr lang="en-US" sz="2000" b="0" i="0" dirty="0">
                <a:solidFill>
                  <a:srgbClr val="000000"/>
                </a:solidFill>
                <a:effectLst/>
                <a:latin typeface="Courier New" panose="02070309020205020404" pitchFamily="49" charset="0"/>
                <a:cs typeface="Courier New" panose="02070309020205020404" pitchFamily="49" charset="0"/>
              </a:rPr>
              <a:t>+c);   </a:t>
            </a:r>
          </a:p>
          <a:p>
            <a:pPr marL="0" indent="0" algn="just">
              <a:buNone/>
            </a:pPr>
            <a:r>
              <a:rPr lang="en-US" sz="2000" b="0" i="0" dirty="0">
                <a:solidFill>
                  <a:srgbClr val="000000"/>
                </a:solidFill>
                <a:effectLst/>
                <a:latin typeface="Courier New" panose="02070309020205020404" pitchFamily="49" charset="0"/>
                <a:cs typeface="Courier New" panose="02070309020205020404" pitchFamily="49" charset="0"/>
              </a:rPr>
              <a:t>}}  </a:t>
            </a:r>
          </a:p>
        </p:txBody>
      </p:sp>
    </p:spTree>
    <p:extLst>
      <p:ext uri="{BB962C8B-B14F-4D97-AF65-F5344CB8AC3E}">
        <p14:creationId xmlns:p14="http://schemas.microsoft.com/office/powerpoint/2010/main" val="3160375693"/>
      </p:ext>
    </p:extLst>
  </p:cSld>
  <p:clrMapOvr>
    <a:masterClrMapping/>
  </p:clrMapOvr>
  <p:transition spd="slow">
    <p:wipe/>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EEAE9E-7AC5-3078-D6A3-DAF290AD5DDF}"/>
              </a:ext>
            </a:extLst>
          </p:cNvPr>
          <p:cNvSpPr>
            <a:spLocks noGrp="1"/>
          </p:cNvSpPr>
          <p:nvPr>
            <p:ph type="title"/>
          </p:nvPr>
        </p:nvSpPr>
        <p:spPr/>
        <p:txBody>
          <a:bodyPr/>
          <a:lstStyle/>
          <a:p>
            <a:r>
              <a:rPr lang="en-US" dirty="0"/>
              <a:t>Exercises</a:t>
            </a:r>
          </a:p>
        </p:txBody>
      </p:sp>
      <p:sp>
        <p:nvSpPr>
          <p:cNvPr id="3" name="Content Placeholder 2">
            <a:extLst>
              <a:ext uri="{FF2B5EF4-FFF2-40B4-BE49-F238E27FC236}">
                <a16:creationId xmlns:a16="http://schemas.microsoft.com/office/drawing/2014/main" id="{37B03DA0-D500-2EDF-F60E-A3042FAA5378}"/>
              </a:ext>
            </a:extLst>
          </p:cNvPr>
          <p:cNvSpPr>
            <a:spLocks noGrp="1"/>
          </p:cNvSpPr>
          <p:nvPr>
            <p:ph idx="1"/>
          </p:nvPr>
        </p:nvSpPr>
        <p:spPr/>
        <p:txBody>
          <a:bodyPr>
            <a:normAutofit/>
          </a:bodyPr>
          <a:lstStyle/>
          <a:p>
            <a:pPr marL="342900" indent="-342900"/>
            <a:r>
              <a:rPr lang="en-US" dirty="0"/>
              <a:t>Q: Write a java program that prompts the user to enter his name and displays the name using print statement .</a:t>
            </a:r>
          </a:p>
          <a:p>
            <a:r>
              <a:rPr lang="en-US" dirty="0"/>
              <a:t>Q: Write a program that prompts a user to enter the width, and the height for a rectangle, computes the area and prints the outputs.</a:t>
            </a:r>
          </a:p>
          <a:p>
            <a:r>
              <a:rPr lang="en-US" dirty="0"/>
              <a:t>Q :Read the employee's name, his total salary, calculate his net income after tax (10% of his salary ) and print the result in a tabular form:</a:t>
            </a:r>
          </a:p>
          <a:p>
            <a:pPr marL="0" indent="0">
              <a:buNone/>
            </a:pPr>
            <a:endParaRPr lang="en-US" dirty="0"/>
          </a:p>
        </p:txBody>
      </p:sp>
      <p:sp>
        <p:nvSpPr>
          <p:cNvPr id="4" name="Footer Placeholder 3">
            <a:extLst>
              <a:ext uri="{FF2B5EF4-FFF2-40B4-BE49-F238E27FC236}">
                <a16:creationId xmlns:a16="http://schemas.microsoft.com/office/drawing/2014/main" id="{C4287F06-5601-2ECE-DE73-E4F8F6BA898D}"/>
              </a:ext>
            </a:extLst>
          </p:cNvPr>
          <p:cNvSpPr>
            <a:spLocks noGrp="1"/>
          </p:cNvSpPr>
          <p:nvPr>
            <p:ph type="ftr" sz="quarter" idx="11"/>
          </p:nvPr>
        </p:nvSpPr>
        <p:spPr/>
        <p:txBody>
          <a:bodyPr/>
          <a:lstStyle/>
          <a:p>
            <a:r>
              <a:rPr lang="en-US"/>
              <a:t>Edited and Reviewed By: I. Bara' Qadomi &amp; I. Bara' Hamadah (FIT, Applied Science Private University)</a:t>
            </a:r>
          </a:p>
        </p:txBody>
      </p:sp>
      <p:pic>
        <p:nvPicPr>
          <p:cNvPr id="6" name="Picture 5">
            <a:extLst>
              <a:ext uri="{FF2B5EF4-FFF2-40B4-BE49-F238E27FC236}">
                <a16:creationId xmlns:a16="http://schemas.microsoft.com/office/drawing/2014/main" id="{B9F0CA32-CD91-F339-2D35-C04500A92A95}"/>
              </a:ext>
            </a:extLst>
          </p:cNvPr>
          <p:cNvPicPr>
            <a:picLocks noChangeAspect="1"/>
          </p:cNvPicPr>
          <p:nvPr/>
        </p:nvPicPr>
        <p:blipFill>
          <a:blip r:embed="rId2"/>
          <a:stretch>
            <a:fillRect/>
          </a:stretch>
        </p:blipFill>
        <p:spPr>
          <a:xfrm>
            <a:off x="3409395" y="4446949"/>
            <a:ext cx="4474852" cy="1926503"/>
          </a:xfrm>
          <a:prstGeom prst="rect">
            <a:avLst/>
          </a:prstGeom>
        </p:spPr>
      </p:pic>
    </p:spTree>
    <p:extLst>
      <p:ext uri="{BB962C8B-B14F-4D97-AF65-F5344CB8AC3E}">
        <p14:creationId xmlns:p14="http://schemas.microsoft.com/office/powerpoint/2010/main" val="1878368245"/>
      </p:ext>
    </p:extLst>
  </p:cSld>
  <p:clrMapOvr>
    <a:masterClrMapping/>
  </p:clrMapOvr>
  <p:transition spd="slow">
    <p:wipe/>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CC8CEC-6BC0-EDA9-045F-11AEA24D0D6E}"/>
              </a:ext>
            </a:extLst>
          </p:cNvPr>
          <p:cNvSpPr>
            <a:spLocks noGrp="1"/>
          </p:cNvSpPr>
          <p:nvPr>
            <p:ph type="title"/>
          </p:nvPr>
        </p:nvSpPr>
        <p:spPr/>
        <p:txBody>
          <a:bodyPr/>
          <a:lstStyle/>
          <a:p>
            <a:r>
              <a:rPr lang="en-US" dirty="0"/>
              <a:t>Exercises </a:t>
            </a:r>
          </a:p>
        </p:txBody>
      </p:sp>
      <p:sp>
        <p:nvSpPr>
          <p:cNvPr id="3" name="Content Placeholder 2">
            <a:extLst>
              <a:ext uri="{FF2B5EF4-FFF2-40B4-BE49-F238E27FC236}">
                <a16:creationId xmlns:a16="http://schemas.microsoft.com/office/drawing/2014/main" id="{815374BE-BE0D-4201-ECE8-39E1F22B9D0A}"/>
              </a:ext>
            </a:extLst>
          </p:cNvPr>
          <p:cNvSpPr>
            <a:spLocks noGrp="1"/>
          </p:cNvSpPr>
          <p:nvPr>
            <p:ph idx="1"/>
          </p:nvPr>
        </p:nvSpPr>
        <p:spPr/>
        <p:txBody>
          <a:bodyPr/>
          <a:lstStyle/>
          <a:p>
            <a:pPr marL="342900" indent="-342900"/>
            <a:r>
              <a:rPr lang="en-US" sz="2400" dirty="0">
                <a:solidFill>
                  <a:srgbClr val="000000"/>
                </a:solidFill>
                <a:latin typeface="+mj-lt"/>
                <a:ea typeface="Tahoma" panose="020B0604030504040204" pitchFamily="34" charset="0"/>
                <a:cs typeface="Times New Roman" panose="02020603050405020304" pitchFamily="18" charset="0"/>
              </a:rPr>
              <a:t>Q: </a:t>
            </a:r>
            <a:r>
              <a:rPr lang="en-US" sz="2400" dirty="0">
                <a:solidFill>
                  <a:srgbClr val="000000"/>
                </a:solidFill>
                <a:effectLst/>
                <a:latin typeface="+mj-lt"/>
                <a:ea typeface="Tahoma" panose="020B0604030504040204" pitchFamily="34" charset="0"/>
                <a:cs typeface="Times New Roman" panose="02020603050405020304" pitchFamily="18" charset="0"/>
              </a:rPr>
              <a:t>Write a program that prompts the user to enter an integer. If the number is a multiple of </a:t>
            </a:r>
            <a:r>
              <a:rPr lang="en-US" sz="2400" u="sng" dirty="0">
                <a:solidFill>
                  <a:srgbClr val="000000"/>
                </a:solidFill>
                <a:effectLst/>
                <a:latin typeface="+mj-lt"/>
                <a:ea typeface="Tahoma" panose="020B0604030504040204" pitchFamily="34" charset="0"/>
                <a:cs typeface="Times New Roman" panose="02020603050405020304" pitchFamily="18" charset="0"/>
              </a:rPr>
              <a:t>5</a:t>
            </a:r>
            <a:r>
              <a:rPr lang="en-US" sz="2400" dirty="0">
                <a:solidFill>
                  <a:srgbClr val="000000"/>
                </a:solidFill>
                <a:effectLst/>
                <a:latin typeface="+mj-lt"/>
                <a:ea typeface="Tahoma" panose="020B0604030504040204" pitchFamily="34" charset="0"/>
                <a:cs typeface="Times New Roman" panose="02020603050405020304" pitchFamily="18" charset="0"/>
              </a:rPr>
              <a:t>, print </a:t>
            </a:r>
            <a:r>
              <a:rPr lang="en-US" sz="2400" u="sng" dirty="0" err="1">
                <a:solidFill>
                  <a:srgbClr val="000000"/>
                </a:solidFill>
                <a:effectLst/>
                <a:latin typeface="+mj-lt"/>
                <a:ea typeface="Tahoma" panose="020B0604030504040204" pitchFamily="34" charset="0"/>
                <a:cs typeface="Times New Roman" panose="02020603050405020304" pitchFamily="18" charset="0"/>
              </a:rPr>
              <a:t>HiFive</a:t>
            </a:r>
            <a:r>
              <a:rPr lang="en-US" sz="2400" dirty="0">
                <a:solidFill>
                  <a:srgbClr val="000000"/>
                </a:solidFill>
                <a:effectLst/>
                <a:latin typeface="+mj-lt"/>
                <a:ea typeface="Tahoma" panose="020B0604030504040204" pitchFamily="34" charset="0"/>
                <a:cs typeface="Times New Roman" panose="02020603050405020304" pitchFamily="18" charset="0"/>
              </a:rPr>
              <a:t>. If the number is divisible by </a:t>
            </a:r>
            <a:r>
              <a:rPr lang="en-US" sz="2400" u="sng" dirty="0">
                <a:solidFill>
                  <a:srgbClr val="000000"/>
                </a:solidFill>
                <a:effectLst/>
                <a:latin typeface="+mj-lt"/>
                <a:ea typeface="Tahoma" panose="020B0604030504040204" pitchFamily="34" charset="0"/>
                <a:cs typeface="Times New Roman" panose="02020603050405020304" pitchFamily="18" charset="0"/>
              </a:rPr>
              <a:t>2</a:t>
            </a:r>
            <a:r>
              <a:rPr lang="en-US" sz="2400" dirty="0">
                <a:solidFill>
                  <a:srgbClr val="000000"/>
                </a:solidFill>
                <a:effectLst/>
                <a:latin typeface="+mj-lt"/>
                <a:ea typeface="Tahoma" panose="020B0604030504040204" pitchFamily="34" charset="0"/>
                <a:cs typeface="Times New Roman" panose="02020603050405020304" pitchFamily="18" charset="0"/>
              </a:rPr>
              <a:t>, print </a:t>
            </a:r>
            <a:r>
              <a:rPr lang="en-US" sz="2400" u="sng" dirty="0" err="1">
                <a:solidFill>
                  <a:srgbClr val="000000"/>
                </a:solidFill>
                <a:effectLst/>
                <a:latin typeface="+mj-lt"/>
                <a:ea typeface="Tahoma" panose="020B0604030504040204" pitchFamily="34" charset="0"/>
                <a:cs typeface="Times New Roman" panose="02020603050405020304" pitchFamily="18" charset="0"/>
              </a:rPr>
              <a:t>HiEven</a:t>
            </a:r>
            <a:endParaRPr lang="en-US" sz="2400" dirty="0">
              <a:effectLst/>
              <a:latin typeface="+mj-lt"/>
              <a:ea typeface="Tahoma" panose="020B0604030504040204" pitchFamily="34" charset="0"/>
              <a:cs typeface="Times New Roman" panose="02020603050405020304" pitchFamily="18" charset="0"/>
            </a:endParaRPr>
          </a:p>
          <a:p>
            <a:pPr marL="342900" indent="-342900"/>
            <a:r>
              <a:rPr lang="en-US" sz="2400" dirty="0">
                <a:effectLst/>
                <a:latin typeface="+mj-lt"/>
                <a:ea typeface="Tahoma" panose="020B0604030504040204" pitchFamily="34" charset="0"/>
                <a:cs typeface="Times New Roman" panose="02020603050405020304" pitchFamily="18" charset="0"/>
              </a:rPr>
              <a:t>Q: Write program which will print a message “Pass” if a student mark value is between 50-100. And print a message “Fail” if student mark less than 50.</a:t>
            </a:r>
          </a:p>
        </p:txBody>
      </p:sp>
      <p:sp>
        <p:nvSpPr>
          <p:cNvPr id="4" name="Footer Placeholder 3">
            <a:extLst>
              <a:ext uri="{FF2B5EF4-FFF2-40B4-BE49-F238E27FC236}">
                <a16:creationId xmlns:a16="http://schemas.microsoft.com/office/drawing/2014/main" id="{96C7792D-7576-E584-344F-9128395EABB8}"/>
              </a:ext>
            </a:extLst>
          </p:cNvPr>
          <p:cNvSpPr>
            <a:spLocks noGrp="1"/>
          </p:cNvSpPr>
          <p:nvPr>
            <p:ph type="ftr" sz="quarter" idx="11"/>
          </p:nvPr>
        </p:nvSpPr>
        <p:spPr/>
        <p:txBody>
          <a:bodyPr/>
          <a:lstStyle/>
          <a:p>
            <a:r>
              <a:rPr lang="en-US"/>
              <a:t>Edited and Reviewed By: I. Bara' Qadomi &amp; I. Bara' Hamadah (FIT, Applied Science Private University)</a:t>
            </a:r>
          </a:p>
        </p:txBody>
      </p:sp>
    </p:spTree>
    <p:extLst>
      <p:ext uri="{BB962C8B-B14F-4D97-AF65-F5344CB8AC3E}">
        <p14:creationId xmlns:p14="http://schemas.microsoft.com/office/powerpoint/2010/main" val="1541282407"/>
      </p:ext>
    </p:extLst>
  </p:cSld>
  <p:clrMapOvr>
    <a:masterClrMapping/>
  </p:clrMapOvr>
  <p:transition spd="slow">
    <p:wipe/>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D736B6-F277-687D-56A4-3DA01FE077CB}"/>
              </a:ext>
            </a:extLst>
          </p:cNvPr>
          <p:cNvSpPr>
            <a:spLocks noGrp="1"/>
          </p:cNvSpPr>
          <p:nvPr>
            <p:ph type="title"/>
          </p:nvPr>
        </p:nvSpPr>
        <p:spPr/>
        <p:txBody>
          <a:bodyPr/>
          <a:lstStyle/>
          <a:p>
            <a:r>
              <a:rPr lang="en-US" dirty="0"/>
              <a:t>Data Conversion Rules</a:t>
            </a:r>
          </a:p>
        </p:txBody>
      </p:sp>
      <p:sp>
        <p:nvSpPr>
          <p:cNvPr id="3" name="Content Placeholder 2">
            <a:extLst>
              <a:ext uri="{FF2B5EF4-FFF2-40B4-BE49-F238E27FC236}">
                <a16:creationId xmlns:a16="http://schemas.microsoft.com/office/drawing/2014/main" id="{F5BE66A7-66FE-A5FD-D9F5-4611A4BCEA1B}"/>
              </a:ext>
            </a:extLst>
          </p:cNvPr>
          <p:cNvSpPr>
            <a:spLocks noGrp="1"/>
          </p:cNvSpPr>
          <p:nvPr>
            <p:ph idx="1"/>
          </p:nvPr>
        </p:nvSpPr>
        <p:spPr/>
        <p:txBody>
          <a:bodyPr/>
          <a:lstStyle/>
          <a:p>
            <a:r>
              <a:rPr lang="en-US" dirty="0"/>
              <a:t>When performing a binary operation involving two operands of different types, Java automatically converts the operand based on the following rules:	</a:t>
            </a:r>
          </a:p>
          <a:p>
            <a:pPr lvl="1"/>
            <a:r>
              <a:rPr lang="en-US" dirty="0"/>
              <a:t>If one of the operands is </a:t>
            </a:r>
            <a:r>
              <a:rPr lang="en-US" i="1" dirty="0"/>
              <a:t>double</a:t>
            </a:r>
            <a:r>
              <a:rPr lang="en-US" dirty="0"/>
              <a:t>, the other is converted into </a:t>
            </a:r>
            <a:r>
              <a:rPr lang="en-US" i="1" dirty="0">
                <a:solidFill>
                  <a:srgbClr val="FF0000"/>
                </a:solidFill>
              </a:rPr>
              <a:t>double</a:t>
            </a:r>
            <a:r>
              <a:rPr lang="en-US" dirty="0"/>
              <a:t>.</a:t>
            </a:r>
          </a:p>
          <a:p>
            <a:pPr lvl="1"/>
            <a:r>
              <a:rPr lang="en-US" dirty="0"/>
              <a:t>Otherwise, if one of the operands is </a:t>
            </a:r>
            <a:r>
              <a:rPr lang="en-US" i="1" dirty="0"/>
              <a:t>float</a:t>
            </a:r>
            <a:r>
              <a:rPr lang="en-US" dirty="0"/>
              <a:t>, the other is converted into </a:t>
            </a:r>
            <a:r>
              <a:rPr lang="en-US" i="1" dirty="0">
                <a:solidFill>
                  <a:srgbClr val="FF0000"/>
                </a:solidFill>
              </a:rPr>
              <a:t>float</a:t>
            </a:r>
            <a:r>
              <a:rPr lang="en-US" dirty="0"/>
              <a:t>.</a:t>
            </a:r>
          </a:p>
          <a:p>
            <a:pPr lvl="1"/>
            <a:r>
              <a:rPr lang="en-US" dirty="0"/>
              <a:t>Otherwise, if one of the operands is </a:t>
            </a:r>
            <a:r>
              <a:rPr lang="en-US" i="1" dirty="0"/>
              <a:t>long</a:t>
            </a:r>
            <a:r>
              <a:rPr lang="en-US" dirty="0"/>
              <a:t>, the other is converted into </a:t>
            </a:r>
            <a:r>
              <a:rPr lang="en-US" i="1" dirty="0">
                <a:solidFill>
                  <a:srgbClr val="FF0000"/>
                </a:solidFill>
              </a:rPr>
              <a:t>long</a:t>
            </a:r>
            <a:r>
              <a:rPr lang="en-US" dirty="0"/>
              <a:t>.</a:t>
            </a:r>
          </a:p>
          <a:p>
            <a:pPr lvl="1"/>
            <a:r>
              <a:rPr lang="en-US" dirty="0"/>
              <a:t>Otherwise, both operands are converted into </a:t>
            </a:r>
            <a:r>
              <a:rPr lang="en-US" i="1" dirty="0">
                <a:solidFill>
                  <a:srgbClr val="FF0000"/>
                </a:solidFill>
              </a:rPr>
              <a:t>int</a:t>
            </a:r>
            <a:r>
              <a:rPr lang="en-US" dirty="0"/>
              <a:t>.</a:t>
            </a:r>
          </a:p>
          <a:p>
            <a:endParaRPr lang="en-US" dirty="0"/>
          </a:p>
        </p:txBody>
      </p:sp>
      <p:sp>
        <p:nvSpPr>
          <p:cNvPr id="4" name="Footer Placeholder 3">
            <a:extLst>
              <a:ext uri="{FF2B5EF4-FFF2-40B4-BE49-F238E27FC236}">
                <a16:creationId xmlns:a16="http://schemas.microsoft.com/office/drawing/2014/main" id="{FD0D8DFD-B26D-B644-5D45-46C82294CBA8}"/>
              </a:ext>
            </a:extLst>
          </p:cNvPr>
          <p:cNvSpPr>
            <a:spLocks noGrp="1"/>
          </p:cNvSpPr>
          <p:nvPr>
            <p:ph type="ftr" sz="quarter" idx="11"/>
          </p:nvPr>
        </p:nvSpPr>
        <p:spPr/>
        <p:txBody>
          <a:bodyPr/>
          <a:lstStyle/>
          <a:p>
            <a:r>
              <a:rPr lang="en-US"/>
              <a:t>Edited and Reviewed By: I. Bara' Qadomi &amp; I. Bara' Hamadah (FIT, Applied Science Private University)</a:t>
            </a:r>
          </a:p>
        </p:txBody>
      </p:sp>
    </p:spTree>
    <p:extLst>
      <p:ext uri="{BB962C8B-B14F-4D97-AF65-F5344CB8AC3E}">
        <p14:creationId xmlns:p14="http://schemas.microsoft.com/office/powerpoint/2010/main" val="1815557269"/>
      </p:ext>
    </p:extLst>
  </p:cSld>
  <p:clrMapOvr>
    <a:masterClrMapping/>
  </p:clrMapOvr>
  <p:transition spd="slow">
    <p:wipe/>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BCD4A4-6544-3561-3134-BD42491BC388}"/>
              </a:ext>
            </a:extLst>
          </p:cNvPr>
          <p:cNvSpPr>
            <a:spLocks noGrp="1"/>
          </p:cNvSpPr>
          <p:nvPr>
            <p:ph type="title"/>
          </p:nvPr>
        </p:nvSpPr>
        <p:spPr/>
        <p:txBody>
          <a:bodyPr/>
          <a:lstStyle/>
          <a:p>
            <a:r>
              <a:rPr lang="en-US" dirty="0"/>
              <a:t>Data Conversion (Up Casting)</a:t>
            </a:r>
          </a:p>
        </p:txBody>
      </p:sp>
      <p:sp>
        <p:nvSpPr>
          <p:cNvPr id="3" name="Content Placeholder 2">
            <a:extLst>
              <a:ext uri="{FF2B5EF4-FFF2-40B4-BE49-F238E27FC236}">
                <a16:creationId xmlns:a16="http://schemas.microsoft.com/office/drawing/2014/main" id="{3BE84A55-9B2F-C1A4-4211-FB2CFAC5E660}"/>
              </a:ext>
            </a:extLst>
          </p:cNvPr>
          <p:cNvSpPr>
            <a:spLocks noGrp="1"/>
          </p:cNvSpPr>
          <p:nvPr>
            <p:ph idx="1"/>
          </p:nvPr>
        </p:nvSpPr>
        <p:spPr/>
        <p:txBody>
          <a:bodyPr>
            <a:normAutofit fontScale="92500" lnSpcReduction="20000"/>
          </a:bodyPr>
          <a:lstStyle/>
          <a:p>
            <a:pPr marL="0" indent="0">
              <a:buNone/>
            </a:pPr>
            <a:r>
              <a:rPr lang="en-US" dirty="0"/>
              <a:t>Consider the following statements:</a:t>
            </a:r>
          </a:p>
          <a:p>
            <a:pPr marL="0" indent="0">
              <a:buNone/>
            </a:pPr>
            <a:r>
              <a:rPr lang="en-US" dirty="0">
                <a:latin typeface="Courier New" panose="02070309020205020404" pitchFamily="49" charset="0"/>
                <a:cs typeface="Courier New" panose="02070309020205020404" pitchFamily="49" charset="0"/>
              </a:rPr>
              <a:t>byte </a:t>
            </a:r>
            <a:r>
              <a:rPr lang="en-US" dirty="0" err="1">
                <a:latin typeface="Courier New" panose="02070309020205020404" pitchFamily="49" charset="0"/>
                <a:cs typeface="Courier New" panose="02070309020205020404" pitchFamily="49" charset="0"/>
              </a:rPr>
              <a:t>i</a:t>
            </a:r>
            <a:r>
              <a:rPr lang="en-US" dirty="0">
                <a:latin typeface="Courier New" panose="02070309020205020404" pitchFamily="49" charset="0"/>
                <a:cs typeface="Courier New" panose="02070309020205020404" pitchFamily="49" charset="0"/>
              </a:rPr>
              <a:t> = 127;</a:t>
            </a:r>
          </a:p>
          <a:p>
            <a:pPr marL="0" indent="0">
              <a:buNone/>
            </a:pPr>
            <a:r>
              <a:rPr lang="en-US" dirty="0" err="1">
                <a:latin typeface="Courier New" panose="02070309020205020404" pitchFamily="49" charset="0"/>
                <a:cs typeface="Courier New" panose="02070309020205020404" pitchFamily="49" charset="0"/>
              </a:rPr>
              <a:t>System.out.println</a:t>
            </a:r>
            <a:r>
              <a:rPr lang="en-US" dirty="0">
                <a:latin typeface="Courier New" panose="02070309020205020404" pitchFamily="49" charset="0"/>
                <a:cs typeface="Courier New" panose="02070309020205020404" pitchFamily="49" charset="0"/>
              </a:rPr>
              <a:t>("</a:t>
            </a:r>
            <a:r>
              <a:rPr lang="en-US" dirty="0" err="1">
                <a:latin typeface="Courier New" panose="02070309020205020404" pitchFamily="49" charset="0"/>
                <a:cs typeface="Courier New" panose="02070309020205020404" pitchFamily="49" charset="0"/>
              </a:rPr>
              <a:t>i</a:t>
            </a:r>
            <a:r>
              <a:rPr lang="en-US" dirty="0">
                <a:latin typeface="Courier New" panose="02070309020205020404" pitchFamily="49" charset="0"/>
                <a:cs typeface="Courier New" panose="02070309020205020404" pitchFamily="49" charset="0"/>
              </a:rPr>
              <a:t> = " + </a:t>
            </a:r>
            <a:r>
              <a:rPr lang="en-US" dirty="0" err="1">
                <a:latin typeface="Courier New" panose="02070309020205020404" pitchFamily="49" charset="0"/>
                <a:cs typeface="Courier New" panose="02070309020205020404" pitchFamily="49" charset="0"/>
              </a:rPr>
              <a:t>i</a:t>
            </a:r>
            <a:r>
              <a:rPr lang="en-US" dirty="0">
                <a:latin typeface="Courier New" panose="02070309020205020404" pitchFamily="49" charset="0"/>
                <a:cs typeface="Courier New" panose="02070309020205020404" pitchFamily="49" charset="0"/>
              </a:rPr>
              <a:t>); // </a:t>
            </a:r>
            <a:r>
              <a:rPr lang="en-US" dirty="0" err="1">
                <a:latin typeface="Courier New" panose="02070309020205020404" pitchFamily="49" charset="0"/>
                <a:cs typeface="Courier New" panose="02070309020205020404" pitchFamily="49" charset="0"/>
              </a:rPr>
              <a:t>i</a:t>
            </a:r>
            <a:r>
              <a:rPr lang="en-US" dirty="0">
                <a:latin typeface="Courier New" panose="02070309020205020404" pitchFamily="49" charset="0"/>
                <a:cs typeface="Courier New" panose="02070309020205020404" pitchFamily="49" charset="0"/>
              </a:rPr>
              <a:t> = 127</a:t>
            </a:r>
          </a:p>
          <a:p>
            <a:pPr marL="0" indent="0">
              <a:buNone/>
            </a:pPr>
            <a:r>
              <a:rPr lang="en-US" dirty="0">
                <a:latin typeface="Courier New" panose="02070309020205020404" pitchFamily="49" charset="0"/>
                <a:cs typeface="Courier New" panose="02070309020205020404" pitchFamily="49" charset="0"/>
              </a:rPr>
              <a:t>double d = </a:t>
            </a:r>
            <a:r>
              <a:rPr lang="en-US" dirty="0" err="1">
                <a:latin typeface="Courier New" panose="02070309020205020404" pitchFamily="49" charset="0"/>
                <a:cs typeface="Courier New" panose="02070309020205020404" pitchFamily="49" charset="0"/>
              </a:rPr>
              <a:t>i</a:t>
            </a:r>
            <a:r>
              <a:rPr lang="en-US" dirty="0">
                <a:latin typeface="Courier New" panose="02070309020205020404" pitchFamily="49" charset="0"/>
                <a:cs typeface="Courier New" panose="02070309020205020404" pitchFamily="49" charset="0"/>
              </a:rPr>
              <a:t> * 3.1;</a:t>
            </a:r>
          </a:p>
          <a:p>
            <a:pPr marL="0" indent="0">
              <a:buNone/>
            </a:pPr>
            <a:r>
              <a:rPr lang="en-US" dirty="0" err="1">
                <a:latin typeface="Courier New" panose="02070309020205020404" pitchFamily="49" charset="0"/>
                <a:cs typeface="Courier New" panose="02070309020205020404" pitchFamily="49" charset="0"/>
              </a:rPr>
              <a:t>System.out.println</a:t>
            </a:r>
            <a:r>
              <a:rPr lang="en-US" dirty="0">
                <a:latin typeface="Courier New" panose="02070309020205020404" pitchFamily="49" charset="0"/>
                <a:cs typeface="Courier New" panose="02070309020205020404" pitchFamily="49" charset="0"/>
              </a:rPr>
              <a:t>("d = " + d); // d = 393.7</a:t>
            </a:r>
          </a:p>
          <a:p>
            <a:pPr marL="0" indent="0">
              <a:buNone/>
            </a:pPr>
            <a:r>
              <a:rPr lang="en-US" dirty="0">
                <a:latin typeface="Courier New" panose="02070309020205020404" pitchFamily="49" charset="0"/>
                <a:cs typeface="Courier New" panose="02070309020205020404" pitchFamily="49" charset="0"/>
              </a:rPr>
              <a:t>float a = </a:t>
            </a:r>
            <a:r>
              <a:rPr lang="en-US" dirty="0" err="1">
                <a:latin typeface="Courier New" panose="02070309020205020404" pitchFamily="49" charset="0"/>
                <a:cs typeface="Courier New" panose="02070309020205020404" pitchFamily="49" charset="0"/>
              </a:rPr>
              <a:t>i</a:t>
            </a:r>
            <a:r>
              <a:rPr lang="en-US" dirty="0">
                <a:latin typeface="Courier New" panose="02070309020205020404" pitchFamily="49" charset="0"/>
                <a:cs typeface="Courier New" panose="02070309020205020404" pitchFamily="49" charset="0"/>
              </a:rPr>
              <a:t> * 2.0F;</a:t>
            </a:r>
          </a:p>
          <a:p>
            <a:pPr marL="0" indent="0">
              <a:buNone/>
            </a:pPr>
            <a:r>
              <a:rPr lang="en-US" dirty="0" err="1">
                <a:latin typeface="Courier New" panose="02070309020205020404" pitchFamily="49" charset="0"/>
                <a:cs typeface="Courier New" panose="02070309020205020404" pitchFamily="49" charset="0"/>
              </a:rPr>
              <a:t>System.out.println</a:t>
            </a:r>
            <a:r>
              <a:rPr lang="en-US" dirty="0">
                <a:latin typeface="Courier New" panose="02070309020205020404" pitchFamily="49" charset="0"/>
                <a:cs typeface="Courier New" panose="02070309020205020404" pitchFamily="49" charset="0"/>
              </a:rPr>
              <a:t>("a = " + a); // a = 254.0</a:t>
            </a:r>
          </a:p>
          <a:p>
            <a:pPr marL="0" indent="0">
              <a:buNone/>
            </a:pPr>
            <a:r>
              <a:rPr lang="en-US" dirty="0">
                <a:latin typeface="Courier New" panose="02070309020205020404" pitchFamily="49" charset="0"/>
                <a:cs typeface="Courier New" panose="02070309020205020404" pitchFamily="49" charset="0"/>
              </a:rPr>
              <a:t>long k = 5 / 2L;</a:t>
            </a:r>
          </a:p>
          <a:p>
            <a:pPr marL="0" indent="0">
              <a:buNone/>
            </a:pPr>
            <a:r>
              <a:rPr lang="en-US" dirty="0" err="1">
                <a:latin typeface="Courier New" panose="02070309020205020404" pitchFamily="49" charset="0"/>
                <a:cs typeface="Courier New" panose="02070309020205020404" pitchFamily="49" charset="0"/>
              </a:rPr>
              <a:t>System.out.println</a:t>
            </a:r>
            <a:r>
              <a:rPr lang="en-US" dirty="0">
                <a:latin typeface="Courier New" panose="02070309020205020404" pitchFamily="49" charset="0"/>
                <a:cs typeface="Courier New" panose="02070309020205020404" pitchFamily="49" charset="0"/>
              </a:rPr>
              <a:t>("k = " + k); // k = 2</a:t>
            </a:r>
          </a:p>
        </p:txBody>
      </p:sp>
      <p:sp>
        <p:nvSpPr>
          <p:cNvPr id="4" name="Footer Placeholder 3">
            <a:extLst>
              <a:ext uri="{FF2B5EF4-FFF2-40B4-BE49-F238E27FC236}">
                <a16:creationId xmlns:a16="http://schemas.microsoft.com/office/drawing/2014/main" id="{DF1DE296-83E4-CF69-1F9D-BB420D484398}"/>
              </a:ext>
            </a:extLst>
          </p:cNvPr>
          <p:cNvSpPr>
            <a:spLocks noGrp="1"/>
          </p:cNvSpPr>
          <p:nvPr>
            <p:ph type="ftr" sz="quarter" idx="11"/>
          </p:nvPr>
        </p:nvSpPr>
        <p:spPr/>
        <p:txBody>
          <a:bodyPr/>
          <a:lstStyle/>
          <a:p>
            <a:r>
              <a:rPr lang="en-US"/>
              <a:t>Edited and Reviewed By: I. Bara' Qadomi &amp; I. Bara' Hamadah (FIT, Applied Science Private University)</a:t>
            </a:r>
          </a:p>
        </p:txBody>
      </p:sp>
    </p:spTree>
    <p:extLst>
      <p:ext uri="{BB962C8B-B14F-4D97-AF65-F5344CB8AC3E}">
        <p14:creationId xmlns:p14="http://schemas.microsoft.com/office/powerpoint/2010/main" val="2469172306"/>
      </p:ext>
    </p:extLst>
  </p:cSld>
  <p:clrMapOvr>
    <a:masterClrMapping/>
  </p:clrMapOvr>
  <p:transition spd="slow">
    <p:wipe/>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DCDA07-0F13-E4B6-3E5F-254BEA551BF1}"/>
              </a:ext>
            </a:extLst>
          </p:cNvPr>
          <p:cNvSpPr>
            <a:spLocks noGrp="1"/>
          </p:cNvSpPr>
          <p:nvPr>
            <p:ph type="title"/>
          </p:nvPr>
        </p:nvSpPr>
        <p:spPr/>
        <p:txBody>
          <a:bodyPr/>
          <a:lstStyle/>
          <a:p>
            <a:r>
              <a:rPr lang="en-US" dirty="0"/>
              <a:t>Type Casting (Down Casting)</a:t>
            </a:r>
          </a:p>
        </p:txBody>
      </p:sp>
      <p:sp>
        <p:nvSpPr>
          <p:cNvPr id="3" name="Content Placeholder 2">
            <a:extLst>
              <a:ext uri="{FF2B5EF4-FFF2-40B4-BE49-F238E27FC236}">
                <a16:creationId xmlns:a16="http://schemas.microsoft.com/office/drawing/2014/main" id="{FC9B2C47-C24C-4715-FB5F-BA3E94397C2E}"/>
              </a:ext>
            </a:extLst>
          </p:cNvPr>
          <p:cNvSpPr>
            <a:spLocks noGrp="1"/>
          </p:cNvSpPr>
          <p:nvPr>
            <p:ph idx="1"/>
          </p:nvPr>
        </p:nvSpPr>
        <p:spPr/>
        <p:txBody>
          <a:bodyPr/>
          <a:lstStyle/>
          <a:p>
            <a:r>
              <a:rPr lang="en-US" dirty="0"/>
              <a:t>Two types of casting:</a:t>
            </a:r>
          </a:p>
          <a:p>
            <a:pPr lvl="1"/>
            <a:r>
              <a:rPr lang="en-US" dirty="0"/>
              <a:t>Widening Casting (automatically - Implicit casting) - converting a smaller type to a larger type size</a:t>
            </a:r>
            <a:br>
              <a:rPr lang="en-US" dirty="0"/>
            </a:br>
            <a:r>
              <a:rPr lang="en-US" i="1" dirty="0">
                <a:solidFill>
                  <a:srgbClr val="FF0000"/>
                </a:solidFill>
              </a:rPr>
              <a:t>byte -&gt; short -&gt; char -&gt; int -&gt; long -&gt; float -&gt; double</a:t>
            </a:r>
          </a:p>
          <a:p>
            <a:pPr lvl="1"/>
            <a:r>
              <a:rPr lang="en-US" dirty="0"/>
              <a:t>Narrowing Casting (manually - Explicit casting) - converting a larger type to a smaller size type</a:t>
            </a:r>
            <a:br>
              <a:rPr lang="en-US" dirty="0"/>
            </a:br>
            <a:r>
              <a:rPr lang="en-US" i="1" dirty="0">
                <a:solidFill>
                  <a:srgbClr val="FF0000"/>
                </a:solidFill>
              </a:rPr>
              <a:t>double -&gt; float -&gt; long -&gt; int -&gt; char -&gt; short -&gt; byte</a:t>
            </a:r>
          </a:p>
          <a:p>
            <a:endParaRPr lang="en-US" dirty="0"/>
          </a:p>
          <a:p>
            <a:endParaRPr lang="en-US" dirty="0"/>
          </a:p>
        </p:txBody>
      </p:sp>
      <p:sp>
        <p:nvSpPr>
          <p:cNvPr id="4" name="Footer Placeholder 3">
            <a:extLst>
              <a:ext uri="{FF2B5EF4-FFF2-40B4-BE49-F238E27FC236}">
                <a16:creationId xmlns:a16="http://schemas.microsoft.com/office/drawing/2014/main" id="{D01DC16B-A846-B15B-C016-91885D5CA8C6}"/>
              </a:ext>
            </a:extLst>
          </p:cNvPr>
          <p:cNvSpPr>
            <a:spLocks noGrp="1"/>
          </p:cNvSpPr>
          <p:nvPr>
            <p:ph type="ftr" sz="quarter" idx="11"/>
          </p:nvPr>
        </p:nvSpPr>
        <p:spPr/>
        <p:txBody>
          <a:bodyPr/>
          <a:lstStyle/>
          <a:p>
            <a:r>
              <a:rPr lang="en-US"/>
              <a:t>Edited and Reviewed By: I. Bara' Qadomi &amp; I. Bara' Hamadah (FIT, Applied Science Private University)</a:t>
            </a:r>
          </a:p>
        </p:txBody>
      </p:sp>
    </p:spTree>
    <p:extLst>
      <p:ext uri="{BB962C8B-B14F-4D97-AF65-F5344CB8AC3E}">
        <p14:creationId xmlns:p14="http://schemas.microsoft.com/office/powerpoint/2010/main" val="1607837966"/>
      </p:ext>
    </p:extLst>
  </p:cSld>
  <p:clrMapOvr>
    <a:masterClrMapping/>
  </p:clrMapOvr>
  <p:transition spd="slow">
    <p:wipe/>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826424-E6C6-D06E-A9C2-747BC85FFEB3}"/>
              </a:ext>
            </a:extLst>
          </p:cNvPr>
          <p:cNvSpPr>
            <a:spLocks noGrp="1"/>
          </p:cNvSpPr>
          <p:nvPr>
            <p:ph type="title"/>
          </p:nvPr>
        </p:nvSpPr>
        <p:spPr/>
        <p:txBody>
          <a:bodyPr/>
          <a:lstStyle/>
          <a:p>
            <a:r>
              <a:rPr lang="en-US" dirty="0"/>
              <a:t>Type Casting (Down Casting)</a:t>
            </a:r>
          </a:p>
        </p:txBody>
      </p:sp>
      <p:pic>
        <p:nvPicPr>
          <p:cNvPr id="6" name="Content Placeholder 5" descr="A computer code with text">
            <a:extLst>
              <a:ext uri="{FF2B5EF4-FFF2-40B4-BE49-F238E27FC236}">
                <a16:creationId xmlns:a16="http://schemas.microsoft.com/office/drawing/2014/main" id="{F7116C73-98F2-1990-A3A5-8E047DFBD003}"/>
              </a:ext>
            </a:extLst>
          </p:cNvPr>
          <p:cNvPicPr>
            <a:picLocks noGrp="1" noChangeAspect="1"/>
          </p:cNvPicPr>
          <p:nvPr>
            <p:ph idx="1"/>
          </p:nvPr>
        </p:nvPicPr>
        <p:blipFill>
          <a:blip r:embed="rId2"/>
          <a:stretch>
            <a:fillRect/>
          </a:stretch>
        </p:blipFill>
        <p:spPr>
          <a:xfrm>
            <a:off x="1300899" y="2244091"/>
            <a:ext cx="10058400" cy="2876550"/>
          </a:xfrm>
        </p:spPr>
      </p:pic>
      <p:sp>
        <p:nvSpPr>
          <p:cNvPr id="4" name="Footer Placeholder 3">
            <a:extLst>
              <a:ext uri="{FF2B5EF4-FFF2-40B4-BE49-F238E27FC236}">
                <a16:creationId xmlns:a16="http://schemas.microsoft.com/office/drawing/2014/main" id="{987D0748-E6B6-BB42-CC7B-77E18B995BA8}"/>
              </a:ext>
            </a:extLst>
          </p:cNvPr>
          <p:cNvSpPr>
            <a:spLocks noGrp="1"/>
          </p:cNvSpPr>
          <p:nvPr>
            <p:ph type="ftr" sz="quarter" idx="11"/>
          </p:nvPr>
        </p:nvSpPr>
        <p:spPr/>
        <p:txBody>
          <a:bodyPr/>
          <a:lstStyle/>
          <a:p>
            <a:r>
              <a:rPr lang="en-US"/>
              <a:t>Edited and Reviewed By: I. Bara' Qadomi &amp; I. Bara' Hamadah (FIT, Applied Science Private University)</a:t>
            </a:r>
          </a:p>
        </p:txBody>
      </p:sp>
    </p:spTree>
    <p:extLst>
      <p:ext uri="{BB962C8B-B14F-4D97-AF65-F5344CB8AC3E}">
        <p14:creationId xmlns:p14="http://schemas.microsoft.com/office/powerpoint/2010/main" val="639376944"/>
      </p:ext>
    </p:extLst>
  </p:cSld>
  <p:clrMapOvr>
    <a:masterClrMapping/>
  </p:clrMapOvr>
  <p:transition spd="slow">
    <p:wipe/>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FF810E-DAB6-C727-0831-8562714EA84F}"/>
              </a:ext>
            </a:extLst>
          </p:cNvPr>
          <p:cNvSpPr>
            <a:spLocks noGrp="1"/>
          </p:cNvSpPr>
          <p:nvPr>
            <p:ph type="title"/>
          </p:nvPr>
        </p:nvSpPr>
        <p:spPr/>
        <p:txBody>
          <a:bodyPr/>
          <a:lstStyle/>
          <a:p>
            <a:r>
              <a:rPr lang="en-US" dirty="0"/>
              <a:t>Casting in an Augmented Expression</a:t>
            </a:r>
          </a:p>
        </p:txBody>
      </p:sp>
      <p:sp>
        <p:nvSpPr>
          <p:cNvPr id="3" name="Content Placeholder 2">
            <a:extLst>
              <a:ext uri="{FF2B5EF4-FFF2-40B4-BE49-F238E27FC236}">
                <a16:creationId xmlns:a16="http://schemas.microsoft.com/office/drawing/2014/main" id="{75B6575B-EC84-D639-AA86-5D595BFC5468}"/>
              </a:ext>
            </a:extLst>
          </p:cNvPr>
          <p:cNvSpPr>
            <a:spLocks noGrp="1"/>
          </p:cNvSpPr>
          <p:nvPr>
            <p:ph idx="1"/>
          </p:nvPr>
        </p:nvSpPr>
        <p:spPr/>
        <p:txBody>
          <a:bodyPr/>
          <a:lstStyle/>
          <a:p>
            <a:r>
              <a:rPr lang="en-US" dirty="0"/>
              <a:t>In Java, an augmented expression of the form </a:t>
            </a:r>
            <a:r>
              <a:rPr lang="en-US" b="1" dirty="0"/>
              <a:t>x1 op= x2</a:t>
            </a:r>
            <a:r>
              <a:rPr lang="en-US" dirty="0"/>
              <a:t> is implemented as </a:t>
            </a:r>
            <a:br>
              <a:rPr lang="en-US" dirty="0"/>
            </a:br>
            <a:r>
              <a:rPr lang="en-US" b="1" dirty="0"/>
              <a:t>x1 = (T)(x1 op x2)</a:t>
            </a:r>
            <a:r>
              <a:rPr lang="en-US" dirty="0"/>
              <a:t>, where </a:t>
            </a:r>
            <a:r>
              <a:rPr lang="en-US" b="1" dirty="0"/>
              <a:t>T</a:t>
            </a:r>
            <a:r>
              <a:rPr lang="en-US" dirty="0"/>
              <a:t> is the type for </a:t>
            </a:r>
            <a:r>
              <a:rPr lang="en-US" b="1" dirty="0"/>
              <a:t>x1</a:t>
            </a:r>
            <a:r>
              <a:rPr lang="en-US" dirty="0"/>
              <a:t>. </a:t>
            </a:r>
          </a:p>
          <a:p>
            <a:r>
              <a:rPr lang="en-US" dirty="0"/>
              <a:t>Therefore, the following code is correct.</a:t>
            </a:r>
          </a:p>
          <a:p>
            <a:r>
              <a:rPr lang="en-US" b="1" dirty="0"/>
              <a:t>int sum = 0;</a:t>
            </a:r>
          </a:p>
          <a:p>
            <a:r>
              <a:rPr lang="en-US" b="1" dirty="0"/>
              <a:t>sum += 4.5</a:t>
            </a:r>
            <a:r>
              <a:rPr lang="en-US" dirty="0"/>
              <a:t>; // </a:t>
            </a:r>
            <a:r>
              <a:rPr lang="en-US" dirty="0">
                <a:solidFill>
                  <a:srgbClr val="FF0000"/>
                </a:solidFill>
              </a:rPr>
              <a:t>sum becomes 4 </a:t>
            </a:r>
            <a:r>
              <a:rPr lang="en-US" dirty="0"/>
              <a:t>after this statement</a:t>
            </a:r>
          </a:p>
          <a:p>
            <a:r>
              <a:rPr lang="en-US" b="1" dirty="0"/>
              <a:t>sum += 4.5</a:t>
            </a:r>
            <a:r>
              <a:rPr lang="en-US" dirty="0"/>
              <a:t> is equivalent to </a:t>
            </a:r>
            <a:r>
              <a:rPr lang="en-US" b="1" dirty="0"/>
              <a:t>sum = (int)(sum + 4.5). </a:t>
            </a:r>
          </a:p>
          <a:p>
            <a:endParaRPr lang="en-US" dirty="0"/>
          </a:p>
        </p:txBody>
      </p:sp>
      <p:sp>
        <p:nvSpPr>
          <p:cNvPr id="4" name="Footer Placeholder 3">
            <a:extLst>
              <a:ext uri="{FF2B5EF4-FFF2-40B4-BE49-F238E27FC236}">
                <a16:creationId xmlns:a16="http://schemas.microsoft.com/office/drawing/2014/main" id="{E35EAD22-B9DD-A4AE-8E6B-CFCA86CBCC73}"/>
              </a:ext>
            </a:extLst>
          </p:cNvPr>
          <p:cNvSpPr>
            <a:spLocks noGrp="1"/>
          </p:cNvSpPr>
          <p:nvPr>
            <p:ph type="ftr" sz="quarter" idx="11"/>
          </p:nvPr>
        </p:nvSpPr>
        <p:spPr/>
        <p:txBody>
          <a:bodyPr/>
          <a:lstStyle/>
          <a:p>
            <a:r>
              <a:rPr lang="en-US"/>
              <a:t>Edited and Reviewed By: I. Bara' Qadomi &amp; I. Bara' Hamadah (FIT, Applied Science Private University)</a:t>
            </a:r>
          </a:p>
        </p:txBody>
      </p:sp>
    </p:spTree>
    <p:extLst>
      <p:ext uri="{BB962C8B-B14F-4D97-AF65-F5344CB8AC3E}">
        <p14:creationId xmlns:p14="http://schemas.microsoft.com/office/powerpoint/2010/main" val="929242391"/>
      </p:ext>
    </p:extLst>
  </p:cSld>
  <p:clrMapOvr>
    <a:masterClrMapping/>
  </p:clrMapOvr>
  <p:transition spd="slow">
    <p:wipe/>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CD6EEE-9E12-B0B8-4ECB-D14011894AA7}"/>
              </a:ext>
            </a:extLst>
          </p:cNvPr>
          <p:cNvSpPr>
            <a:spLocks noGrp="1"/>
          </p:cNvSpPr>
          <p:nvPr>
            <p:ph type="title"/>
          </p:nvPr>
        </p:nvSpPr>
        <p:spPr/>
        <p:txBody>
          <a:bodyPr/>
          <a:lstStyle/>
          <a:p>
            <a:r>
              <a:rPr lang="en-US" dirty="0"/>
              <a:t>Parsing Numeric String</a:t>
            </a:r>
          </a:p>
        </p:txBody>
      </p:sp>
      <p:sp>
        <p:nvSpPr>
          <p:cNvPr id="3" name="Content Placeholder 2">
            <a:extLst>
              <a:ext uri="{FF2B5EF4-FFF2-40B4-BE49-F238E27FC236}">
                <a16:creationId xmlns:a16="http://schemas.microsoft.com/office/drawing/2014/main" id="{1A14CF46-D66C-CC33-4BD9-5103583A2B60}"/>
              </a:ext>
            </a:extLst>
          </p:cNvPr>
          <p:cNvSpPr>
            <a:spLocks noGrp="1"/>
          </p:cNvSpPr>
          <p:nvPr>
            <p:ph idx="1"/>
          </p:nvPr>
        </p:nvSpPr>
        <p:spPr/>
        <p:txBody>
          <a:bodyPr/>
          <a:lstStyle/>
          <a:p>
            <a:r>
              <a:rPr lang="en-US" dirty="0"/>
              <a:t>A string consisting of only integers or decimal numbers is called a </a:t>
            </a:r>
            <a:r>
              <a:rPr lang="en-US" b="1" dirty="0"/>
              <a:t>numeric string</a:t>
            </a:r>
          </a:p>
          <a:p>
            <a:pPr lvl="1"/>
            <a:r>
              <a:rPr lang="en-US" dirty="0"/>
              <a:t>To convert a </a:t>
            </a:r>
            <a:r>
              <a:rPr lang="en-US" b="1" i="1" dirty="0"/>
              <a:t>String</a:t>
            </a:r>
            <a:r>
              <a:rPr lang="en-US" dirty="0"/>
              <a:t> consisting of an </a:t>
            </a:r>
            <a:r>
              <a:rPr lang="en-US" b="1" dirty="0"/>
              <a:t>integer</a:t>
            </a:r>
            <a:r>
              <a:rPr lang="en-US" dirty="0"/>
              <a:t> </a:t>
            </a:r>
            <a:r>
              <a:rPr lang="en-US" b="1" dirty="0"/>
              <a:t>to a value of the type </a:t>
            </a:r>
            <a:r>
              <a:rPr lang="en-US" b="1" i="1" dirty="0"/>
              <a:t>int</a:t>
            </a:r>
            <a:r>
              <a:rPr lang="en-US" dirty="0"/>
              <a:t>, we use the following expression:</a:t>
            </a:r>
          </a:p>
          <a:p>
            <a:pPr lvl="1"/>
            <a:r>
              <a:rPr lang="en-US" dirty="0" err="1"/>
              <a:t>Integer.parseInt</a:t>
            </a:r>
            <a:r>
              <a:rPr lang="en-US" dirty="0"/>
              <a:t>(</a:t>
            </a:r>
            <a:r>
              <a:rPr lang="en-US" dirty="0" err="1"/>
              <a:t>strExpression</a:t>
            </a:r>
            <a:r>
              <a:rPr lang="en-US" dirty="0"/>
              <a:t>)</a:t>
            </a:r>
          </a:p>
          <a:p>
            <a:pPr lvl="2"/>
            <a:r>
              <a:rPr lang="en-US" dirty="0" err="1"/>
              <a:t>Integer.parseInt</a:t>
            </a:r>
            <a:r>
              <a:rPr lang="en-US" dirty="0"/>
              <a:t>("6723") = 6723</a:t>
            </a:r>
          </a:p>
          <a:p>
            <a:pPr lvl="2"/>
            <a:r>
              <a:rPr lang="en-US" dirty="0" err="1"/>
              <a:t>Integer.parseInt</a:t>
            </a:r>
            <a:r>
              <a:rPr lang="en-US" dirty="0"/>
              <a:t>("-823") = -823</a:t>
            </a:r>
          </a:p>
          <a:p>
            <a:endParaRPr lang="en-US" dirty="0"/>
          </a:p>
        </p:txBody>
      </p:sp>
      <p:sp>
        <p:nvSpPr>
          <p:cNvPr id="4" name="Footer Placeholder 3">
            <a:extLst>
              <a:ext uri="{FF2B5EF4-FFF2-40B4-BE49-F238E27FC236}">
                <a16:creationId xmlns:a16="http://schemas.microsoft.com/office/drawing/2014/main" id="{7B248975-8F59-2997-A06C-F9E9B91190FE}"/>
              </a:ext>
            </a:extLst>
          </p:cNvPr>
          <p:cNvSpPr>
            <a:spLocks noGrp="1"/>
          </p:cNvSpPr>
          <p:nvPr>
            <p:ph type="ftr" sz="quarter" idx="11"/>
          </p:nvPr>
        </p:nvSpPr>
        <p:spPr/>
        <p:txBody>
          <a:bodyPr/>
          <a:lstStyle/>
          <a:p>
            <a:r>
              <a:rPr lang="en-US"/>
              <a:t>Edited and Reviewed By: I. Bara' Qadomi &amp; I. Bara' Hamadah (FIT, Applied Science Private University)</a:t>
            </a:r>
          </a:p>
        </p:txBody>
      </p:sp>
    </p:spTree>
    <p:extLst>
      <p:ext uri="{BB962C8B-B14F-4D97-AF65-F5344CB8AC3E}">
        <p14:creationId xmlns:p14="http://schemas.microsoft.com/office/powerpoint/2010/main" val="745165915"/>
      </p:ext>
    </p:extLst>
  </p:cSld>
  <p:clrMapOvr>
    <a:masterClrMapping/>
  </p:clrMapOvr>
  <p:transition spd="slow">
    <p:wipe/>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0C14E7-87D3-F89E-8FD4-F63BBF93E493}"/>
              </a:ext>
            </a:extLst>
          </p:cNvPr>
          <p:cNvSpPr>
            <a:spLocks noGrp="1"/>
          </p:cNvSpPr>
          <p:nvPr>
            <p:ph type="title"/>
          </p:nvPr>
        </p:nvSpPr>
        <p:spPr/>
        <p:txBody>
          <a:bodyPr/>
          <a:lstStyle/>
          <a:p>
            <a:r>
              <a:rPr lang="en-US" dirty="0"/>
              <a:t>Parsing Numeric String</a:t>
            </a:r>
          </a:p>
        </p:txBody>
      </p:sp>
      <p:sp>
        <p:nvSpPr>
          <p:cNvPr id="3" name="Content Placeholder 2">
            <a:extLst>
              <a:ext uri="{FF2B5EF4-FFF2-40B4-BE49-F238E27FC236}">
                <a16:creationId xmlns:a16="http://schemas.microsoft.com/office/drawing/2014/main" id="{1C1E64C7-D450-877B-8D22-F9D169A1E53C}"/>
              </a:ext>
            </a:extLst>
          </p:cNvPr>
          <p:cNvSpPr>
            <a:spLocks noGrp="1"/>
          </p:cNvSpPr>
          <p:nvPr>
            <p:ph idx="1"/>
          </p:nvPr>
        </p:nvSpPr>
        <p:spPr/>
        <p:txBody>
          <a:bodyPr>
            <a:normAutofit/>
          </a:bodyPr>
          <a:lstStyle/>
          <a:p>
            <a:r>
              <a:rPr lang="en-US" dirty="0"/>
              <a:t>To convert a string consisting of a decimal number to a value of the type float or double type, we use the following expressions:</a:t>
            </a:r>
          </a:p>
          <a:p>
            <a:pPr lvl="1"/>
            <a:r>
              <a:rPr lang="en-US" dirty="0" err="1"/>
              <a:t>Float.parseFloat</a:t>
            </a:r>
            <a:r>
              <a:rPr lang="en-US" dirty="0"/>
              <a:t>(</a:t>
            </a:r>
            <a:r>
              <a:rPr lang="en-US" dirty="0" err="1"/>
              <a:t>strExpression</a:t>
            </a:r>
            <a:r>
              <a:rPr lang="en-US" dirty="0"/>
              <a:t>)</a:t>
            </a:r>
          </a:p>
          <a:p>
            <a:pPr lvl="1"/>
            <a:r>
              <a:rPr lang="en-US" dirty="0" err="1"/>
              <a:t>Double.parseDouble</a:t>
            </a:r>
            <a:r>
              <a:rPr lang="en-US" dirty="0"/>
              <a:t>(</a:t>
            </a:r>
            <a:r>
              <a:rPr lang="en-US" dirty="0" err="1"/>
              <a:t>strExpression</a:t>
            </a:r>
            <a:r>
              <a:rPr lang="en-US" dirty="0"/>
              <a:t>)</a:t>
            </a:r>
          </a:p>
          <a:p>
            <a:pPr marL="1242900" lvl="2" indent="-342900"/>
            <a:r>
              <a:rPr lang="en-US" dirty="0" err="1"/>
              <a:t>Float.parseFloat</a:t>
            </a:r>
            <a:r>
              <a:rPr lang="en-US" dirty="0"/>
              <a:t>("34.56") = 34.56</a:t>
            </a:r>
          </a:p>
          <a:p>
            <a:pPr marL="1242900" lvl="2" indent="-342900"/>
            <a:r>
              <a:rPr lang="en-US" dirty="0" err="1"/>
              <a:t>Float.parseFloat</a:t>
            </a:r>
            <a:r>
              <a:rPr lang="en-US" dirty="0"/>
              <a:t>("-542.97") = -542.97</a:t>
            </a:r>
          </a:p>
          <a:p>
            <a:pPr marL="1242900" lvl="2" indent="-342900"/>
            <a:r>
              <a:rPr lang="en-US" dirty="0" err="1"/>
              <a:t>Double.parseDouble</a:t>
            </a:r>
            <a:r>
              <a:rPr lang="en-US" dirty="0"/>
              <a:t>("345.78") = 345.78</a:t>
            </a:r>
          </a:p>
          <a:p>
            <a:pPr marL="1242900" lvl="2" indent="-342900"/>
            <a:r>
              <a:rPr lang="en-US" dirty="0" err="1"/>
              <a:t>Double.parseDouble</a:t>
            </a:r>
            <a:r>
              <a:rPr lang="en-US" dirty="0"/>
              <a:t>("-782.873") = -782.873</a:t>
            </a:r>
          </a:p>
          <a:p>
            <a:endParaRPr lang="en-US" dirty="0"/>
          </a:p>
          <a:p>
            <a:endParaRPr lang="en-US" dirty="0"/>
          </a:p>
          <a:p>
            <a:endParaRPr lang="en-US" dirty="0"/>
          </a:p>
        </p:txBody>
      </p:sp>
      <p:sp>
        <p:nvSpPr>
          <p:cNvPr id="4" name="Footer Placeholder 3">
            <a:extLst>
              <a:ext uri="{FF2B5EF4-FFF2-40B4-BE49-F238E27FC236}">
                <a16:creationId xmlns:a16="http://schemas.microsoft.com/office/drawing/2014/main" id="{55FE15FB-6675-1EAB-A47D-8E5119FB2A17}"/>
              </a:ext>
            </a:extLst>
          </p:cNvPr>
          <p:cNvSpPr>
            <a:spLocks noGrp="1"/>
          </p:cNvSpPr>
          <p:nvPr>
            <p:ph type="ftr" sz="quarter" idx="11"/>
          </p:nvPr>
        </p:nvSpPr>
        <p:spPr/>
        <p:txBody>
          <a:bodyPr/>
          <a:lstStyle/>
          <a:p>
            <a:r>
              <a:rPr lang="en-US"/>
              <a:t>Edited and Reviewed By: I. Bara' Qadomi &amp; I. Bara' Hamadah (FIT, Applied Science Private University)</a:t>
            </a:r>
          </a:p>
        </p:txBody>
      </p:sp>
    </p:spTree>
    <p:extLst>
      <p:ext uri="{BB962C8B-B14F-4D97-AF65-F5344CB8AC3E}">
        <p14:creationId xmlns:p14="http://schemas.microsoft.com/office/powerpoint/2010/main" val="2912064553"/>
      </p:ext>
    </p:extLst>
  </p:cSld>
  <p:clrMapOvr>
    <a:masterClrMapping/>
  </p:clrMapOvr>
  <p:transition spd="slow">
    <p:wipe/>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7E5B45-8D88-ED12-F886-5CB527D7BEF3}"/>
              </a:ext>
            </a:extLst>
          </p:cNvPr>
          <p:cNvSpPr>
            <a:spLocks noGrp="1"/>
          </p:cNvSpPr>
          <p:nvPr>
            <p:ph type="title"/>
          </p:nvPr>
        </p:nvSpPr>
        <p:spPr>
          <a:xfrm>
            <a:off x="348791" y="286603"/>
            <a:ext cx="11481847" cy="1450757"/>
          </a:xfrm>
        </p:spPr>
        <p:txBody>
          <a:bodyPr/>
          <a:lstStyle/>
          <a:p>
            <a:r>
              <a:rPr lang="en-US" dirty="0"/>
              <a:t>References </a:t>
            </a:r>
          </a:p>
        </p:txBody>
      </p:sp>
      <p:sp>
        <p:nvSpPr>
          <p:cNvPr id="3" name="Content Placeholder 2">
            <a:extLst>
              <a:ext uri="{FF2B5EF4-FFF2-40B4-BE49-F238E27FC236}">
                <a16:creationId xmlns:a16="http://schemas.microsoft.com/office/drawing/2014/main" id="{0C2E1710-1895-E34B-968E-9A6498584B1B}"/>
              </a:ext>
            </a:extLst>
          </p:cNvPr>
          <p:cNvSpPr>
            <a:spLocks noGrp="1"/>
          </p:cNvSpPr>
          <p:nvPr>
            <p:ph idx="1"/>
          </p:nvPr>
        </p:nvSpPr>
        <p:spPr>
          <a:xfrm>
            <a:off x="348791" y="1845734"/>
            <a:ext cx="11481847" cy="4023360"/>
          </a:xfrm>
        </p:spPr>
        <p:txBody>
          <a:bodyPr/>
          <a:lstStyle/>
          <a:p>
            <a:r>
              <a:rPr lang="en-US" dirty="0"/>
              <a:t>Introduction to Java Programming, Comprehensive Version, Student Value Edition, Daniel Liang, 12th Edition, Pearson 2019.</a:t>
            </a:r>
          </a:p>
          <a:p>
            <a:r>
              <a:rPr lang="en-US" dirty="0"/>
              <a:t>lecture Notes: edugate.asu.edu.jo.</a:t>
            </a:r>
          </a:p>
          <a:p>
            <a:r>
              <a:rPr lang="en-US" dirty="0"/>
              <a:t>lecture  Videos: YouTube channel.</a:t>
            </a:r>
          </a:p>
          <a:p>
            <a:r>
              <a:rPr lang="en-US" dirty="0"/>
              <a:t>Lab </a:t>
            </a:r>
            <a:r>
              <a:rPr lang="en-US"/>
              <a:t>manual 1, 2.</a:t>
            </a:r>
            <a:endParaRPr lang="en-US" dirty="0"/>
          </a:p>
        </p:txBody>
      </p:sp>
      <p:sp>
        <p:nvSpPr>
          <p:cNvPr id="4" name="Footer Placeholder 3">
            <a:extLst>
              <a:ext uri="{FF2B5EF4-FFF2-40B4-BE49-F238E27FC236}">
                <a16:creationId xmlns:a16="http://schemas.microsoft.com/office/drawing/2014/main" id="{F1ABFEEA-242B-BEC5-43A2-472024EB147C}"/>
              </a:ext>
            </a:extLst>
          </p:cNvPr>
          <p:cNvSpPr>
            <a:spLocks noGrp="1"/>
          </p:cNvSpPr>
          <p:nvPr>
            <p:ph type="ftr" sz="quarter" idx="11"/>
          </p:nvPr>
        </p:nvSpPr>
        <p:spPr>
          <a:xfrm>
            <a:off x="2846895" y="6459785"/>
            <a:ext cx="6966408" cy="365125"/>
          </a:xfrm>
        </p:spPr>
        <p:txBody>
          <a:bodyPr/>
          <a:lstStyle/>
          <a:p>
            <a:r>
              <a:rPr lang="en-US"/>
              <a:t>Edited and Reviewed By: I. Bara' Qadomi &amp; I. Bara' Hamadah (FIT, Applied Science Private University)</a:t>
            </a:r>
          </a:p>
        </p:txBody>
      </p:sp>
    </p:spTree>
    <p:extLst>
      <p:ext uri="{BB962C8B-B14F-4D97-AF65-F5344CB8AC3E}">
        <p14:creationId xmlns:p14="http://schemas.microsoft.com/office/powerpoint/2010/main" val="3545318064"/>
      </p:ext>
    </p:extLst>
  </p:cSld>
  <p:clrMapOvr>
    <a:masterClrMapping/>
  </p:clrMapOvr>
  <p:transition spd="slow">
    <p:wipe/>
  </p:transition>
</p:sld>
</file>

<file path=ppt/theme/theme1.xml><?xml version="1.0" encoding="utf-8"?>
<a:theme xmlns:a="http://schemas.openxmlformats.org/drawingml/2006/main" name="Retrospect">
  <a:themeElements>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low Edge">
      <a:fillStyleLst>
        <a:solidFill>
          <a:schemeClr val="phClr"/>
        </a:solidFill>
        <a:solidFill>
          <a:schemeClr val="phClr">
            <a:tint val="55000"/>
          </a:schemeClr>
        </a:solidFill>
        <a:solidFill>
          <a:schemeClr val="phClr"/>
        </a:soli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outerShdw blurRad="50800" dist="25400" algn="bl" rotWithShape="0">
              <a:srgbClr val="000000">
                <a:alpha val="60000"/>
              </a:srgbClr>
            </a:outerShdw>
          </a:effectLst>
        </a:effectStyle>
        <a:effectStyle>
          <a:effectLst/>
          <a:scene3d>
            <a:camera prst="orthographicFront">
              <a:rot lat="0" lon="0" rev="0"/>
            </a:camera>
            <a:lightRig rig="brightRoom" dir="tl">
              <a:rot lat="0" lon="0" rev="1800000"/>
            </a:lightRig>
          </a:scene3d>
          <a:sp3d contourW="10160" prstMaterial="dkEdge">
            <a:bevelT w="38100" h="50800" prst="angle"/>
            <a:contourClr>
              <a:schemeClr val="phClr">
                <a:shade val="40000"/>
                <a:satMod val="150000"/>
              </a:schemeClr>
            </a:contourClr>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9CC26709-368C-4D72-9060-94E5B3FF3CD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8692FF6E27440F4A9616568541A8C2D3" ma:contentTypeVersion="6" ma:contentTypeDescription="Create a new document." ma:contentTypeScope="" ma:versionID="e3fbfd782b729c2ea75271ecc6381aad">
  <xsd:schema xmlns:xsd="http://www.w3.org/2001/XMLSchema" xmlns:xs="http://www.w3.org/2001/XMLSchema" xmlns:p="http://schemas.microsoft.com/office/2006/metadata/properties" xmlns:ns2="60b65d92-b9ba-4fda-a6d4-fc80fee45f1e" xmlns:ns3="31c5b7b8-1c06-40e5-9112-5d0b2cb3e63a" targetNamespace="http://schemas.microsoft.com/office/2006/metadata/properties" ma:root="true" ma:fieldsID="27c10afda9c9eed6cc1dc44218ee2e2d" ns2:_="" ns3:_="">
    <xsd:import namespace="60b65d92-b9ba-4fda-a6d4-fc80fee45f1e"/>
    <xsd:import namespace="31c5b7b8-1c06-40e5-9112-5d0b2cb3e63a"/>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3:SharedWithUsers" minOccurs="0"/>
                <xsd:element ref="ns3: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0b65d92-b9ba-4fda-a6d4-fc80fee45f1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31c5b7b8-1c06-40e5-9112-5d0b2cb3e63a"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7AD21629-8556-4260-8D0A-66F958DBEB56}">
  <ds:schemaRefs>
    <ds:schemaRef ds:uri="http://schemas.microsoft.com/sharepoint/v3/contenttype/forms"/>
  </ds:schemaRefs>
</ds:datastoreItem>
</file>

<file path=customXml/itemProps2.xml><?xml version="1.0" encoding="utf-8"?>
<ds:datastoreItem xmlns:ds="http://schemas.openxmlformats.org/officeDocument/2006/customXml" ds:itemID="{171EE830-5DD8-4CDA-BACB-8517A5F6E022}">
  <ds:schemaRefs>
    <ds:schemaRef ds:uri="http://schemas.microsoft.com/office/2006/metadata/properties"/>
    <ds:schemaRef ds:uri="http://schemas.microsoft.com/office/infopath/2007/PartnerControls"/>
    <ds:schemaRef ds:uri="dec0ca4c-66b0-48e9-ad00-41e092718583"/>
    <ds:schemaRef ds:uri="ecd437d3-f4c5-4a99-b253-419d7adaefb7"/>
  </ds:schemaRefs>
</ds:datastoreItem>
</file>

<file path=customXml/itemProps3.xml><?xml version="1.0" encoding="utf-8"?>
<ds:datastoreItem xmlns:ds="http://schemas.openxmlformats.org/officeDocument/2006/customXml" ds:itemID="{DE2DBF1D-1A15-4121-AF10-425D08A79001}"/>
</file>

<file path=docProps/app.xml><?xml version="1.0" encoding="utf-8"?>
<Properties xmlns="http://schemas.openxmlformats.org/officeDocument/2006/extended-properties" xmlns:vt="http://schemas.openxmlformats.org/officeDocument/2006/docPropsVTypes">
  <Template>Retrospect</Template>
  <TotalTime>332</TotalTime>
  <Words>2329</Words>
  <Application>Microsoft Office PowerPoint</Application>
  <PresentationFormat>Widescreen</PresentationFormat>
  <Paragraphs>329</Paragraphs>
  <Slides>45</Slides>
  <Notes>0</Notes>
  <HiddenSlides>0</HiddenSlides>
  <MMClips>0</MMClips>
  <ScaleCrop>false</ScaleCrop>
  <HeadingPairs>
    <vt:vector size="4" baseType="variant">
      <vt:variant>
        <vt:lpstr>Theme</vt:lpstr>
      </vt:variant>
      <vt:variant>
        <vt:i4>1</vt:i4>
      </vt:variant>
      <vt:variant>
        <vt:lpstr>Slide Titles</vt:lpstr>
      </vt:variant>
      <vt:variant>
        <vt:i4>45</vt:i4>
      </vt:variant>
    </vt:vector>
  </HeadingPairs>
  <TitlesOfParts>
    <vt:vector size="46" baseType="lpstr">
      <vt:lpstr>Retrospect</vt:lpstr>
      <vt:lpstr>Fundamental Programming in JAVA</vt:lpstr>
      <vt:lpstr>Objectives</vt:lpstr>
      <vt:lpstr>Creating first java project </vt:lpstr>
      <vt:lpstr>Cont. creating first java project </vt:lpstr>
      <vt:lpstr>Cont. creating first java project </vt:lpstr>
      <vt:lpstr>Cont. creating first java project </vt:lpstr>
      <vt:lpstr>Anatomy of Java Program</vt:lpstr>
      <vt:lpstr>Anatomy of Java Program</vt:lpstr>
      <vt:lpstr>Console Output (print, println)</vt:lpstr>
      <vt:lpstr>Exercise</vt:lpstr>
      <vt:lpstr>Identifiers</vt:lpstr>
      <vt:lpstr>Identifiers</vt:lpstr>
      <vt:lpstr>Variables</vt:lpstr>
      <vt:lpstr>Primitive Data Types</vt:lpstr>
      <vt:lpstr>Numeric Data Types</vt:lpstr>
      <vt:lpstr>double vs. float </vt:lpstr>
      <vt:lpstr>The boolean Data Type</vt:lpstr>
      <vt:lpstr>Java Program for boolean Variables</vt:lpstr>
      <vt:lpstr>The char Data Type</vt:lpstr>
      <vt:lpstr>Java Program for char Variables</vt:lpstr>
      <vt:lpstr>Naming Conventions</vt:lpstr>
      <vt:lpstr>Naming Conventions</vt:lpstr>
      <vt:lpstr>Naming Conventions</vt:lpstr>
      <vt:lpstr>Special Symbols</vt:lpstr>
      <vt:lpstr>Constant Variable (final)</vt:lpstr>
      <vt:lpstr>Exercises</vt:lpstr>
      <vt:lpstr>Programming Errors</vt:lpstr>
      <vt:lpstr>Input Statement</vt:lpstr>
      <vt:lpstr>How to Perform input using the Scanner class?</vt:lpstr>
      <vt:lpstr>Performing Input Statement </vt:lpstr>
      <vt:lpstr>Input Statement </vt:lpstr>
      <vt:lpstr>Java Scanner Input Types </vt:lpstr>
      <vt:lpstr>How to Read String  in Java Next() Vs nextLine()</vt:lpstr>
      <vt:lpstr>How to Read Character in Java</vt:lpstr>
      <vt:lpstr>How to Read Character in Java</vt:lpstr>
      <vt:lpstr>Exercises</vt:lpstr>
      <vt:lpstr>Exercises </vt:lpstr>
      <vt:lpstr>Data Conversion Rules</vt:lpstr>
      <vt:lpstr>Data Conversion (Up Casting)</vt:lpstr>
      <vt:lpstr>Type Casting (Down Casting)</vt:lpstr>
      <vt:lpstr>Type Casting (Down Casting)</vt:lpstr>
      <vt:lpstr>Casting in an Augmented Expression</vt:lpstr>
      <vt:lpstr>Parsing Numeric String</vt:lpstr>
      <vt:lpstr>Parsing Numeric String</vt:lpstr>
      <vt:lpstr>References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Bara Hamadah;b_qaddoumi@asu.edu.jo</dc:creator>
  <cp:lastModifiedBy>Bara Hamada</cp:lastModifiedBy>
  <cp:revision>26</cp:revision>
  <dcterms:created xsi:type="dcterms:W3CDTF">2023-12-21T19:04:58Z</dcterms:created>
  <dcterms:modified xsi:type="dcterms:W3CDTF">2024-02-25T22:54:18Z</dcterms:modified>
  <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0x0101008692FF6E27440F4A9616568541A8C2D3</vt:lpwstr>
  </property>
</Properties>
</file>