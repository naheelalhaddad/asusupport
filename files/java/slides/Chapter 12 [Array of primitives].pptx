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3"/>
  </p:sldMasterIdLst>
  <p:notesMasterIdLst>
    <p:notesMasterId r:id="rId51"/>
  </p:notesMasterIdLst>
  <p:sldIdLst>
    <p:sldId id="256" r:id="rId4"/>
    <p:sldId id="257" r:id="rId5"/>
    <p:sldId id="258" r:id="rId6"/>
    <p:sldId id="259" r:id="rId7"/>
    <p:sldId id="270" r:id="rId8"/>
    <p:sldId id="260" r:id="rId9"/>
    <p:sldId id="271" r:id="rId10"/>
    <p:sldId id="261" r:id="rId11"/>
    <p:sldId id="269" r:id="rId12"/>
    <p:sldId id="262" r:id="rId13"/>
    <p:sldId id="263" r:id="rId14"/>
    <p:sldId id="264" r:id="rId15"/>
    <p:sldId id="272" r:id="rId16"/>
    <p:sldId id="553" r:id="rId17"/>
    <p:sldId id="568" r:id="rId18"/>
    <p:sldId id="569" r:id="rId19"/>
    <p:sldId id="554" r:id="rId20"/>
    <p:sldId id="570" r:id="rId21"/>
    <p:sldId id="572" r:id="rId22"/>
    <p:sldId id="571" r:id="rId23"/>
    <p:sldId id="573" r:id="rId24"/>
    <p:sldId id="580" r:id="rId25"/>
    <p:sldId id="574" r:id="rId26"/>
    <p:sldId id="575" r:id="rId27"/>
    <p:sldId id="581" r:id="rId28"/>
    <p:sldId id="576" r:id="rId29"/>
    <p:sldId id="577" r:id="rId30"/>
    <p:sldId id="578" r:id="rId31"/>
    <p:sldId id="579" r:id="rId32"/>
    <p:sldId id="267" r:id="rId33"/>
    <p:sldId id="582" r:id="rId34"/>
    <p:sldId id="583" r:id="rId35"/>
    <p:sldId id="584" r:id="rId36"/>
    <p:sldId id="585" r:id="rId37"/>
    <p:sldId id="586" r:id="rId38"/>
    <p:sldId id="587" r:id="rId39"/>
    <p:sldId id="588" r:id="rId40"/>
    <p:sldId id="589" r:id="rId41"/>
    <p:sldId id="590" r:id="rId42"/>
    <p:sldId id="597" r:id="rId43"/>
    <p:sldId id="592" r:id="rId44"/>
    <p:sldId id="593" r:id="rId45"/>
    <p:sldId id="595" r:id="rId46"/>
    <p:sldId id="596" r:id="rId47"/>
    <p:sldId id="598" r:id="rId48"/>
    <p:sldId id="599" r:id="rId49"/>
    <p:sldId id="268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9AA856-73EB-0E54-D4BA-59CB5562A6BC}" v="47" dt="2024-02-25T23:03:36.1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706" autoAdjust="0"/>
  </p:normalViewPr>
  <p:slideViewPr>
    <p:cSldViewPr snapToGrid="0">
      <p:cViewPr varScale="1">
        <p:scale>
          <a:sx n="63" d="100"/>
          <a:sy n="63" d="100"/>
        </p:scale>
        <p:origin x="40" y="184"/>
      </p:cViewPr>
      <p:guideLst/>
    </p:cSldViewPr>
  </p:slideViewPr>
  <p:outlineViewPr>
    <p:cViewPr>
      <p:scale>
        <a:sx n="33" d="100"/>
        <a:sy n="33" d="100"/>
      </p:scale>
      <p:origin x="0" y="-3955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viewProps" Target="viewProps.xml"/><Relationship Id="rId58" Type="http://schemas.openxmlformats.org/officeDocument/2006/relationships/customXml" Target="../customXml/item3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microsoft.com/office/2016/11/relationships/changesInfo" Target="changesInfos/changesInfo1.xml"/><Relationship Id="rId8" Type="http://schemas.openxmlformats.org/officeDocument/2006/relationships/slide" Target="slides/slide5.xml"/><Relationship Id="rId51" Type="http://schemas.openxmlformats.org/officeDocument/2006/relationships/notesMaster" Target="notesMasters/notesMaster1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microsoft.com/office/2015/10/relationships/revisionInfo" Target="revisionInfo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moud albashayreh" userId="b82cd840-d444-4a5e-b9e1-eb0b71e9c5d2" providerId="ADAL" clId="{52A83580-F80B-41CB-8A7C-5ABA5260466E}"/>
    <pc:docChg chg="custSel addSld modSld modMainMaster">
      <pc:chgData name="mahmoud albashayreh" userId="b82cd840-d444-4a5e-b9e1-eb0b71e9c5d2" providerId="ADAL" clId="{52A83580-F80B-41CB-8A7C-5ABA5260466E}" dt="2023-12-26T12:35:21.998" v="37" actId="6264"/>
      <pc:docMkLst>
        <pc:docMk/>
      </pc:docMkLst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98556299" sldId="256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98556299" sldId="256"/>
            <ac:spMk id="2" creationId="{0E3426FD-D193-2F6D-1700-2CC522B16D18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98556299" sldId="256"/>
            <ac:spMk id="3" creationId="{F67DB7FE-4890-3792-0238-F23914BC3E4F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98556299" sldId="256"/>
            <ac:spMk id="4" creationId="{3E2AE632-31A0-217D-FD10-0A342181E0D1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98556299" sldId="256"/>
            <ac:spMk id="5" creationId="{B13DB640-4F90-3235-6BC2-717EAA08930F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98556299" sldId="256"/>
            <ac:spMk id="6" creationId="{61F6769C-8CF9-7629-D2A2-4AA3B6EDDA0E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98556299" sldId="256"/>
            <ac:spMk id="7" creationId="{1F1784C8-7901-033D-8228-72A9574AB7D0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98556299" sldId="256"/>
            <ac:spMk id="8" creationId="{6EC1DE0C-1A34-EAFB-B8A5-71BB9A4CC2B0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98556299" sldId="256"/>
            <ac:spMk id="9" creationId="{586D6478-85A0-2635-AEF6-9A40F0CAD516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98556299" sldId="256"/>
            <ac:spMk id="10" creationId="{15AD4E7D-F371-2F09-124A-16887A4E2273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763895569" sldId="257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763895569" sldId="257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763895569" sldId="257"/>
            <ac:spMk id="3" creationId="{0C2E1710-1895-E34B-968E-9A6498584B1B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763895569" sldId="257"/>
            <ac:spMk id="4" creationId="{8258CA88-4CE1-2FF4-DD8D-F6AFF13B654D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763895569" sldId="257"/>
            <ac:spMk id="5" creationId="{0D9744BA-463A-2249-6E65-9831C6EA9FBA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763895569" sldId="257"/>
            <ac:spMk id="6" creationId="{E436140F-B641-3E4A-D862-FAC53216F998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763895569" sldId="257"/>
            <ac:spMk id="7" creationId="{8EA5136B-0258-1023-0A8E-26DE9ED8FC07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763895569" sldId="257"/>
            <ac:spMk id="8" creationId="{F62CCE23-E174-8542-0FD8-1A1B86166573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763895569" sldId="257"/>
            <ac:spMk id="9" creationId="{7F14AD47-A599-DAB8-7B39-671678180F03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763895569" sldId="257"/>
            <ac:spMk id="10" creationId="{3D438E85-563A-DC43-71DB-3C4D8C5F0BEC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2201219679" sldId="258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201219679" sldId="258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201219679" sldId="258"/>
            <ac:spMk id="3" creationId="{0C2E1710-1895-E34B-968E-9A6498584B1B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201219679" sldId="258"/>
            <ac:spMk id="4" creationId="{66738BBB-0AA8-3DCA-D70D-202ADE3D7914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2201219679" sldId="258"/>
            <ac:spMk id="5" creationId="{2D96A0FC-741A-F504-6D63-05662227AAAE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2201219679" sldId="258"/>
            <ac:spMk id="6" creationId="{9E5CF02A-B662-55FD-D232-D389659CA84C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2201219679" sldId="258"/>
            <ac:spMk id="7" creationId="{DEBDACA8-2F31-AD5A-DBB8-3F9B78CD615C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201219679" sldId="258"/>
            <ac:spMk id="8" creationId="{0BA93EDD-8C43-864D-A449-E4D4AFAB042A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201219679" sldId="258"/>
            <ac:spMk id="9" creationId="{6480A6B5-9BF1-34D2-475D-FAEDC1436024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201219679" sldId="258"/>
            <ac:spMk id="10" creationId="{DE100822-A45A-9849-7F90-6D637AB5897D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548178901" sldId="259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548178901" sldId="259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548178901" sldId="259"/>
            <ac:spMk id="3" creationId="{0C2E1710-1895-E34B-968E-9A6498584B1B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548178901" sldId="259"/>
            <ac:spMk id="4" creationId="{3B53EC50-BC9D-3C12-4839-6C35514A2757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548178901" sldId="259"/>
            <ac:spMk id="5" creationId="{8FB7E19A-6A2B-EDE0-EA03-4EC11FAFECD4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548178901" sldId="259"/>
            <ac:spMk id="6" creationId="{5416705E-D82A-003E-1D2F-BE2D1228E2BE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548178901" sldId="259"/>
            <ac:spMk id="7" creationId="{A107DBA1-F0A0-8189-26CF-52A2111B33E4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548178901" sldId="259"/>
            <ac:spMk id="8" creationId="{FB5E7A84-C032-A08D-0EF1-1577C1971211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548178901" sldId="259"/>
            <ac:spMk id="9" creationId="{B8E24174-F487-7B73-BC94-705A907617F5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548178901" sldId="259"/>
            <ac:spMk id="10" creationId="{B18F465C-437D-C66E-40C0-640608B8ED5C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1352624426" sldId="260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352624426" sldId="260"/>
            <ac:spMk id="2" creationId="{BA7E5B45-8D88-ED12-F886-5CB527D7BEF3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352624426" sldId="260"/>
            <ac:spMk id="3" creationId="{8CA4E128-8180-3FEB-7219-E6041DCBDB72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352624426" sldId="260"/>
            <ac:spMk id="4" creationId="{D1E37CAD-E9FF-78A3-4304-E5F98D49EDAE}"/>
          </ac:spMkLst>
        </pc:spChg>
        <pc:spChg chg="add del 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352624426" sldId="260"/>
            <ac:spMk id="6" creationId="{1CD389D9-07FE-21AA-1EF0-9F91092C1C06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352624426" sldId="260"/>
            <ac:spMk id="7" creationId="{6DBDC73A-862C-FDF4-0D26-58048D84DC94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352624426" sldId="260"/>
            <ac:spMk id="8" creationId="{9BAEE1BD-506F-B378-466B-FEFF58A3C3A0}"/>
          </ac:spMkLst>
        </pc:spChg>
        <pc:spChg chg="add 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352624426" sldId="260"/>
            <ac:spMk id="10" creationId="{A517B6DB-87BC-F7F6-3318-AD71949D8AD0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352624426" sldId="260"/>
            <ac:spMk id="12" creationId="{72D3E7BD-C602-41A4-7A93-C109FB4F497C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3592724316" sldId="261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92724316" sldId="261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92724316" sldId="261"/>
            <ac:spMk id="3" creationId="{0C2E1710-1895-E34B-968E-9A6498584B1B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3592724316" sldId="261"/>
            <ac:spMk id="4" creationId="{14ED6947-4092-831A-9F0D-4D52CCC5D28F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3592724316" sldId="261"/>
            <ac:spMk id="5" creationId="{6CCCA929-27DF-64F4-FB32-1EF6690149C7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92724316" sldId="261"/>
            <ac:spMk id="7" creationId="{C6ECFF2F-42F3-F432-D5C5-AFF7C5CEC07B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3592724316" sldId="261"/>
            <ac:spMk id="8" creationId="{9AB5C268-A1A1-8E0D-4685-B914CEF91CB4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92724316" sldId="261"/>
            <ac:spMk id="9" creationId="{E56ADA84-638B-07C3-CF6E-F19ED6D3DB71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92724316" sldId="261"/>
            <ac:spMk id="10" creationId="{F36B2A5A-E5F8-0C89-0898-FBF3461AA846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92724316" sldId="261"/>
            <ac:spMk id="11" creationId="{5D1A6754-DF8E-E2DD-F11B-B53DD0CD374E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1968091849" sldId="262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68091849" sldId="262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68091849" sldId="262"/>
            <ac:spMk id="3" creationId="{0C2E1710-1895-E34B-968E-9A6498584B1B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68091849" sldId="262"/>
            <ac:spMk id="4" creationId="{09DB375A-5DA4-4702-5ED7-8F647F235B95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968091849" sldId="262"/>
            <ac:spMk id="5" creationId="{1CFE05C9-882F-A105-99D7-1DA8C3CB13A3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968091849" sldId="262"/>
            <ac:spMk id="6" creationId="{EABDE15E-838D-EB3E-B921-F6D619D52A63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968091849" sldId="262"/>
            <ac:spMk id="7" creationId="{1F8E52E6-0090-3882-947A-F88A4933C94F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68091849" sldId="262"/>
            <ac:spMk id="8" creationId="{2E9A73C7-0961-9F05-06E1-CF41CF8BECA2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68091849" sldId="262"/>
            <ac:spMk id="9" creationId="{CA8B6726-60D4-FB06-82D5-16189AC71485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68091849" sldId="262"/>
            <ac:spMk id="10" creationId="{C47BED6D-A2D2-4FF2-EF72-5623861B3D5C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1920464530" sldId="263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20464530" sldId="263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20464530" sldId="263"/>
            <ac:spMk id="3" creationId="{0C2E1710-1895-E34B-968E-9A6498584B1B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20464530" sldId="263"/>
            <ac:spMk id="4" creationId="{9A41EC9C-251B-F8A6-37DE-3D85AE8F02C1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920464530" sldId="263"/>
            <ac:spMk id="5" creationId="{0B50B485-7A33-A246-2CEF-C16889B187BA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920464530" sldId="263"/>
            <ac:spMk id="6" creationId="{A5C4DA0E-7934-BC93-89E4-853931E6D14E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920464530" sldId="263"/>
            <ac:spMk id="7" creationId="{8584C85D-4360-5BF5-E05F-32AE42DFC8C6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20464530" sldId="263"/>
            <ac:spMk id="8" creationId="{E6D5C8A0-9436-8F4C-CD6B-94F01090F60E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20464530" sldId="263"/>
            <ac:spMk id="9" creationId="{E4F0F791-BAC1-DF68-7656-7D7B7476B385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20464530" sldId="263"/>
            <ac:spMk id="10" creationId="{E40C835D-6758-B878-ECD5-FAEA46134EBA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1224677038" sldId="264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224677038" sldId="264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224677038" sldId="264"/>
            <ac:spMk id="3" creationId="{0C2E1710-1895-E34B-968E-9A6498584B1B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224677038" sldId="264"/>
            <ac:spMk id="4" creationId="{B011E092-9B68-7D9D-5A6D-3B64A6900E7C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224677038" sldId="264"/>
            <ac:spMk id="5" creationId="{5A7D1991-0DDF-0FCC-A2F5-E0E2C7942C33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224677038" sldId="264"/>
            <ac:spMk id="6" creationId="{9FAE7CEE-BE41-C2E8-2BFE-715420ADF5A0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224677038" sldId="264"/>
            <ac:spMk id="7" creationId="{7677C65D-6D38-ECC3-66C1-1ED6B0C27F26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224677038" sldId="264"/>
            <ac:spMk id="8" creationId="{F30652FC-EAF2-EA25-C08A-4D53F73FCD56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224677038" sldId="264"/>
            <ac:spMk id="9" creationId="{806FEAA6-DD3D-EB10-95BD-D1F7A2CFFB3E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224677038" sldId="264"/>
            <ac:spMk id="10" creationId="{771104E4-6849-5AE1-4D4C-EE410E7094E1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337678339" sldId="265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37678339" sldId="265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37678339" sldId="265"/>
            <ac:spMk id="3" creationId="{0C2E1710-1895-E34B-968E-9A6498584B1B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337678339" sldId="265"/>
            <ac:spMk id="4" creationId="{4A508696-DA6E-C9C1-F7B8-EEEA80D8533A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337678339" sldId="265"/>
            <ac:spMk id="5" creationId="{8991C864-E71D-72AF-C376-11AC392732FE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337678339" sldId="265"/>
            <ac:spMk id="6" creationId="{47E06A43-27B3-BBC9-82A5-4E085E7BBE0F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37678339" sldId="265"/>
            <ac:spMk id="7" creationId="{B158B4E5-E0EB-225E-A59B-42A0FD3BEE16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37678339" sldId="265"/>
            <ac:spMk id="8" creationId="{6AE6AA61-EDDE-5A4C-0CF3-6E5DF8B1596A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37678339" sldId="265"/>
            <ac:spMk id="9" creationId="{34D43FC9-9371-702C-47CB-4A34BC35A40B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37678339" sldId="265"/>
            <ac:spMk id="12" creationId="{EEF2DA55-7E54-69D3-01A5-91D0F412438C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2749258248" sldId="266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749258248" sldId="266"/>
            <ac:spMk id="2" creationId="{BA7E5B45-8D88-ED12-F886-5CB527D7BEF3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2749258248" sldId="266"/>
            <ac:spMk id="3" creationId="{9FCB16F2-AA8C-5E6B-047A-526A9A3A705E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749258248" sldId="266"/>
            <ac:spMk id="5" creationId="{4E3501E3-AAC6-1380-7DDD-F2953AD4342D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2749258248" sldId="266"/>
            <ac:spMk id="6" creationId="{2E841404-E04B-5781-F5EC-5A9DE9A10FF0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2749258248" sldId="266"/>
            <ac:spMk id="7" creationId="{3379D1BF-5A5E-9B7F-A24F-1BEAE79AA4FE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749258248" sldId="266"/>
            <ac:spMk id="8" creationId="{452896A0-BF21-F89C-F2B3-4A088D1372C4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749258248" sldId="266"/>
            <ac:spMk id="9" creationId="{7571336E-7F82-795A-2EDA-AD0DB496B6B9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749258248" sldId="266"/>
            <ac:spMk id="10" creationId="{FC56DB98-6B26-BD4F-A763-0A986A9968D5}"/>
          </ac:spMkLst>
        </pc:spChg>
        <pc:picChg chg="mod ord">
          <ac:chgData name="mahmoud albashayreh" userId="b82cd840-d444-4a5e-b9e1-eb0b71e9c5d2" providerId="ADAL" clId="{52A83580-F80B-41CB-8A7C-5ABA5260466E}" dt="2023-12-26T12:35:21.998" v="37" actId="6264"/>
          <ac:picMkLst>
            <pc:docMk/>
            <pc:sldMk cId="2749258248" sldId="266"/>
            <ac:picMk id="4" creationId="{073AB710-08C3-7B55-0161-BE6A36A618D2}"/>
          </ac:picMkLst>
        </pc:pic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3564367935" sldId="267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64367935" sldId="267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64367935" sldId="267"/>
            <ac:spMk id="3" creationId="{0C2E1710-1895-E34B-968E-9A6498584B1B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64367935" sldId="267"/>
            <ac:spMk id="4" creationId="{9582A007-56C2-89D3-B613-9E01FE5C1A78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3564367935" sldId="267"/>
            <ac:spMk id="5" creationId="{DCE0DF69-3CDF-A9CD-1151-D6B186182684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3564367935" sldId="267"/>
            <ac:spMk id="6" creationId="{A3F706EB-96CF-F261-9C1D-BAF26DEE49A7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3564367935" sldId="267"/>
            <ac:spMk id="7" creationId="{04ED371A-6F2B-44EF-0D2C-764BCAB645C4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64367935" sldId="267"/>
            <ac:spMk id="8" creationId="{023C88F7-40C3-4C4E-FAAC-107A5E7684B1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64367935" sldId="267"/>
            <ac:spMk id="9" creationId="{75E07E15-603A-9FA0-17EE-25BEFBC419D7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64367935" sldId="267"/>
            <ac:spMk id="10" creationId="{B4B16F98-AEF0-07D1-C3EE-8DF97F6C83A2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2974250731" sldId="268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974250731" sldId="268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974250731" sldId="268"/>
            <ac:spMk id="3" creationId="{0C2E1710-1895-E34B-968E-9A6498584B1B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974250731" sldId="268"/>
            <ac:spMk id="4" creationId="{F1ABFEEA-242B-BEC5-43A2-472024EB147C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2974250731" sldId="268"/>
            <ac:spMk id="5" creationId="{98C2BB29-F4F1-C2FC-BC7B-44B56F6C4D31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2974250731" sldId="268"/>
            <ac:spMk id="6" creationId="{9B49EDBE-8700-7345-4F93-B04AE065CD8A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2974250731" sldId="268"/>
            <ac:spMk id="7" creationId="{667D1372-FB37-E4B4-B61B-F26EF6E6C8DA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974250731" sldId="268"/>
            <ac:spMk id="8" creationId="{7D78A2D7-B8C5-5E0A-A003-C9A185C6B790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974250731" sldId="268"/>
            <ac:spMk id="9" creationId="{C1484C34-CC64-EBCD-201E-501104107A7D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974250731" sldId="268"/>
            <ac:spMk id="10" creationId="{B490BF08-B2BE-E804-E30C-33794DAEDB6B}"/>
          </ac:spMkLst>
        </pc:spChg>
      </pc:sldChg>
      <pc:sldChg chg="addSp delSp modSp add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3509586583" sldId="269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09586583" sldId="269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09586583" sldId="269"/>
            <ac:spMk id="3" creationId="{0C2E1710-1895-E34B-968E-9A6498584B1B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09586583" sldId="269"/>
            <ac:spMk id="4" creationId="{09DB375A-5DA4-4702-5ED7-8F647F235B95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09586583" sldId="269"/>
            <ac:spMk id="5" creationId="{04DBE590-F80B-0EC9-7B59-AE39C777D099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09586583" sldId="269"/>
            <ac:spMk id="6" creationId="{0D0422DF-9827-E70B-53B6-E0A8E10C4D64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09586583" sldId="269"/>
            <ac:spMk id="7" creationId="{C6129063-E93F-D9AF-7ABF-3F5B1CF2EA68}"/>
          </ac:spMkLst>
        </pc:spChg>
      </pc:sldChg>
      <pc:sldMasterChg chg="modSp mod">
        <pc:chgData name="mahmoud albashayreh" userId="b82cd840-d444-4a5e-b9e1-eb0b71e9c5d2" providerId="ADAL" clId="{52A83580-F80B-41CB-8A7C-5ABA5260466E}" dt="2023-12-26T12:35:11.422" v="36" actId="14100"/>
        <pc:sldMasterMkLst>
          <pc:docMk/>
          <pc:sldMasterMk cId="1719295273" sldId="2147483672"/>
        </pc:sldMasterMkLst>
        <pc:spChg chg="mod">
          <ac:chgData name="mahmoud albashayreh" userId="b82cd840-d444-4a5e-b9e1-eb0b71e9c5d2" providerId="ADAL" clId="{52A83580-F80B-41CB-8A7C-5ABA5260466E}" dt="2023-12-26T12:30:26.184" v="1" actId="14100"/>
          <ac:spMkLst>
            <pc:docMk/>
            <pc:sldMasterMk cId="1719295273" sldId="2147483672"/>
            <ac:spMk id="2" creationId="{00000000-0000-0000-0000-000000000000}"/>
          </ac:spMkLst>
        </pc:spChg>
        <pc:spChg chg="mod">
          <ac:chgData name="mahmoud albashayreh" userId="b82cd840-d444-4a5e-b9e1-eb0b71e9c5d2" providerId="ADAL" clId="{52A83580-F80B-41CB-8A7C-5ABA5260466E}" dt="2023-12-26T12:32:28.597" v="15" actId="12"/>
          <ac:spMkLst>
            <pc:docMk/>
            <pc:sldMasterMk cId="1719295273" sldId="2147483672"/>
            <ac:spMk id="3" creationId="{00000000-0000-0000-0000-000000000000}"/>
          </ac:spMkLst>
        </pc:spChg>
        <pc:spChg chg="mod">
          <ac:chgData name="mahmoud albashayreh" userId="b82cd840-d444-4a5e-b9e1-eb0b71e9c5d2" providerId="ADAL" clId="{52A83580-F80B-41CB-8A7C-5ABA5260466E}" dt="2023-12-26T12:35:07.558" v="35" actId="14100"/>
          <ac:spMkLst>
            <pc:docMk/>
            <pc:sldMasterMk cId="1719295273" sldId="2147483672"/>
            <ac:spMk id="4" creationId="{00000000-0000-0000-0000-000000000000}"/>
          </ac:spMkLst>
        </pc:spChg>
        <pc:spChg chg="mod">
          <ac:chgData name="mahmoud albashayreh" userId="b82cd840-d444-4a5e-b9e1-eb0b71e9c5d2" providerId="ADAL" clId="{52A83580-F80B-41CB-8A7C-5ABA5260466E}" dt="2023-12-26T12:35:11.422" v="36" actId="14100"/>
          <ac:spMkLst>
            <pc:docMk/>
            <pc:sldMasterMk cId="1719295273" sldId="2147483672"/>
            <ac:spMk id="5" creationId="{00000000-0000-0000-0000-000000000000}"/>
          </ac:spMkLst>
        </pc:spChg>
        <pc:spChg chg="mod">
          <ac:chgData name="mahmoud albashayreh" userId="b82cd840-d444-4a5e-b9e1-eb0b71e9c5d2" providerId="ADAL" clId="{52A83580-F80B-41CB-8A7C-5ABA5260466E}" dt="2023-12-26T12:30:38.807" v="3" actId="14100"/>
          <ac:spMkLst>
            <pc:docMk/>
            <pc:sldMasterMk cId="1719295273" sldId="2147483672"/>
            <ac:spMk id="6" creationId="{00000000-0000-0000-0000-000000000000}"/>
          </ac:spMkLst>
        </pc:spChg>
        <pc:cxnChg chg="mod">
          <ac:chgData name="mahmoud albashayreh" userId="b82cd840-d444-4a5e-b9e1-eb0b71e9c5d2" providerId="ADAL" clId="{52A83580-F80B-41CB-8A7C-5ABA5260466E}" dt="2023-12-26T12:30:48.279" v="5" actId="14100"/>
          <ac:cxnSpMkLst>
            <pc:docMk/>
            <pc:sldMasterMk cId="1719295273" sldId="2147483672"/>
            <ac:cxnSpMk id="10" creationId="{00000000-0000-0000-0000-000000000000}"/>
          </ac:cxnSpMkLst>
        </pc:cxnChg>
      </pc:sldMasterChg>
    </pc:docChg>
  </pc:docChgLst>
  <pc:docChgLst>
    <pc:chgData name="Bara Hamadeh" userId="S::b_hamadeh@asu.edu.jo::ba91a99f-f3ba-46e6-ad5d-582794b375a9" providerId="AD" clId="Web-{3B9AA856-73EB-0E54-D4BA-59CB5562A6BC}"/>
    <pc:docChg chg="mod modSld modMainMaster">
      <pc:chgData name="Bara Hamadeh" userId="S::b_hamadeh@asu.edu.jo::ba91a99f-f3ba-46e6-ad5d-582794b375a9" providerId="AD" clId="Web-{3B9AA856-73EB-0E54-D4BA-59CB5562A6BC}" dt="2024-02-25T23:03:35.817" v="45" actId="20577"/>
      <pc:docMkLst>
        <pc:docMk/>
      </pc:docMkLst>
      <pc:sldChg chg="delSp modSp modTransition">
        <pc:chgData name="Bara Hamadeh" userId="S::b_hamadeh@asu.edu.jo::ba91a99f-f3ba-46e6-ad5d-582794b375a9" providerId="AD" clId="Web-{3B9AA856-73EB-0E54-D4BA-59CB5562A6BC}" dt="2024-02-25T23:03:35.817" v="45" actId="20577"/>
        <pc:sldMkLst>
          <pc:docMk/>
          <pc:sldMk cId="98556299" sldId="256"/>
        </pc:sldMkLst>
        <pc:spChg chg="mod">
          <ac:chgData name="Bara Hamadeh" userId="S::b_hamadeh@asu.edu.jo::ba91a99f-f3ba-46e6-ad5d-582794b375a9" providerId="AD" clId="Web-{3B9AA856-73EB-0E54-D4BA-59CB5562A6BC}" dt="2024-02-25T23:03:35.817" v="45" actId="20577"/>
          <ac:spMkLst>
            <pc:docMk/>
            <pc:sldMk cId="98556299" sldId="256"/>
            <ac:spMk id="2" creationId="{0E3426FD-D193-2F6D-1700-2CC522B16D18}"/>
          </ac:spMkLst>
        </pc:spChg>
        <pc:spChg chg="mod">
          <ac:chgData name="Bara Hamadeh" userId="S::b_hamadeh@asu.edu.jo::ba91a99f-f3ba-46e6-ad5d-582794b375a9" providerId="AD" clId="Web-{3B9AA856-73EB-0E54-D4BA-59CB5562A6BC}" dt="2024-02-25T23:03:18.614" v="42" actId="20577"/>
          <ac:spMkLst>
            <pc:docMk/>
            <pc:sldMk cId="98556299" sldId="256"/>
            <ac:spMk id="3" creationId="{F67DB7FE-4890-3792-0238-F23914BC3E4F}"/>
          </ac:spMkLst>
        </pc:spChg>
        <pc:spChg chg="del">
          <ac:chgData name="Bara Hamadeh" userId="S::b_hamadeh@asu.edu.jo::ba91a99f-f3ba-46e6-ad5d-582794b375a9" providerId="AD" clId="Web-{3B9AA856-73EB-0E54-D4BA-59CB5562A6BC}" dt="2024-02-25T23:02:58.848" v="40"/>
          <ac:spMkLst>
            <pc:docMk/>
            <pc:sldMk cId="98556299" sldId="256"/>
            <ac:spMk id="4" creationId="{3E2AE632-31A0-217D-FD10-0A342181E0D1}"/>
          </ac:spMkLst>
        </pc:spChg>
      </pc:sldChg>
      <pc:sldChg chg="modSp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763895569" sldId="257"/>
        </pc:sldMkLst>
        <pc:spChg chg="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763895569" sldId="257"/>
            <ac:spMk id="4" creationId="{8258CA88-4CE1-2FF4-DD8D-F6AFF13B654D}"/>
          </ac:spMkLst>
        </pc:spChg>
      </pc:sldChg>
      <pc:sldChg chg="modSp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2201219679" sldId="258"/>
        </pc:sldMkLst>
        <pc:spChg chg="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2201219679" sldId="258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548178901" sldId="259"/>
        </pc:sldMkLst>
        <pc:spChg chg="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548178901" sldId="259"/>
            <ac:spMk id="7" creationId="{A107DBA1-F0A0-8189-26CF-52A2111B33E4}"/>
          </ac:spMkLst>
        </pc:spChg>
      </pc:sldChg>
      <pc:sldChg chg="modSp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1352624426" sldId="260"/>
        </pc:sldMkLst>
        <pc:spChg chg="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1352624426" sldId="260"/>
            <ac:spMk id="12" creationId="{72D3E7BD-C602-41A4-7A93-C109FB4F497C}"/>
          </ac:spMkLst>
        </pc:spChg>
      </pc:sldChg>
      <pc:sldChg chg="modSp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3592724316" sldId="261"/>
        </pc:sldMkLst>
        <pc:spChg chg="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3592724316" sldId="261"/>
            <ac:spMk id="7" creationId="{C6ECFF2F-42F3-F432-D5C5-AFF7C5CEC07B}"/>
          </ac:spMkLst>
        </pc:spChg>
      </pc:sldChg>
      <pc:sldChg chg="modSp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1968091849" sldId="262"/>
        </pc:sldMkLst>
        <pc:spChg chg="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1968091849" sldId="262"/>
            <ac:spMk id="4" creationId="{09DB375A-5DA4-4702-5ED7-8F647F235B95}"/>
          </ac:spMkLst>
        </pc:spChg>
      </pc:sldChg>
      <pc:sldChg chg="modSp modTransition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1920464530" sldId="263"/>
        </pc:sldMkLst>
        <pc:spChg chg="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1920464530" sldId="263"/>
            <ac:spMk id="4" creationId="{9A41EC9C-251B-F8A6-37DE-3D85AE8F02C1}"/>
          </ac:spMkLst>
        </pc:spChg>
      </pc:sldChg>
      <pc:sldChg chg="modSp modTransition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1224677038" sldId="264"/>
        </pc:sldMkLst>
        <pc:spChg chg="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1224677038" sldId="264"/>
            <ac:spMk id="4" creationId="{B011E092-9B68-7D9D-5A6D-3B64A6900E7C}"/>
          </ac:spMkLst>
        </pc:spChg>
      </pc:sldChg>
      <pc:sldChg chg="modSp modTransition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3564367935" sldId="267"/>
        </pc:sldMkLst>
        <pc:spChg chg="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3564367935" sldId="267"/>
            <ac:spMk id="4" creationId="{9582A007-56C2-89D3-B613-9E01FE5C1A78}"/>
          </ac:spMkLst>
        </pc:spChg>
      </pc:sldChg>
      <pc:sldChg chg="modSp modTransition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2974250731" sldId="268"/>
        </pc:sldMkLst>
        <pc:spChg chg="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2974250731" sldId="268"/>
            <ac:spMk id="4" creationId="{F1ABFEEA-242B-BEC5-43A2-472024EB147C}"/>
          </ac:spMkLst>
        </pc:spChg>
      </pc:sldChg>
      <pc:sldChg chg="modSp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3509586583" sldId="269"/>
        </pc:sldMkLst>
        <pc:spChg chg="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3509586583" sldId="269"/>
            <ac:spMk id="4" creationId="{09DB375A-5DA4-4702-5ED7-8F647F235B95}"/>
          </ac:spMkLst>
        </pc:spChg>
      </pc:sldChg>
      <pc:sldChg chg="modSp modTransition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1306156448" sldId="270"/>
        </pc:sldMkLst>
        <pc:spChg chg="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1306156448" sldId="270"/>
            <ac:spMk id="4" creationId="{7786AF1D-00FE-D07A-31FF-C52D761D9315}"/>
          </ac:spMkLst>
        </pc:spChg>
      </pc:sldChg>
      <pc:sldChg chg="modSp modTransition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1300527646" sldId="271"/>
        </pc:sldMkLst>
        <pc:spChg chg="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1300527646" sldId="271"/>
            <ac:spMk id="4" creationId="{E12C68D9-D5B1-17E5-68BC-4BA8D6217B06}"/>
          </ac:spMkLst>
        </pc:spChg>
      </pc:sldChg>
      <pc:sldChg chg="modSp modTransition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337689748" sldId="272"/>
        </pc:sldMkLst>
        <pc:spChg chg="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337689748" sldId="272"/>
            <ac:spMk id="4" creationId="{B011E092-9B68-7D9D-5A6D-3B64A6900E7C}"/>
          </ac:spMkLst>
        </pc:spChg>
      </pc:sldChg>
      <pc:sldChg chg="addSp modSp modTransition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0" sldId="553"/>
        </pc:sldMkLst>
        <pc:spChg chg="add 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0" sldId="553"/>
            <ac:spMk id="2" creationId="{5DAB9415-1327-57F6-A0D9-A0D0F776F764}"/>
          </ac:spMkLst>
        </pc:spChg>
      </pc:sldChg>
      <pc:sldChg chg="addSp modSp modTransition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0" sldId="554"/>
        </pc:sldMkLst>
        <pc:spChg chg="add 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0" sldId="554"/>
            <ac:spMk id="2" creationId="{CC50BE43-AC8B-96FD-2C0F-E6D19978C651}"/>
          </ac:spMkLst>
        </pc:spChg>
      </pc:sldChg>
      <pc:sldChg chg="addSp modSp modTransition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0" sldId="568"/>
        </pc:sldMkLst>
        <pc:spChg chg="add 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0" sldId="568"/>
            <ac:spMk id="2" creationId="{578BAF83-1B53-4247-C676-B95306B7FAC6}"/>
          </ac:spMkLst>
        </pc:spChg>
      </pc:sldChg>
      <pc:sldChg chg="addSp modSp modTransition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0" sldId="569"/>
        </pc:sldMkLst>
        <pc:spChg chg="add 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0" sldId="569"/>
            <ac:spMk id="2" creationId="{3E669FD9-08FA-E36F-0814-5B4BF9F3E5CC}"/>
          </ac:spMkLst>
        </pc:spChg>
      </pc:sldChg>
      <pc:sldChg chg="modTransition">
        <pc:chgData name="Bara Hamadeh" userId="S::b_hamadeh@asu.edu.jo::ba91a99f-f3ba-46e6-ad5d-582794b375a9" providerId="AD" clId="Web-{3B9AA856-73EB-0E54-D4BA-59CB5562A6BC}" dt="2024-02-25T23:02:45.144" v="7"/>
        <pc:sldMkLst>
          <pc:docMk/>
          <pc:sldMk cId="0" sldId="570"/>
        </pc:sldMkLst>
      </pc:sldChg>
      <pc:sldChg chg="addSp modSp modTransition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0" sldId="571"/>
        </pc:sldMkLst>
        <pc:spChg chg="add 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0" sldId="571"/>
            <ac:spMk id="2" creationId="{F86C7BEE-5730-5FCD-25E9-23BB8B65C480}"/>
          </ac:spMkLst>
        </pc:spChg>
      </pc:sldChg>
      <pc:sldChg chg="modTransition">
        <pc:chgData name="Bara Hamadeh" userId="S::b_hamadeh@asu.edu.jo::ba91a99f-f3ba-46e6-ad5d-582794b375a9" providerId="AD" clId="Web-{3B9AA856-73EB-0E54-D4BA-59CB5562A6BC}" dt="2024-02-25T23:02:45.144" v="8"/>
        <pc:sldMkLst>
          <pc:docMk/>
          <pc:sldMk cId="0" sldId="572"/>
        </pc:sldMkLst>
      </pc:sldChg>
      <pc:sldChg chg="addSp modSp modTransition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0" sldId="573"/>
        </pc:sldMkLst>
        <pc:spChg chg="add 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0" sldId="573"/>
            <ac:spMk id="2" creationId="{2167F56E-B31A-1764-F5AA-BFA39A73AC31}"/>
          </ac:spMkLst>
        </pc:spChg>
      </pc:sldChg>
      <pc:sldChg chg="addSp modSp modTransition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0" sldId="574"/>
        </pc:sldMkLst>
        <pc:spChg chg="add 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0" sldId="574"/>
            <ac:spMk id="2" creationId="{51E13D04-DEE7-2DCC-2760-486DD2284964}"/>
          </ac:spMkLst>
        </pc:spChg>
      </pc:sldChg>
      <pc:sldChg chg="addSp modSp modTransition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0" sldId="575"/>
        </pc:sldMkLst>
        <pc:spChg chg="add 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0" sldId="575"/>
            <ac:spMk id="2" creationId="{87676A3F-991D-0CB8-9D9A-194C54CBF903}"/>
          </ac:spMkLst>
        </pc:spChg>
      </pc:sldChg>
      <pc:sldChg chg="addSp modSp modTransition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0" sldId="576"/>
        </pc:sldMkLst>
        <pc:spChg chg="add 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0" sldId="576"/>
            <ac:spMk id="2" creationId="{23938585-3C18-1804-434F-FDAFCE2A773E}"/>
          </ac:spMkLst>
        </pc:spChg>
      </pc:sldChg>
      <pc:sldChg chg="modTransition">
        <pc:chgData name="Bara Hamadeh" userId="S::b_hamadeh@asu.edu.jo::ba91a99f-f3ba-46e6-ad5d-582794b375a9" providerId="AD" clId="Web-{3B9AA856-73EB-0E54-D4BA-59CB5562A6BC}" dt="2024-02-25T23:02:45.191" v="16"/>
        <pc:sldMkLst>
          <pc:docMk/>
          <pc:sldMk cId="0" sldId="577"/>
        </pc:sldMkLst>
      </pc:sldChg>
      <pc:sldChg chg="modTransition">
        <pc:chgData name="Bara Hamadeh" userId="S::b_hamadeh@asu.edu.jo::ba91a99f-f3ba-46e6-ad5d-582794b375a9" providerId="AD" clId="Web-{3B9AA856-73EB-0E54-D4BA-59CB5562A6BC}" dt="2024-02-25T23:02:45.191" v="17"/>
        <pc:sldMkLst>
          <pc:docMk/>
          <pc:sldMk cId="0" sldId="578"/>
        </pc:sldMkLst>
      </pc:sldChg>
      <pc:sldChg chg="addSp modSp modTransition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0" sldId="579"/>
        </pc:sldMkLst>
        <pc:spChg chg="add 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0" sldId="579"/>
            <ac:spMk id="2" creationId="{DEE52160-7004-C978-2D22-63F0996FDE71}"/>
          </ac:spMkLst>
        </pc:spChg>
      </pc:sldChg>
      <pc:sldChg chg="addSp modSp modTransition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0" sldId="580"/>
        </pc:sldMkLst>
        <pc:spChg chg="add 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0" sldId="580"/>
            <ac:spMk id="2" creationId="{8A80ACBE-8912-9F1E-2778-4CEFA0B2D84C}"/>
          </ac:spMkLst>
        </pc:spChg>
      </pc:sldChg>
      <pc:sldChg chg="addSp modSp modTransition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0" sldId="581"/>
        </pc:sldMkLst>
        <pc:spChg chg="add 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0" sldId="581"/>
            <ac:spMk id="2" creationId="{5DF9AD33-08F4-1420-960F-90FD7EC9BAB0}"/>
          </ac:spMkLst>
        </pc:spChg>
      </pc:sldChg>
      <pc:sldChg chg="modSp modTransition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566201982" sldId="582"/>
        </pc:sldMkLst>
        <pc:spChg chg="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566201982" sldId="582"/>
            <ac:spMk id="4" creationId="{D425EB09-0755-60CC-FEB3-C3EAA5C3CB20}"/>
          </ac:spMkLst>
        </pc:spChg>
      </pc:sldChg>
      <pc:sldChg chg="modSp modTransition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549427700" sldId="583"/>
        </pc:sldMkLst>
        <pc:spChg chg="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549427700" sldId="583"/>
            <ac:spMk id="4" creationId="{6E06F586-C744-D7EF-1DD1-48615991A898}"/>
          </ac:spMkLst>
        </pc:spChg>
      </pc:sldChg>
      <pc:sldChg chg="modSp modTransition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2869759140" sldId="584"/>
        </pc:sldMkLst>
        <pc:spChg chg="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2869759140" sldId="584"/>
            <ac:spMk id="4" creationId="{3C027A26-35F6-0B39-7F35-58535C3105D3}"/>
          </ac:spMkLst>
        </pc:spChg>
      </pc:sldChg>
      <pc:sldChg chg="modSp modTransition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888092252" sldId="585"/>
        </pc:sldMkLst>
        <pc:spChg chg="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888092252" sldId="585"/>
            <ac:spMk id="4" creationId="{6AC60F89-BF82-2EF6-10D4-0587E551FCCF}"/>
          </ac:spMkLst>
        </pc:spChg>
      </pc:sldChg>
      <pc:sldChg chg="modSp modTransition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660308451" sldId="586"/>
        </pc:sldMkLst>
        <pc:spChg chg="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660308451" sldId="586"/>
            <ac:spMk id="4" creationId="{776C40A9-9091-0C88-EBE4-03AC66A73B1C}"/>
          </ac:spMkLst>
        </pc:spChg>
      </pc:sldChg>
      <pc:sldChg chg="modSp modTransition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2711721516" sldId="587"/>
        </pc:sldMkLst>
        <pc:spChg chg="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2711721516" sldId="587"/>
            <ac:spMk id="4" creationId="{57168FFC-823E-B353-EB5A-CD54C3333996}"/>
          </ac:spMkLst>
        </pc:spChg>
      </pc:sldChg>
      <pc:sldChg chg="modSp modTransition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2159834545" sldId="588"/>
        </pc:sldMkLst>
        <pc:spChg chg="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2159834545" sldId="588"/>
            <ac:spMk id="4" creationId="{1BEB199D-095C-5A8F-1AE1-6AE8340BBF5A}"/>
          </ac:spMkLst>
        </pc:spChg>
      </pc:sldChg>
      <pc:sldChg chg="modSp modTransition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2335789205" sldId="589"/>
        </pc:sldMkLst>
        <pc:spChg chg="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2335789205" sldId="589"/>
            <ac:spMk id="4" creationId="{1BEB199D-095C-5A8F-1AE1-6AE8340BBF5A}"/>
          </ac:spMkLst>
        </pc:spChg>
      </pc:sldChg>
      <pc:sldChg chg="modSp modTransition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215876856" sldId="590"/>
        </pc:sldMkLst>
        <pc:spChg chg="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215876856" sldId="590"/>
            <ac:spMk id="4" creationId="{4F1D3657-37B9-34A7-2032-AA47489C90BE}"/>
          </ac:spMkLst>
        </pc:spChg>
      </pc:sldChg>
      <pc:sldChg chg="modSp modTransition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3995898263" sldId="592"/>
        </pc:sldMkLst>
        <pc:spChg chg="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3995898263" sldId="592"/>
            <ac:spMk id="4" creationId="{DDDC0EE6-62F9-EF02-F64E-1392C0990244}"/>
          </ac:spMkLst>
        </pc:spChg>
      </pc:sldChg>
      <pc:sldChg chg="modSp modTransition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3074628177" sldId="593"/>
        </pc:sldMkLst>
        <pc:spChg chg="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3074628177" sldId="593"/>
            <ac:spMk id="4" creationId="{E8BEC7DC-F3B6-91A1-DCDA-230DC772C34B}"/>
          </ac:spMkLst>
        </pc:spChg>
      </pc:sldChg>
      <pc:sldChg chg="modSp modTransition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3453578181" sldId="595"/>
        </pc:sldMkLst>
        <pc:spChg chg="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3453578181" sldId="595"/>
            <ac:spMk id="4" creationId="{DDDC0EE6-62F9-EF02-F64E-1392C0990244}"/>
          </ac:spMkLst>
        </pc:spChg>
      </pc:sldChg>
      <pc:sldChg chg="modSp modTransition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2529463736" sldId="596"/>
        </pc:sldMkLst>
        <pc:spChg chg="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2529463736" sldId="596"/>
            <ac:spMk id="4" creationId="{DDDC0EE6-62F9-EF02-F64E-1392C0990244}"/>
          </ac:spMkLst>
        </pc:spChg>
      </pc:sldChg>
      <pc:sldChg chg="modSp modTransition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1380535479" sldId="597"/>
        </pc:sldMkLst>
        <pc:spChg chg="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1380535479" sldId="597"/>
            <ac:spMk id="4" creationId="{4F1D3657-37B9-34A7-2032-AA47489C90BE}"/>
          </ac:spMkLst>
        </pc:spChg>
      </pc:sldChg>
      <pc:sldChg chg="modSp modTransition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534950019" sldId="598"/>
        </pc:sldMkLst>
        <pc:spChg chg="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534950019" sldId="598"/>
            <ac:spMk id="4" creationId="{DDDC0EE6-62F9-EF02-F64E-1392C0990244}"/>
          </ac:spMkLst>
        </pc:spChg>
      </pc:sldChg>
      <pc:sldChg chg="modSp modTransition">
        <pc:chgData name="Bara Hamadeh" userId="S::b_hamadeh@asu.edu.jo::ba91a99f-f3ba-46e6-ad5d-582794b375a9" providerId="AD" clId="Web-{3B9AA856-73EB-0E54-D4BA-59CB5562A6BC}" dt="2024-02-25T23:03:10.145" v="41"/>
        <pc:sldMkLst>
          <pc:docMk/>
          <pc:sldMk cId="2062896366" sldId="599"/>
        </pc:sldMkLst>
        <pc:spChg chg="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k cId="2062896366" sldId="599"/>
            <ac:spMk id="4" creationId="{DDDC0EE6-62F9-EF02-F64E-1392C0990244}"/>
          </ac:spMkLst>
        </pc:spChg>
      </pc:sldChg>
      <pc:sldMasterChg chg="modSp mod modSldLayout">
        <pc:chgData name="Bara Hamadeh" userId="S::b_hamadeh@asu.edu.jo::ba91a99f-f3ba-46e6-ad5d-582794b375a9" providerId="AD" clId="Web-{3B9AA856-73EB-0E54-D4BA-59CB5562A6BC}" dt="2024-02-25T23:03:10.145" v="41"/>
        <pc:sldMasterMkLst>
          <pc:docMk/>
          <pc:sldMasterMk cId="1719295273" sldId="2147483672"/>
        </pc:sldMasterMkLst>
        <pc:spChg chg="mod">
          <ac:chgData name="Bara Hamadeh" userId="S::b_hamadeh@asu.edu.jo::ba91a99f-f3ba-46e6-ad5d-582794b375a9" providerId="AD" clId="Web-{3B9AA856-73EB-0E54-D4BA-59CB5562A6BC}" dt="2024-02-25T23:03:10.145" v="41"/>
          <ac:spMkLst>
            <pc:docMk/>
            <pc:sldMasterMk cId="1719295273" sldId="2147483672"/>
            <ac:spMk id="5" creationId="{00000000-0000-0000-0000-000000000000}"/>
          </ac:spMkLst>
        </pc:spChg>
        <pc:sldLayoutChg chg="modSp mod">
          <pc:chgData name="Bara Hamadeh" userId="S::b_hamadeh@asu.edu.jo::ba91a99f-f3ba-46e6-ad5d-582794b375a9" providerId="AD" clId="Web-{3B9AA856-73EB-0E54-D4BA-59CB5562A6BC}" dt="2024-02-25T23:03:10.145" v="41"/>
          <pc:sldLayoutMkLst>
            <pc:docMk/>
            <pc:sldMasterMk cId="1719295273" sldId="2147483672"/>
            <pc:sldLayoutMk cId="1136942225" sldId="2147483673"/>
          </pc:sldLayoutMkLst>
          <pc:spChg chg="mod">
            <ac:chgData name="Bara Hamadeh" userId="S::b_hamadeh@asu.edu.jo::ba91a99f-f3ba-46e6-ad5d-582794b375a9" providerId="AD" clId="Web-{3B9AA856-73EB-0E54-D4BA-59CB5562A6BC}" dt="2024-02-25T23:03:10.145" v="41"/>
            <ac:spMkLst>
              <pc:docMk/>
              <pc:sldMasterMk cId="1719295273" sldId="2147483672"/>
              <pc:sldLayoutMk cId="1136942225" sldId="2147483673"/>
              <ac:spMk id="5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3B9AA856-73EB-0E54-D4BA-59CB5562A6BC}" dt="2024-02-25T23:03:10.145" v="41"/>
          <pc:sldLayoutMkLst>
            <pc:docMk/>
            <pc:sldMasterMk cId="1719295273" sldId="2147483672"/>
            <pc:sldLayoutMk cId="543625086" sldId="2147483674"/>
          </pc:sldLayoutMkLst>
          <pc:spChg chg="mod">
            <ac:chgData name="Bara Hamadeh" userId="S::b_hamadeh@asu.edu.jo::ba91a99f-f3ba-46e6-ad5d-582794b375a9" providerId="AD" clId="Web-{3B9AA856-73EB-0E54-D4BA-59CB5562A6BC}" dt="2024-02-25T23:03:10.145" v="41"/>
            <ac:spMkLst>
              <pc:docMk/>
              <pc:sldMasterMk cId="1719295273" sldId="2147483672"/>
              <pc:sldLayoutMk cId="543625086" sldId="2147483674"/>
              <ac:spMk id="5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3B9AA856-73EB-0E54-D4BA-59CB5562A6BC}" dt="2024-02-25T23:03:10.145" v="41"/>
          <pc:sldLayoutMkLst>
            <pc:docMk/>
            <pc:sldMasterMk cId="1719295273" sldId="2147483672"/>
            <pc:sldLayoutMk cId="695053800" sldId="2147483675"/>
          </pc:sldLayoutMkLst>
          <pc:spChg chg="mod">
            <ac:chgData name="Bara Hamadeh" userId="S::b_hamadeh@asu.edu.jo::ba91a99f-f3ba-46e6-ad5d-582794b375a9" providerId="AD" clId="Web-{3B9AA856-73EB-0E54-D4BA-59CB5562A6BC}" dt="2024-02-25T23:03:10.145" v="41"/>
            <ac:spMkLst>
              <pc:docMk/>
              <pc:sldMasterMk cId="1719295273" sldId="2147483672"/>
              <pc:sldLayoutMk cId="695053800" sldId="2147483675"/>
              <ac:spMk id="5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3B9AA856-73EB-0E54-D4BA-59CB5562A6BC}" dt="2024-02-25T23:03:10.145" v="41"/>
          <pc:sldLayoutMkLst>
            <pc:docMk/>
            <pc:sldMasterMk cId="1719295273" sldId="2147483672"/>
            <pc:sldLayoutMk cId="1555795183" sldId="2147483676"/>
          </pc:sldLayoutMkLst>
          <pc:spChg chg="mod">
            <ac:chgData name="Bara Hamadeh" userId="S::b_hamadeh@asu.edu.jo::ba91a99f-f3ba-46e6-ad5d-582794b375a9" providerId="AD" clId="Web-{3B9AA856-73EB-0E54-D4BA-59CB5562A6BC}" dt="2024-02-25T23:03:10.145" v="41"/>
            <ac:spMkLst>
              <pc:docMk/>
              <pc:sldMasterMk cId="1719295273" sldId="2147483672"/>
              <pc:sldLayoutMk cId="1555795183" sldId="2147483676"/>
              <ac:spMk id="6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3B9AA856-73EB-0E54-D4BA-59CB5562A6BC}" dt="2024-02-25T23:03:10.145" v="41"/>
          <pc:sldLayoutMkLst>
            <pc:docMk/>
            <pc:sldMasterMk cId="1719295273" sldId="2147483672"/>
            <pc:sldLayoutMk cId="3154714844" sldId="2147483677"/>
          </pc:sldLayoutMkLst>
          <pc:spChg chg="mod">
            <ac:chgData name="Bara Hamadeh" userId="S::b_hamadeh@asu.edu.jo::ba91a99f-f3ba-46e6-ad5d-582794b375a9" providerId="AD" clId="Web-{3B9AA856-73EB-0E54-D4BA-59CB5562A6BC}" dt="2024-02-25T23:03:10.145" v="41"/>
            <ac:spMkLst>
              <pc:docMk/>
              <pc:sldMasterMk cId="1719295273" sldId="2147483672"/>
              <pc:sldLayoutMk cId="3154714844" sldId="2147483677"/>
              <ac:spMk id="8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3B9AA856-73EB-0E54-D4BA-59CB5562A6BC}" dt="2024-02-25T23:03:10.145" v="41"/>
          <pc:sldLayoutMkLst>
            <pc:docMk/>
            <pc:sldMasterMk cId="1719295273" sldId="2147483672"/>
            <pc:sldLayoutMk cId="1943265441" sldId="2147483678"/>
          </pc:sldLayoutMkLst>
          <pc:spChg chg="mod">
            <ac:chgData name="Bara Hamadeh" userId="S::b_hamadeh@asu.edu.jo::ba91a99f-f3ba-46e6-ad5d-582794b375a9" providerId="AD" clId="Web-{3B9AA856-73EB-0E54-D4BA-59CB5562A6BC}" dt="2024-02-25T23:03:10.145" v="41"/>
            <ac:spMkLst>
              <pc:docMk/>
              <pc:sldMasterMk cId="1719295273" sldId="2147483672"/>
              <pc:sldLayoutMk cId="1943265441" sldId="2147483678"/>
              <ac:spMk id="4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3B9AA856-73EB-0E54-D4BA-59CB5562A6BC}" dt="2024-02-25T23:03:10.145" v="41"/>
          <pc:sldLayoutMkLst>
            <pc:docMk/>
            <pc:sldMasterMk cId="1719295273" sldId="2147483672"/>
            <pc:sldLayoutMk cId="1103728720" sldId="2147483679"/>
          </pc:sldLayoutMkLst>
          <pc:spChg chg="mod">
            <ac:chgData name="Bara Hamadeh" userId="S::b_hamadeh@asu.edu.jo::ba91a99f-f3ba-46e6-ad5d-582794b375a9" providerId="AD" clId="Web-{3B9AA856-73EB-0E54-D4BA-59CB5562A6BC}" dt="2024-02-25T23:03:10.145" v="41"/>
            <ac:spMkLst>
              <pc:docMk/>
              <pc:sldMasterMk cId="1719295273" sldId="2147483672"/>
              <pc:sldLayoutMk cId="1103728720" sldId="2147483679"/>
              <ac:spMk id="8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3B9AA856-73EB-0E54-D4BA-59CB5562A6BC}" dt="2024-02-25T23:03:10.145" v="41"/>
          <pc:sldLayoutMkLst>
            <pc:docMk/>
            <pc:sldMasterMk cId="1719295273" sldId="2147483672"/>
            <pc:sldLayoutMk cId="3199667561" sldId="2147483680"/>
          </pc:sldLayoutMkLst>
          <pc:spChg chg="mod">
            <ac:chgData name="Bara Hamadeh" userId="S::b_hamadeh@asu.edu.jo::ba91a99f-f3ba-46e6-ad5d-582794b375a9" providerId="AD" clId="Web-{3B9AA856-73EB-0E54-D4BA-59CB5562A6BC}" dt="2024-02-25T23:03:10.145" v="41"/>
            <ac:spMkLst>
              <pc:docMk/>
              <pc:sldMasterMk cId="1719295273" sldId="2147483672"/>
              <pc:sldLayoutMk cId="3199667561" sldId="2147483680"/>
              <ac:spMk id="6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3B9AA856-73EB-0E54-D4BA-59CB5562A6BC}" dt="2024-02-25T23:03:10.145" v="41"/>
          <pc:sldLayoutMkLst>
            <pc:docMk/>
            <pc:sldMasterMk cId="1719295273" sldId="2147483672"/>
            <pc:sldLayoutMk cId="1593807278" sldId="2147483681"/>
          </pc:sldLayoutMkLst>
          <pc:spChg chg="mod">
            <ac:chgData name="Bara Hamadeh" userId="S::b_hamadeh@asu.edu.jo::ba91a99f-f3ba-46e6-ad5d-582794b375a9" providerId="AD" clId="Web-{3B9AA856-73EB-0E54-D4BA-59CB5562A6BC}" dt="2024-02-25T23:03:10.145" v="41"/>
            <ac:spMkLst>
              <pc:docMk/>
              <pc:sldMasterMk cId="1719295273" sldId="2147483672"/>
              <pc:sldLayoutMk cId="1593807278" sldId="2147483681"/>
              <ac:spMk id="6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3B9AA856-73EB-0E54-D4BA-59CB5562A6BC}" dt="2024-02-25T23:03:10.145" v="41"/>
          <pc:sldLayoutMkLst>
            <pc:docMk/>
            <pc:sldMasterMk cId="1719295273" sldId="2147483672"/>
            <pc:sldLayoutMk cId="4052592978" sldId="2147483682"/>
          </pc:sldLayoutMkLst>
          <pc:spChg chg="mod">
            <ac:chgData name="Bara Hamadeh" userId="S::b_hamadeh@asu.edu.jo::ba91a99f-f3ba-46e6-ad5d-582794b375a9" providerId="AD" clId="Web-{3B9AA856-73EB-0E54-D4BA-59CB5562A6BC}" dt="2024-02-25T23:03:10.145" v="41"/>
            <ac:spMkLst>
              <pc:docMk/>
              <pc:sldMasterMk cId="1719295273" sldId="2147483672"/>
              <pc:sldLayoutMk cId="4052592978" sldId="2147483682"/>
              <ac:spMk id="5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3B9AA856-73EB-0E54-D4BA-59CB5562A6BC}" dt="2024-02-25T23:03:10.145" v="41"/>
          <pc:sldLayoutMkLst>
            <pc:docMk/>
            <pc:sldMasterMk cId="1719295273" sldId="2147483672"/>
            <pc:sldLayoutMk cId="2606264647" sldId="2147483683"/>
          </pc:sldLayoutMkLst>
          <pc:spChg chg="mod">
            <ac:chgData name="Bara Hamadeh" userId="S::b_hamadeh@asu.edu.jo::ba91a99f-f3ba-46e6-ad5d-582794b375a9" providerId="AD" clId="Web-{3B9AA856-73EB-0E54-D4BA-59CB5562A6BC}" dt="2024-02-25T23:03:10.145" v="41"/>
            <ac:spMkLst>
              <pc:docMk/>
              <pc:sldMasterMk cId="1719295273" sldId="2147483672"/>
              <pc:sldLayoutMk cId="2606264647" sldId="2147483683"/>
              <ac:spMk id="5" creationId="{00000000-0000-0000-0000-000000000000}"/>
            </ac:spMkLst>
          </pc:spChg>
        </pc:sldLayoutChg>
        <pc:sldLayoutChg chg="mod">
          <pc:chgData name="Bara Hamadeh" userId="S::b_hamadeh@asu.edu.jo::ba91a99f-f3ba-46e6-ad5d-582794b375a9" providerId="AD" clId="Web-{3B9AA856-73EB-0E54-D4BA-59CB5562A6BC}" dt="2024-02-25T23:03:10.145" v="41"/>
          <pc:sldLayoutMkLst>
            <pc:docMk/>
            <pc:sldMasterMk cId="1719295273" sldId="2147483672"/>
            <pc:sldLayoutMk cId="4205396170" sldId="214748368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5B87DE-9E73-458A-8E46-5005C259709B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5C0B3B-8708-4C1B-BF63-D2C17A953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356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5C0B3B-8708-4C1B-BF63-D2C17A95331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11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5C0B3B-8708-4C1B-BF63-D2C17A95331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883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3BE2A-8381-40C9-B3D6-6229E5CD3030}" type="datetime1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694222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062AF-8B3E-4DB9-828D-83ADE13B6805}" type="datetime1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625086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FF2BB-DF0E-4B1C-ACD2-7C019724981D}" type="datetime1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5053800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3755-EACB-46D1-BFD1-81FC7701AE8C}" type="datetime1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795183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FC37-99B6-4B88-B98A-9BD403B4378A}" type="datetime1">
              <a:rPr lang="en-US" smtClean="0"/>
              <a:t>2/25/2024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714844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CDD88-3789-4638-AB8D-650CA7D4E8A9}" type="datetime1">
              <a:rPr lang="en-US" smtClean="0"/>
              <a:t>2/25/2024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65441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4F46A-2CA9-4AE5-AF29-103B9F7CEC13}" type="datetime1">
              <a:rPr lang="en-US" smtClean="0"/>
              <a:t>2/25/2024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28720"/>
      </p:ext>
    </p:extLst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C4C7BBA-DF5C-454A-B94F-8E4E2F8638DD}" type="datetime1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67561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E9E84-9BE9-4967-ADFE-B13858CEC510}" type="datetime1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807278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2448B-D712-4438-B98F-BC01B3FC3196}" type="datetime1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92978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2A8D3-2D4A-40A6-A64D-6BFF16A79ACA}" type="datetime1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264647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8575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65735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5735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858337-9C64-492E-B15B-AEE53A6ABE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396170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8791" y="1845734"/>
            <a:ext cx="11481847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8792" y="6459785"/>
            <a:ext cx="242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78F382D-057B-4A0C-9363-4D711C8934E2}" type="datetime1">
              <a:rPr lang="en-US" smtClean="0"/>
              <a:t>2/25/2024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46895" y="6459785"/>
            <a:ext cx="6966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Edited and Reviewed By: I. Bara' Qadomi &amp; I. Bara' Hamadah (FIT, Applied Science Private University)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9301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 flipV="1">
            <a:off x="348791" y="1737360"/>
            <a:ext cx="11481847" cy="485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9295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180000" indent="-36000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0000" indent="-36000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3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426FD-D193-2F6D-1700-2CC522B16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/>
          <a:lstStyle/>
          <a:p>
            <a:r>
              <a:rPr lang="en-US" dirty="0">
                <a:solidFill>
                  <a:srgbClr val="262626"/>
                </a:solidFill>
                <a:cs typeface="Arial"/>
              </a:rPr>
              <a:t>Fundamental Programming in JAVA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7DB7FE-4890-3792-0238-F23914BC3E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Arial"/>
              </a:rPr>
              <a:t>One-Dimensional Arrays</a:t>
            </a:r>
          </a:p>
          <a:p>
            <a:endParaRPr lang="en-US" altLang="ar-SA" dirty="0"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56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ar-SA" dirty="0"/>
              <a:t>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3"/>
            <a:ext cx="11481847" cy="433215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200" dirty="0">
                <a:latin typeface="+mj-lt"/>
                <a:cs typeface="Arial" panose="020B0604020202020204" pitchFamily="34" charset="0"/>
              </a:rPr>
              <a:t>To declare array reference variables and create arrays.</a:t>
            </a:r>
          </a:p>
          <a:p>
            <a:pPr>
              <a:defRPr/>
            </a:pPr>
            <a:r>
              <a:rPr lang="en-US" sz="2200" dirty="0">
                <a:latin typeface="+mj-lt"/>
                <a:cs typeface="Arial" panose="020B0604020202020204" pitchFamily="34" charset="0"/>
              </a:rPr>
              <a:t>To obtain array size using </a:t>
            </a:r>
            <a:r>
              <a:rPr lang="en-US" sz="2200" dirty="0" err="1">
                <a:latin typeface="+mj-lt"/>
                <a:cs typeface="Arial" panose="020B0604020202020204" pitchFamily="34" charset="0"/>
              </a:rPr>
              <a:t>arrayRefVar.length</a:t>
            </a:r>
            <a:r>
              <a:rPr lang="en-US" sz="2200" dirty="0">
                <a:latin typeface="+mj-lt"/>
                <a:cs typeface="Arial" panose="020B0604020202020204" pitchFamily="34" charset="0"/>
              </a:rPr>
              <a:t> and know default values in an array.</a:t>
            </a:r>
          </a:p>
          <a:p>
            <a:pPr>
              <a:defRPr/>
            </a:pPr>
            <a:r>
              <a:rPr lang="en-US" sz="2200" dirty="0">
                <a:latin typeface="+mj-lt"/>
                <a:cs typeface="Arial" panose="020B0604020202020204" pitchFamily="34" charset="0"/>
              </a:rPr>
              <a:t>To access array elements using indexes.</a:t>
            </a:r>
          </a:p>
          <a:p>
            <a:pPr>
              <a:defRPr/>
            </a:pPr>
            <a:r>
              <a:rPr lang="en-US" sz="2200" dirty="0">
                <a:latin typeface="+mj-lt"/>
                <a:cs typeface="Arial" panose="020B0604020202020204" pitchFamily="34" charset="0"/>
              </a:rPr>
              <a:t>To declare, create, and initialize an array using an array initializer.</a:t>
            </a:r>
          </a:p>
          <a:p>
            <a:pPr>
              <a:defRPr/>
            </a:pPr>
            <a:r>
              <a:rPr lang="en-US" sz="2200" dirty="0">
                <a:latin typeface="+mj-lt"/>
                <a:cs typeface="Arial" panose="020B0604020202020204" pitchFamily="34" charset="0"/>
              </a:rPr>
              <a:t>To simplify programming using the foreach loops.</a:t>
            </a:r>
          </a:p>
          <a:p>
            <a:pPr>
              <a:defRPr/>
            </a:pPr>
            <a:r>
              <a:rPr lang="en-US" sz="2200" dirty="0">
                <a:latin typeface="+mj-lt"/>
                <a:cs typeface="Arial" panose="020B0604020202020204" pitchFamily="34" charset="0"/>
              </a:rPr>
              <a:t>To copy contents from one array to another.</a:t>
            </a:r>
          </a:p>
          <a:p>
            <a:pPr>
              <a:defRPr/>
            </a:pPr>
            <a:r>
              <a:rPr lang="en-US" sz="2200" dirty="0">
                <a:latin typeface="+mj-lt"/>
                <a:cs typeface="Arial" panose="020B0604020202020204" pitchFamily="34" charset="0"/>
              </a:rPr>
              <a:t>To program common array operations (displaying arrays, summing all elements and finding the minimum and maximum).</a:t>
            </a:r>
            <a:endParaRPr lang="en-US" sz="2200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58CA88-4CE1-2FF4-DD8D-F6AFF13B6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76389556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 dirty="0"/>
              <a:t>Introducing Arrays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altLang="en-US" sz="2400" dirty="0"/>
              <a:t>Array is a data structure that represents a collection of the same types of data. </a:t>
            </a:r>
            <a:endParaRPr lang="en-US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40716F25-E5EA-C674-3DDF-837F08DE15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0040" y="2328051"/>
            <a:ext cx="7059577" cy="3899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1219679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dirty="0"/>
              <a:t>Array Declaration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pPr marL="342900" indent="-342900"/>
            <a:r>
              <a:rPr lang="en-US" sz="2400" dirty="0"/>
              <a:t>The syntax for declaring an array variable is:</a:t>
            </a:r>
          </a:p>
          <a:p>
            <a:pPr marL="0" indent="0">
              <a:buNone/>
            </a:pPr>
            <a:r>
              <a:rPr lang="en-US" altLang="en-US" sz="2400" dirty="0">
                <a:latin typeface="Courier New" pitchFamily="49" charset="0"/>
              </a:rPr>
              <a:t> datatype[] </a:t>
            </a:r>
            <a:r>
              <a:rPr lang="en-US" altLang="en-US" sz="2400" dirty="0" err="1">
                <a:solidFill>
                  <a:schemeClr val="bg2">
                    <a:lumMod val="50000"/>
                  </a:schemeClr>
                </a:solidFill>
                <a:latin typeface="Courier New" pitchFamily="49" charset="0"/>
              </a:rPr>
              <a:t>arrayRefVar</a:t>
            </a:r>
            <a:r>
              <a:rPr lang="en-US" altLang="en-US" sz="2400" dirty="0">
                <a:latin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en-US" b="1" dirty="0">
                <a:solidFill>
                  <a:srgbClr val="FF0000"/>
                </a:solidFill>
                <a:latin typeface="+mj-lt"/>
              </a:rPr>
              <a:t>Example</a:t>
            </a:r>
            <a:r>
              <a:rPr lang="en-US" altLang="en-US" b="1" dirty="0">
                <a:solidFill>
                  <a:srgbClr val="FF0000"/>
                </a:solidFill>
                <a:latin typeface="Courier New" pitchFamily="49" charset="0"/>
              </a:rPr>
              <a:t>:</a:t>
            </a:r>
            <a:endParaRPr lang="en-US" altLang="en-US" sz="2400" dirty="0">
              <a:latin typeface="Courier New" pitchFamily="49" charset="0"/>
            </a:endParaRPr>
          </a:p>
          <a:p>
            <a:pPr marL="0" indent="0">
              <a:buNone/>
            </a:pPr>
            <a:r>
              <a:rPr lang="en-US" altLang="en-US" sz="2400" dirty="0">
                <a:latin typeface="Courier New" pitchFamily="49" charset="0"/>
              </a:rPr>
              <a:t>double[] </a:t>
            </a:r>
            <a:r>
              <a:rPr lang="en-US" altLang="en-US" sz="2400" dirty="0" err="1">
                <a:solidFill>
                  <a:schemeClr val="bg2">
                    <a:lumMod val="50000"/>
                  </a:schemeClr>
                </a:solidFill>
                <a:latin typeface="Courier New" pitchFamily="49" charset="0"/>
              </a:rPr>
              <a:t>myList</a:t>
            </a:r>
            <a:r>
              <a:rPr lang="en-US" altLang="en-US" sz="2400" dirty="0">
                <a:latin typeface="Courier New" pitchFamily="49" charset="0"/>
              </a:rPr>
              <a:t>;</a:t>
            </a:r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107DBA1-F0A0-8189-26CF-52A2111B3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A7B6DACF-7FCA-4CE5-2620-37A73C637829}"/>
              </a:ext>
            </a:extLst>
          </p:cNvPr>
          <p:cNvSpPr txBox="1">
            <a:spLocks/>
          </p:cNvSpPr>
          <p:nvPr/>
        </p:nvSpPr>
        <p:spPr>
          <a:xfrm>
            <a:off x="6656082" y="7721515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2400" kern="1200" cap="all" baseline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6B9D7506-55EB-4750-B5A6-9F8D3D6224D2}" type="slidenum">
              <a:rPr lang="en-US" altLang="en-US" sz="1400" smtClean="0"/>
              <a:pPr/>
              <a:t>4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548178901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5E265-45DE-317E-AF02-42A1EC5DA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dirty="0"/>
              <a:t>Array creation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66703-D1A7-DE4C-F576-08D64E7ED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pPr marL="342900" indent="-342900"/>
            <a:r>
              <a:rPr lang="en-US" sz="2400" dirty="0"/>
              <a:t>The syntax for creating the array is:</a:t>
            </a:r>
          </a:p>
          <a:p>
            <a:pPr marL="0" indent="0">
              <a:buNone/>
            </a:pPr>
            <a:r>
              <a:rPr lang="en-US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arrayName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DataType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arraySize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/>
            <a:r>
              <a:rPr lang="en-US" sz="2400" b="1" dirty="0">
                <a:solidFill>
                  <a:srgbClr val="FF0000"/>
                </a:solidFill>
              </a:rPr>
              <a:t>Example</a:t>
            </a:r>
            <a:r>
              <a:rPr lang="en-US" sz="2400" dirty="0"/>
              <a:t> :</a:t>
            </a:r>
          </a:p>
          <a:p>
            <a:pPr marL="0" indent="0">
              <a:buNone/>
            </a:pPr>
            <a:r>
              <a:rPr lang="en-US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myList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new double[10];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6AF1D-00FE-D07A-31FF-C52D761D9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1306156448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 sz="4800" dirty="0"/>
              <a:t>Declaring and Creating in </a:t>
            </a:r>
            <a:r>
              <a:rPr lang="en-US" altLang="en-US" sz="4800" b="1" dirty="0"/>
              <a:t>One Step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17B6DB-87BC-F7F6-3318-AD71949D8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en-US" sz="2400" dirty="0">
                <a:latin typeface="Courier New" pitchFamily="49" charset="0"/>
              </a:rPr>
              <a:t>         </a:t>
            </a:r>
          </a:p>
          <a:p>
            <a:pPr marL="0" indent="0">
              <a:buNone/>
              <a:defRPr/>
            </a:pPr>
            <a:r>
              <a:rPr lang="en-US" dirty="0">
                <a:latin typeface="Courier New" pitchFamily="49" charset="0"/>
              </a:rPr>
              <a:t>       </a:t>
            </a:r>
            <a:endParaRPr lang="en-US" sz="2400" dirty="0">
              <a:latin typeface="Courier New" pitchFamily="49" charset="0"/>
            </a:endParaRPr>
          </a:p>
          <a:p>
            <a:pPr>
              <a:spcBef>
                <a:spcPct val="75000"/>
              </a:spcBef>
              <a:defRPr/>
            </a:pPr>
            <a:r>
              <a:rPr lang="en-US" sz="2400" dirty="0">
                <a:latin typeface="Courier New" pitchFamily="49" charset="0"/>
              </a:rPr>
              <a:t> </a:t>
            </a:r>
            <a:r>
              <a:rPr lang="en-US" sz="2400" dirty="0"/>
              <a:t>Examples:</a:t>
            </a:r>
          </a:p>
          <a:p>
            <a:pPr>
              <a:spcBef>
                <a:spcPts val="0"/>
              </a:spcBef>
              <a:buFont typeface="Monotype Sorts" pitchFamily="2" charset="2"/>
              <a:buNone/>
              <a:defRPr/>
            </a:pPr>
            <a:endParaRPr lang="en-US" sz="2400" dirty="0">
              <a:latin typeface="Courier New" pitchFamily="49" charset="0"/>
            </a:endParaRPr>
          </a:p>
          <a:p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2D3E7BD-C602-41A4-7A93-C109FB4F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481EE4-4A89-EDA1-7B64-AC7119DDEC95}"/>
              </a:ext>
            </a:extLst>
          </p:cNvPr>
          <p:cNvSpPr/>
          <p:nvPr/>
        </p:nvSpPr>
        <p:spPr>
          <a:xfrm>
            <a:off x="1230560" y="2127587"/>
            <a:ext cx="9467557" cy="7315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ourier New" pitchFamily="49" charset="0"/>
              </a:rPr>
              <a:t>datatype[] </a:t>
            </a:r>
            <a:r>
              <a:rPr lang="en-US" sz="2000" b="1" dirty="0" err="1">
                <a:solidFill>
                  <a:schemeClr val="bg2">
                    <a:lumMod val="50000"/>
                  </a:schemeClr>
                </a:solidFill>
                <a:latin typeface="Courier New" pitchFamily="49" charset="0"/>
              </a:rPr>
              <a:t>arrayRefVar</a:t>
            </a:r>
            <a:r>
              <a:rPr lang="en-US" sz="2000" dirty="0">
                <a:latin typeface="Courier New" pitchFamily="49" charset="0"/>
              </a:rPr>
              <a:t> = </a:t>
            </a:r>
            <a:r>
              <a:rPr lang="en-US" sz="2000" dirty="0">
                <a:solidFill>
                  <a:srgbClr val="C00000"/>
                </a:solidFill>
                <a:latin typeface="Courier New" pitchFamily="49" charset="0"/>
              </a:rPr>
              <a:t>new</a:t>
            </a:r>
            <a:r>
              <a:rPr lang="en-US" sz="2000" dirty="0">
                <a:latin typeface="Courier New" pitchFamily="49" charset="0"/>
              </a:rPr>
              <a:t>  datatype[</a:t>
            </a:r>
            <a:r>
              <a:rPr lang="en-US" sz="2000" dirty="0" err="1">
                <a:latin typeface="Courier New" pitchFamily="49" charset="0"/>
              </a:rPr>
              <a:t>arraySize</a:t>
            </a:r>
            <a:r>
              <a:rPr lang="en-US" sz="2000" dirty="0">
                <a:latin typeface="Courier New" pitchFamily="49" charset="0"/>
              </a:rPr>
              <a:t>];</a:t>
            </a:r>
            <a:endParaRPr lang="en-US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B1123A-58D7-F659-6315-603291BC3A57}"/>
              </a:ext>
            </a:extLst>
          </p:cNvPr>
          <p:cNvSpPr/>
          <p:nvPr/>
        </p:nvSpPr>
        <p:spPr>
          <a:xfrm>
            <a:off x="1230559" y="3857414"/>
            <a:ext cx="9467557" cy="17189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buFont typeface="Monotype Sorts" pitchFamily="2" charset="2"/>
              <a:buNone/>
              <a:defRPr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double[] </a:t>
            </a:r>
            <a:r>
              <a:rPr lang="en-US" sz="2000" b="1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myList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double[10];</a:t>
            </a:r>
          </a:p>
          <a:p>
            <a:pPr marL="0" lvl="0" indent="0" algn="ctr" rtl="0">
              <a:spcBef>
                <a:spcPct val="20000"/>
              </a:spcBef>
              <a:buClr>
                <a:srgbClr val="8D89A4"/>
              </a:buClr>
              <a:buSzPct val="95000"/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double [ ] </a:t>
            </a: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marks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double [45];</a:t>
            </a:r>
          </a:p>
          <a:p>
            <a:pPr marL="0" lvl="0" indent="0" algn="ctr" rtl="0">
              <a:spcBef>
                <a:spcPct val="20000"/>
              </a:spcBef>
              <a:buClr>
                <a:srgbClr val="8D89A4"/>
              </a:buClr>
              <a:buSzPct val="95000"/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 </a:t>
            </a: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[ ] = </a:t>
            </a:r>
            <a:r>
              <a: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int [100];</a:t>
            </a:r>
          </a:p>
        </p:txBody>
      </p:sp>
    </p:spTree>
    <p:extLst>
      <p:ext uri="{BB962C8B-B14F-4D97-AF65-F5344CB8AC3E}">
        <p14:creationId xmlns:p14="http://schemas.microsoft.com/office/powerpoint/2010/main" val="1352624426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01F80-D22E-AFBA-ED72-175EBEA0F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 sz="4800" dirty="0"/>
              <a:t>Declaring, creating, initializing Using the Shorthand Notation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40E4D-3F75-D330-728A-4D60B4559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>
            <a:normAutofit/>
          </a:bodyPr>
          <a:lstStyle/>
          <a:p>
            <a:pPr marL="0" indent="0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en-US" sz="2400" dirty="0">
                <a:latin typeface="Courier New" pitchFamily="49" charset="0"/>
              </a:rPr>
              <a:t>double[] </a:t>
            </a:r>
            <a:r>
              <a:rPr lang="en-US" altLang="en-US" sz="2400" b="1" dirty="0" err="1">
                <a:solidFill>
                  <a:schemeClr val="bg2">
                    <a:lumMod val="50000"/>
                  </a:schemeClr>
                </a:solidFill>
                <a:latin typeface="Courier New" pitchFamily="49" charset="0"/>
              </a:rPr>
              <a:t>myList</a:t>
            </a:r>
            <a:r>
              <a:rPr lang="en-US" altLang="en-US" sz="2400" dirty="0">
                <a:latin typeface="Courier New" pitchFamily="49" charset="0"/>
              </a:rPr>
              <a:t> = {1.9, 2.9, 3.4, 3.5};</a:t>
            </a:r>
          </a:p>
          <a:p>
            <a:pPr marL="342900" indent="-342900">
              <a:spcBef>
                <a:spcPct val="50000"/>
              </a:spcBef>
            </a:pPr>
            <a:r>
              <a:rPr lang="en-US" altLang="en-US" dirty="0">
                <a:cs typeface="Times New Roman" pitchFamily="18" charset="0"/>
              </a:rPr>
              <a:t>This </a:t>
            </a:r>
            <a:r>
              <a:rPr lang="en-US" altLang="en-US" b="1" dirty="0">
                <a:cs typeface="Times New Roman" pitchFamily="18" charset="0"/>
              </a:rPr>
              <a:t>shorthand</a:t>
            </a:r>
            <a:r>
              <a:rPr lang="en-US" altLang="en-US" dirty="0">
                <a:cs typeface="Times New Roman" pitchFamily="18" charset="0"/>
              </a:rPr>
              <a:t> notation is </a:t>
            </a:r>
            <a:r>
              <a:rPr lang="en-US" altLang="en-US" dirty="0">
                <a:solidFill>
                  <a:srgbClr val="C00000"/>
                </a:solidFill>
                <a:cs typeface="Times New Roman" pitchFamily="18" charset="0"/>
              </a:rPr>
              <a:t>equivalent to </a:t>
            </a:r>
            <a:r>
              <a:rPr lang="en-US" altLang="en-US" dirty="0">
                <a:cs typeface="Times New Roman" pitchFamily="18" charset="0"/>
              </a:rPr>
              <a:t>the following statements:</a:t>
            </a:r>
          </a:p>
          <a:p>
            <a:pPr marL="0" indent="0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en-US" sz="2400" dirty="0">
                <a:latin typeface="Courier New" pitchFamily="49" charset="0"/>
              </a:rPr>
              <a:t>  double[] </a:t>
            </a:r>
            <a:r>
              <a:rPr lang="en-US" altLang="en-US" sz="2400" b="1" dirty="0" err="1">
                <a:solidFill>
                  <a:schemeClr val="bg2">
                    <a:lumMod val="50000"/>
                  </a:schemeClr>
                </a:solidFill>
                <a:latin typeface="Courier New" pitchFamily="49" charset="0"/>
              </a:rPr>
              <a:t>myList</a:t>
            </a:r>
            <a:r>
              <a:rPr lang="en-US" altLang="en-US" sz="2400" dirty="0">
                <a:latin typeface="Courier New" pitchFamily="49" charset="0"/>
              </a:rPr>
              <a:t> = new double[4];</a:t>
            </a:r>
          </a:p>
          <a:p>
            <a:pPr marL="0" indent="0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en-US" sz="2400" dirty="0">
                <a:latin typeface="Courier New" pitchFamily="49" charset="0"/>
              </a:rPr>
              <a:t>  </a:t>
            </a:r>
            <a:r>
              <a:rPr lang="en-US" altLang="en-US" sz="2400" b="1" dirty="0" err="1">
                <a:solidFill>
                  <a:schemeClr val="bg2">
                    <a:lumMod val="50000"/>
                  </a:schemeClr>
                </a:solidFill>
                <a:latin typeface="Courier New" pitchFamily="49" charset="0"/>
              </a:rPr>
              <a:t>myList</a:t>
            </a:r>
            <a:r>
              <a:rPr lang="en-US" altLang="en-US" sz="2400" dirty="0">
                <a:latin typeface="Courier New" pitchFamily="49" charset="0"/>
              </a:rPr>
              <a:t>[0] = 1.9;</a:t>
            </a:r>
          </a:p>
          <a:p>
            <a:pPr marL="0" indent="0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en-US" sz="2400" dirty="0">
                <a:latin typeface="Courier New" pitchFamily="49" charset="0"/>
              </a:rPr>
              <a:t>  </a:t>
            </a:r>
            <a:r>
              <a:rPr lang="en-US" altLang="en-US" sz="2400" b="1" dirty="0" err="1">
                <a:solidFill>
                  <a:schemeClr val="bg2">
                    <a:lumMod val="50000"/>
                  </a:schemeClr>
                </a:solidFill>
                <a:latin typeface="Courier New" pitchFamily="49" charset="0"/>
              </a:rPr>
              <a:t>myList</a:t>
            </a:r>
            <a:r>
              <a:rPr lang="en-US" altLang="en-US" sz="2400" dirty="0">
                <a:latin typeface="Courier New" pitchFamily="49" charset="0"/>
              </a:rPr>
              <a:t>[1] = 2.9;</a:t>
            </a:r>
          </a:p>
          <a:p>
            <a:pPr marL="0" indent="0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en-US" sz="2400" dirty="0">
                <a:latin typeface="Courier New" pitchFamily="49" charset="0"/>
              </a:rPr>
              <a:t>  </a:t>
            </a:r>
            <a:r>
              <a:rPr lang="en-US" altLang="en-US" sz="2400" b="1" dirty="0" err="1">
                <a:solidFill>
                  <a:schemeClr val="bg2">
                    <a:lumMod val="50000"/>
                  </a:schemeClr>
                </a:solidFill>
                <a:latin typeface="Courier New" pitchFamily="49" charset="0"/>
              </a:rPr>
              <a:t>myList</a:t>
            </a:r>
            <a:r>
              <a:rPr lang="en-US" altLang="en-US" sz="2400" dirty="0">
                <a:latin typeface="Courier New" pitchFamily="49" charset="0"/>
              </a:rPr>
              <a:t>[2] = 3.4;</a:t>
            </a:r>
          </a:p>
          <a:p>
            <a:pPr marL="0" indent="0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en-US" sz="2400" dirty="0">
                <a:latin typeface="Courier New" pitchFamily="49" charset="0"/>
              </a:rPr>
              <a:t>  </a:t>
            </a:r>
            <a:r>
              <a:rPr lang="en-US" altLang="en-US" sz="2400" b="1" dirty="0" err="1">
                <a:solidFill>
                  <a:schemeClr val="bg2">
                    <a:lumMod val="50000"/>
                  </a:schemeClr>
                </a:solidFill>
                <a:latin typeface="Courier New" pitchFamily="49" charset="0"/>
              </a:rPr>
              <a:t>myList</a:t>
            </a:r>
            <a:r>
              <a:rPr lang="en-US" altLang="en-US" sz="2400" dirty="0">
                <a:latin typeface="Courier New" pitchFamily="49" charset="0"/>
              </a:rPr>
              <a:t>[3] = 3.5;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2C68D9-D5B1-17E5-68BC-4BA8D6217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1300527646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 sz="4800" dirty="0">
                <a:cs typeface="Times New Roman" pitchFamily="18" charset="0"/>
              </a:rPr>
              <a:t>CAUTION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>
            <a:normAutofit/>
          </a:bodyPr>
          <a:lstStyle/>
          <a:p>
            <a:pPr marL="457200" indent="-457200" algn="just">
              <a:lnSpc>
                <a:spcPct val="90000"/>
              </a:lnSpc>
              <a:spcBef>
                <a:spcPct val="50000"/>
              </a:spcBef>
            </a:pPr>
            <a:r>
              <a:rPr lang="en-US" altLang="en-US" sz="2600" dirty="0">
                <a:cs typeface="Times New Roman" pitchFamily="18" charset="0"/>
              </a:rPr>
              <a:t>Using the shorthand notation, you have to declare, create, and initialize the array all in one statement. Splitting it would cause a syntax error. For example, the following is wrong:</a:t>
            </a:r>
          </a:p>
          <a:p>
            <a:pPr lvl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double[] </a:t>
            </a:r>
            <a:r>
              <a:rPr lang="en-US" altLang="en-US" b="1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myList</a:t>
            </a:r>
            <a:r>
              <a:rPr lang="en-US" altLang="en-US" dirty="0"/>
              <a:t>;</a:t>
            </a:r>
          </a:p>
          <a:p>
            <a:pPr lvl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myList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{1.9, 2.9, 3.4, 3.5};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ECFF2F-42F3-F432-D5C5-AFF7C5CEC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9359AC8-39B7-89F9-11A9-FC0BB990BEF4}"/>
              </a:ext>
            </a:extLst>
          </p:cNvPr>
          <p:cNvSpPr txBox="1">
            <a:spLocks/>
          </p:cNvSpPr>
          <p:nvPr/>
        </p:nvSpPr>
        <p:spPr>
          <a:xfrm>
            <a:off x="6298530" y="5635291"/>
            <a:ext cx="5797216" cy="70134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endParaRPr lang="en-US" sz="1800" kern="1200" dirty="0">
              <a:solidFill>
                <a:srgbClr val="FF0000"/>
              </a:solidFill>
              <a:effectLst/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2724316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ar-SA" dirty="0"/>
              <a:t>Alternate Array Declaration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3"/>
            <a:ext cx="11481847" cy="4414039"/>
          </a:xfrm>
        </p:spPr>
        <p:txBody>
          <a:bodyPr>
            <a:normAutofit/>
          </a:bodyPr>
          <a:lstStyle/>
          <a:p>
            <a:pPr marL="457200" indent="-457200">
              <a:lnSpc>
                <a:spcPct val="90000"/>
              </a:lnSpc>
            </a:pPr>
            <a:r>
              <a:rPr lang="en-US" altLang="ar-SA" sz="2800" dirty="0"/>
              <a:t>Previously we showed arrays being declared: </a:t>
            </a:r>
            <a:r>
              <a:rPr lang="en-US" altLang="en-US" sz="2200" b="1" i="1" dirty="0">
                <a:solidFill>
                  <a:srgbClr val="7030A0"/>
                </a:solidFill>
                <a:latin typeface="Courier New" panose="02070309020205020404" pitchFamily="49" charset="0"/>
              </a:rPr>
              <a:t>double[] </a:t>
            </a:r>
            <a:r>
              <a:rPr lang="en-US" altLang="en-US" sz="2200" b="1" i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myList</a:t>
            </a:r>
            <a:r>
              <a:rPr lang="en-US" altLang="en-US" sz="2200" b="1" i="1" dirty="0">
                <a:solidFill>
                  <a:srgbClr val="7030A0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ar-SA" sz="2400" dirty="0"/>
              <a:t>However, the brackets can also be after the array name: </a:t>
            </a:r>
            <a:r>
              <a:rPr lang="en-US" altLang="en-US" sz="2200" b="1" i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altLang="en-US" sz="2200" b="1" i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myList</a:t>
            </a:r>
            <a:r>
              <a:rPr lang="en-US" altLang="en-US" sz="2200" b="1" i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[];</a:t>
            </a:r>
            <a:endParaRPr lang="en-US" altLang="ar-SA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ar-SA" sz="2400" b="1" dirty="0">
                <a:solidFill>
                  <a:srgbClr val="C00000"/>
                </a:solidFill>
              </a:rPr>
              <a:t>These are equivalent but the first style is typical.</a:t>
            </a:r>
            <a:endParaRPr lang="en-US" altLang="ar-SA" sz="2000" dirty="0"/>
          </a:p>
          <a:p>
            <a:pPr marL="457200" indent="-457200">
              <a:lnSpc>
                <a:spcPct val="90000"/>
              </a:lnSpc>
            </a:pPr>
            <a:r>
              <a:rPr lang="en-US" altLang="ar-SA" sz="2800" dirty="0"/>
              <a:t>Multiple arrays can be declared on the same line.</a:t>
            </a:r>
          </a:p>
          <a:p>
            <a:pPr marL="540000" lvl="1" indent="0">
              <a:lnSpc>
                <a:spcPct val="90000"/>
              </a:lnSpc>
              <a:buNone/>
            </a:pPr>
            <a:r>
              <a:rPr lang="en-US" altLang="en-US" b="1" i="1" dirty="0">
                <a:solidFill>
                  <a:srgbClr val="7030A0"/>
                </a:solidFill>
                <a:latin typeface="Courier New" panose="02070309020205020404" pitchFamily="49" charset="0"/>
              </a:rPr>
              <a:t>double</a:t>
            </a:r>
            <a:r>
              <a:rPr lang="en-US" altLang="ar-SA" b="1" i="1" dirty="0">
                <a:solidFill>
                  <a:srgbClr val="7030A0"/>
                </a:solidFill>
                <a:latin typeface="Courier New" panose="02070309020205020404" pitchFamily="49" charset="0"/>
              </a:rPr>
              <a:t>[] </a:t>
            </a:r>
            <a:r>
              <a:rPr lang="en-US" altLang="en-US" b="1" i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myList</a:t>
            </a:r>
            <a:r>
              <a:rPr lang="en-US" altLang="ar-SA" b="1" i="1" dirty="0">
                <a:solidFill>
                  <a:srgbClr val="7030A0"/>
                </a:solidFill>
                <a:latin typeface="Courier New" panose="02070309020205020404" pitchFamily="49" charset="0"/>
              </a:rPr>
              <a:t>, codes, scores;</a:t>
            </a:r>
          </a:p>
          <a:p>
            <a:pPr marL="457200" indent="-457200">
              <a:lnSpc>
                <a:spcPct val="90000"/>
              </a:lnSpc>
            </a:pPr>
            <a:r>
              <a:rPr lang="en-US" altLang="ar-SA" sz="2800" dirty="0"/>
              <a:t>With the alternate notation each variable must have brackets</a:t>
            </a:r>
            <a:r>
              <a:rPr lang="en-US" altLang="ar-SA" sz="2400" dirty="0"/>
              <a:t>.</a:t>
            </a:r>
          </a:p>
          <a:p>
            <a:pPr marL="540000" lvl="1" indent="0">
              <a:lnSpc>
                <a:spcPct val="90000"/>
              </a:lnSpc>
              <a:buNone/>
            </a:pPr>
            <a:r>
              <a:rPr lang="en-US" altLang="en-US" b="1" i="1" dirty="0">
                <a:solidFill>
                  <a:srgbClr val="7030A0"/>
                </a:solidFill>
                <a:latin typeface="Courier New" panose="02070309020205020404" pitchFamily="49" charset="0"/>
              </a:rPr>
              <a:t>double</a:t>
            </a:r>
            <a:r>
              <a:rPr lang="en-US" altLang="ar-SA" b="1" i="1" dirty="0">
                <a:solidFill>
                  <a:srgbClr val="7030A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i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myList</a:t>
            </a:r>
            <a:r>
              <a:rPr lang="en-US" altLang="ar-SA" b="1" i="1" dirty="0">
                <a:solidFill>
                  <a:srgbClr val="7030A0"/>
                </a:solidFill>
                <a:latin typeface="Courier New" panose="02070309020205020404" pitchFamily="49" charset="0"/>
              </a:rPr>
              <a:t>[], codes[], scores;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ar-SA" sz="2400" dirty="0"/>
              <a:t>The </a:t>
            </a:r>
            <a:r>
              <a:rPr lang="en-US" altLang="ar-SA" sz="2400" b="1" dirty="0"/>
              <a:t>scores</a:t>
            </a:r>
            <a:r>
              <a:rPr lang="en-US" altLang="ar-SA" sz="2400" dirty="0"/>
              <a:t> variable in this instance is </a:t>
            </a:r>
            <a:r>
              <a:rPr lang="en-US" altLang="ar-SA" sz="2400" b="1" dirty="0"/>
              <a:t>simply a </a:t>
            </a:r>
            <a:r>
              <a:rPr lang="en-US" altLang="en-US" sz="2400" b="1" i="1" dirty="0">
                <a:solidFill>
                  <a:srgbClr val="7030A0"/>
                </a:solidFill>
                <a:latin typeface="+mj-lt"/>
              </a:rPr>
              <a:t>double</a:t>
            </a:r>
            <a:r>
              <a:rPr lang="en-US" altLang="en-US" sz="2400" b="1" dirty="0"/>
              <a:t> </a:t>
            </a:r>
            <a:r>
              <a:rPr lang="en-US" altLang="ar-SA" sz="2400" b="1" dirty="0"/>
              <a:t>variable</a:t>
            </a:r>
            <a:r>
              <a:rPr lang="en-US" altLang="ar-SA" sz="2400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DB375A-5DA4-4702-5ED7-8F647F235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3509586583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ar-SA" dirty="0"/>
              <a:t>Processing Array Contents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3"/>
            <a:ext cx="11481847" cy="4482279"/>
          </a:xfrm>
        </p:spPr>
        <p:txBody>
          <a:bodyPr>
            <a:normAutofit/>
          </a:bodyPr>
          <a:lstStyle/>
          <a:p>
            <a:pPr marL="342900" indent="-342900"/>
            <a:r>
              <a:rPr lang="en-US" altLang="ar-SA" sz="2400" dirty="0"/>
              <a:t>Processing data in an array is the same as any other variable.</a:t>
            </a:r>
          </a:p>
          <a:p>
            <a:pPr lvl="1" eaLnBrk="1" hangingPunct="1">
              <a:buFontTx/>
              <a:buNone/>
            </a:pPr>
            <a:r>
              <a:rPr lang="en-US" altLang="ar-SA" sz="2000" b="1" dirty="0" err="1">
                <a:latin typeface="Courier New" panose="02070309020205020404" pitchFamily="49" charset="0"/>
              </a:rPr>
              <a:t>grossPay</a:t>
            </a:r>
            <a:r>
              <a:rPr lang="en-US" altLang="ar-SA" sz="2000" b="1" dirty="0">
                <a:latin typeface="Courier New" panose="02070309020205020404" pitchFamily="49" charset="0"/>
              </a:rPr>
              <a:t> = hours[3] * </a:t>
            </a:r>
            <a:r>
              <a:rPr lang="en-US" altLang="ar-SA" sz="2000" b="1" dirty="0" err="1">
                <a:latin typeface="Courier New" panose="02070309020205020404" pitchFamily="49" charset="0"/>
              </a:rPr>
              <a:t>payRate</a:t>
            </a:r>
            <a:r>
              <a:rPr lang="en-US" altLang="ar-SA" sz="2000" b="1" dirty="0">
                <a:latin typeface="Courier New" panose="02070309020205020404" pitchFamily="49" charset="0"/>
              </a:rPr>
              <a:t>;</a:t>
            </a:r>
          </a:p>
          <a:p>
            <a:pPr marL="342900" indent="-342900"/>
            <a:r>
              <a:rPr lang="en-US" altLang="ar-SA" sz="2400" dirty="0"/>
              <a:t>Array elements can be used in relational operations:</a:t>
            </a:r>
          </a:p>
          <a:p>
            <a:pPr lvl="1" eaLnBrk="1" hangingPunct="1">
              <a:buFontTx/>
              <a:buNone/>
            </a:pPr>
            <a:r>
              <a:rPr lang="en-US" altLang="ar-SA" sz="2000" b="1" dirty="0">
                <a:latin typeface="Courier New" panose="02070309020205020404" pitchFamily="49" charset="0"/>
              </a:rPr>
              <a:t>if(cost[20] &lt; cost[0]) {  </a:t>
            </a:r>
          </a:p>
          <a:p>
            <a:pPr lvl="1" eaLnBrk="1" hangingPunct="1">
              <a:buFontTx/>
              <a:buNone/>
            </a:pPr>
            <a:r>
              <a:rPr lang="en-US" altLang="ar-SA" sz="2000" b="1" dirty="0">
                <a:latin typeface="Courier New" panose="02070309020205020404" pitchFamily="49" charset="0"/>
              </a:rPr>
              <a:t>//statements</a:t>
            </a:r>
          </a:p>
          <a:p>
            <a:pPr lvl="1" eaLnBrk="1" hangingPunct="1">
              <a:buFontTx/>
              <a:buNone/>
            </a:pPr>
            <a:r>
              <a:rPr lang="en-US" altLang="ar-SA" sz="2000" b="1" dirty="0">
                <a:latin typeface="Courier New" panose="02070309020205020404" pitchFamily="49" charset="0"/>
              </a:rPr>
              <a:t>}</a:t>
            </a:r>
          </a:p>
          <a:p>
            <a:pPr marL="342900" indent="-342900"/>
            <a:r>
              <a:rPr lang="en-US" altLang="ar-SA" dirty="0"/>
              <a:t>They can be used as loop conditions:</a:t>
            </a:r>
          </a:p>
          <a:p>
            <a:pPr lvl="1" eaLnBrk="1" hangingPunct="1">
              <a:buFontTx/>
              <a:buNone/>
            </a:pPr>
            <a:r>
              <a:rPr lang="en-US" altLang="ar-SA" sz="2000" b="1" dirty="0">
                <a:latin typeface="Courier New" panose="02070309020205020404" pitchFamily="49" charset="0"/>
              </a:rPr>
              <a:t>while(value[count] != 0) {</a:t>
            </a:r>
          </a:p>
          <a:p>
            <a:pPr lvl="1" eaLnBrk="1" hangingPunct="1">
              <a:buFontTx/>
              <a:buNone/>
            </a:pPr>
            <a:r>
              <a:rPr lang="en-US" altLang="ar-SA" sz="2000" b="1" dirty="0">
                <a:latin typeface="Courier New" panose="02070309020205020404" pitchFamily="49" charset="0"/>
              </a:rPr>
              <a:t>	//statements</a:t>
            </a:r>
          </a:p>
          <a:p>
            <a:pPr lvl="1" eaLnBrk="1" hangingPunct="1">
              <a:buFontTx/>
              <a:buNone/>
            </a:pPr>
            <a:r>
              <a:rPr lang="en-US" altLang="ar-SA" sz="2000" b="1" dirty="0">
                <a:latin typeface="Courier New" panose="02070309020205020404" pitchFamily="49" charset="0"/>
              </a:rPr>
              <a:t>}</a:t>
            </a:r>
          </a:p>
          <a:p>
            <a:pPr lvl="1" eaLnBrk="1" hangingPunct="1">
              <a:buFontTx/>
              <a:buNone/>
            </a:pPr>
            <a:endParaRPr lang="en-US" altLang="ar-SA" sz="2000" b="1" dirty="0">
              <a:latin typeface="Courier New" panose="020703090202050204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DB375A-5DA4-4702-5ED7-8F647F235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 dirty="0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1968091849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 sz="4800" dirty="0"/>
              <a:t>The Length of an Array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pPr marL="342900" indent="-342900" algn="just"/>
            <a:r>
              <a:rPr lang="en-US" altLang="en-US" sz="2400" dirty="0"/>
              <a:t>Once an array is created, its size is fixed. It cannot be changed. You can find its size using</a:t>
            </a:r>
          </a:p>
          <a:p>
            <a:pPr marL="540000" lvl="1" indent="0" algn="just">
              <a:buNone/>
            </a:pPr>
            <a:r>
              <a:rPr lang="en-US" altLang="en-US" b="1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arrayRefVar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.length</a:t>
            </a: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 algn="just"/>
            <a:r>
              <a:rPr lang="en-US" altLang="en-US" sz="2400" dirty="0"/>
              <a:t>For example,</a:t>
            </a:r>
          </a:p>
          <a:p>
            <a:pPr marL="540000" lvl="1" indent="0" algn="just">
              <a:buNone/>
            </a:pPr>
            <a:r>
              <a:rPr lang="en-US" altLang="en-US" b="1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myList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.length</a:t>
            </a:r>
            <a:r>
              <a:rPr lang="en-US" altLang="en-US" dirty="0"/>
              <a:t> returns 10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41EC9C-251B-F8A6-37DE-3D85AE8F0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1920464530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 sz="4800" dirty="0"/>
              <a:t>Default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r>
              <a:rPr lang="en-US" sz="2400" dirty="0"/>
              <a:t>When an array is created, its elements are assigned the default values as following: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11E092-9B68-7D9D-5A6D-3B64A6900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0675D1F-C7C8-6BC1-70B7-D4C0C8196E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713606"/>
              </p:ext>
            </p:extLst>
          </p:nvPr>
        </p:nvGraphicFramePr>
        <p:xfrm>
          <a:off x="1820985" y="3083039"/>
          <a:ext cx="8128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12107315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59158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Default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399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byte, short, int ,long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776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float ,double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4252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char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2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'\u0000' </a:t>
                      </a:r>
                      <a:endParaRPr lang="en-US" sz="2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256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boolean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442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String,</a:t>
                      </a:r>
                      <a:r>
                        <a:rPr lang="en-US" altLang="en-US" sz="20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en-US" sz="2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reference to objects</a:t>
                      </a:r>
                      <a:endParaRPr lang="en-US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372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4677038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ar-SA" dirty="0"/>
              <a:t>Off-by-One Errors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pPr marL="342900" indent="-342900">
              <a:lnSpc>
                <a:spcPct val="90000"/>
              </a:lnSpc>
            </a:pPr>
            <a:r>
              <a:rPr lang="en-US" altLang="ar-SA" sz="2400" dirty="0"/>
              <a:t>It is very easy to be off-by-one when accessing arrays.</a:t>
            </a:r>
            <a:br>
              <a:rPr lang="en-US" altLang="ar-SA" sz="2400" dirty="0"/>
            </a:br>
            <a:endParaRPr lang="en-US" altLang="ar-SA" sz="2400" dirty="0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ar-SA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// This code has an off-by-one error.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ar-SA" sz="2400" b="1" dirty="0">
                <a:latin typeface="Courier New" panose="02070309020205020404" pitchFamily="49" charset="0"/>
              </a:rPr>
              <a:t>int[] numbers = new int[100];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ar-SA" sz="2400" b="1" dirty="0">
                <a:latin typeface="Courier New" panose="02070309020205020404" pitchFamily="49" charset="0"/>
              </a:rPr>
              <a:t>for (int </a:t>
            </a:r>
            <a:r>
              <a:rPr lang="en-US" altLang="ar-SA" sz="2400" b="1" dirty="0" err="1">
                <a:latin typeface="Courier New" panose="02070309020205020404" pitchFamily="49" charset="0"/>
              </a:rPr>
              <a:t>i</a:t>
            </a:r>
            <a:r>
              <a:rPr lang="en-US" altLang="ar-SA" sz="2400" b="1" dirty="0">
                <a:latin typeface="Courier New" panose="02070309020205020404" pitchFamily="49" charset="0"/>
              </a:rPr>
              <a:t> = 1; </a:t>
            </a:r>
            <a:r>
              <a:rPr lang="en-US" altLang="ar-SA" sz="2400" b="1" dirty="0" err="1">
                <a:latin typeface="Courier New" panose="02070309020205020404" pitchFamily="49" charset="0"/>
              </a:rPr>
              <a:t>i</a:t>
            </a:r>
            <a:r>
              <a:rPr lang="en-US" altLang="ar-SA" sz="2400" b="1" dirty="0">
                <a:latin typeface="Courier New" panose="02070309020205020404" pitchFamily="49" charset="0"/>
              </a:rPr>
              <a:t> </a:t>
            </a:r>
            <a:r>
              <a:rPr lang="en-US" altLang="ar-SA" sz="2400" b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&lt;=</a:t>
            </a:r>
            <a:r>
              <a:rPr lang="en-US" altLang="ar-SA" sz="2400" b="1" dirty="0">
                <a:latin typeface="Courier New" panose="02070309020205020404" pitchFamily="49" charset="0"/>
              </a:rPr>
              <a:t> 100; </a:t>
            </a:r>
            <a:r>
              <a:rPr lang="en-US" altLang="ar-SA" sz="2400" b="1" dirty="0" err="1">
                <a:latin typeface="Courier New" panose="02070309020205020404" pitchFamily="49" charset="0"/>
              </a:rPr>
              <a:t>i</a:t>
            </a:r>
            <a:r>
              <a:rPr lang="en-US" altLang="ar-SA" sz="2400" b="1" dirty="0">
                <a:latin typeface="Courier New" panose="02070309020205020404" pitchFamily="49" charset="0"/>
              </a:rPr>
              <a:t>++)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ar-SA" sz="2400" b="1" dirty="0">
                <a:latin typeface="Courier New" panose="02070309020205020404" pitchFamily="49" charset="0"/>
              </a:rPr>
              <a:t>	numbers[</a:t>
            </a:r>
            <a:r>
              <a:rPr lang="en-US" altLang="ar-SA" sz="2400" b="1" dirty="0" err="1">
                <a:latin typeface="Courier New" panose="02070309020205020404" pitchFamily="49" charset="0"/>
              </a:rPr>
              <a:t>i</a:t>
            </a:r>
            <a:r>
              <a:rPr lang="en-US" altLang="ar-SA" sz="2400" b="1" dirty="0">
                <a:latin typeface="Courier New" panose="02070309020205020404" pitchFamily="49" charset="0"/>
              </a:rPr>
              <a:t>] = 99;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ar-SA" sz="1600" b="1" dirty="0">
              <a:latin typeface="Courier New" panose="02070309020205020404" pitchFamily="49" charset="0"/>
            </a:endParaRPr>
          </a:p>
          <a:p>
            <a:pPr marL="342900" indent="-342900">
              <a:lnSpc>
                <a:spcPct val="90000"/>
              </a:lnSpc>
            </a:pPr>
            <a:r>
              <a:rPr lang="en-US" altLang="ar-SA" sz="2400" dirty="0"/>
              <a:t>Here, the equal sign allows the loop to continue on to index 100, where 99 is the last index in the array.</a:t>
            </a:r>
          </a:p>
          <a:p>
            <a:pPr marL="342900" indent="-342900">
              <a:lnSpc>
                <a:spcPct val="90000"/>
              </a:lnSpc>
            </a:pPr>
            <a:r>
              <a:rPr lang="en-US" altLang="ar-SA" sz="2400" dirty="0"/>
              <a:t>This code would throw an </a:t>
            </a:r>
            <a:r>
              <a:rPr lang="en-US" altLang="ar-SA" sz="2400" b="1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ArrayIndexOutOfBoundsException</a:t>
            </a:r>
            <a:r>
              <a:rPr lang="en-US" altLang="ar-SA" sz="2400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11E092-9B68-7D9D-5A6D-3B64A6900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337689748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588" y="1970088"/>
            <a:ext cx="5721587" cy="2819400"/>
          </a:xfrm>
        </p:spPr>
        <p:txBody>
          <a:bodyPr>
            <a:noAutofit/>
          </a:bodyPr>
          <a:lstStyle/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Test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main(String[]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values = new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[5];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5;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values[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values[i-1];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values[0] = values[1] + values[4];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31781" name="AutoShape 5"/>
          <p:cNvSpPr>
            <a:spLocks noChangeArrowheads="1"/>
          </p:cNvSpPr>
          <p:nvPr/>
        </p:nvSpPr>
        <p:spPr bwMode="auto">
          <a:xfrm>
            <a:off x="5740187" y="1774921"/>
            <a:ext cx="4927812" cy="768350"/>
          </a:xfrm>
          <a:prstGeom prst="wedgeRoundRectCallout">
            <a:avLst>
              <a:gd name="adj1" fmla="val -70491"/>
              <a:gd name="adj2" fmla="val 125680"/>
              <a:gd name="adj3" fmla="val 16667"/>
            </a:avLst>
          </a:prstGeom>
          <a:solidFill>
            <a:schemeClr val="bg2">
              <a:alpha val="46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2000" dirty="0">
                <a:latin typeface="+mj-lt"/>
              </a:rPr>
              <a:t>Declare array variable values, create an array, and assign its reference to values</a:t>
            </a:r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964205" y="3095413"/>
            <a:ext cx="3962400" cy="268288"/>
          </a:xfrm>
          <a:prstGeom prst="rect">
            <a:avLst/>
          </a:prstGeom>
          <a:solidFill>
            <a:schemeClr val="accent1"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7415" name="Rectangle 8"/>
          <p:cNvSpPr>
            <a:spLocks noChangeArrowheads="1"/>
          </p:cNvSpPr>
          <p:nvPr/>
        </p:nvSpPr>
        <p:spPr bwMode="auto">
          <a:xfrm>
            <a:off x="1524001" y="23409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741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3547687"/>
              </p:ext>
            </p:extLst>
          </p:nvPr>
        </p:nvGraphicFramePr>
        <p:xfrm>
          <a:off x="7362826" y="2046289"/>
          <a:ext cx="3594818" cy="385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1600572" imgH="1711756" progId="Word.Picture.8">
                  <p:embed/>
                </p:oleObj>
              </mc:Choice>
              <mc:Fallback>
                <p:oleObj name="Picture" r:id="rId2" imgW="1600572" imgH="1711756" progId="Word.Picture.8">
                  <p:embed/>
                  <p:pic>
                    <p:nvPicPr>
                      <p:cNvPr id="1741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2826" y="2046289"/>
                        <a:ext cx="3594818" cy="38511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8" name="Line 10"/>
          <p:cNvSpPr>
            <a:spLocks noChangeShapeType="1"/>
          </p:cNvSpPr>
          <p:nvPr/>
        </p:nvSpPr>
        <p:spPr bwMode="auto">
          <a:xfrm flipV="1">
            <a:off x="5041830" y="2814638"/>
            <a:ext cx="2743270" cy="363028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7290DA2-C363-492E-881B-887DBDA39EB0}"/>
              </a:ext>
            </a:extLst>
          </p:cNvPr>
          <p:cNvSpPr txBox="1">
            <a:spLocks/>
          </p:cNvSpPr>
          <p:nvPr/>
        </p:nvSpPr>
        <p:spPr>
          <a:xfrm>
            <a:off x="348791" y="286603"/>
            <a:ext cx="11481847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Array Program Tracing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DAB9415-1327-57F6-A0D9-A0D0F776F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17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1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8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155" y="1981200"/>
            <a:ext cx="5691845" cy="2819400"/>
          </a:xfrm>
        </p:spPr>
        <p:txBody>
          <a:bodyPr>
            <a:noAutofit/>
          </a:bodyPr>
          <a:lstStyle/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Test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main(String[]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values = new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[5];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5;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values[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values[i-1];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values[0] = values[1] + values[4];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49188" name="AutoShape 4"/>
          <p:cNvSpPr>
            <a:spLocks noChangeArrowheads="1"/>
          </p:cNvSpPr>
          <p:nvPr/>
        </p:nvSpPr>
        <p:spPr bwMode="auto">
          <a:xfrm>
            <a:off x="5114251" y="1789112"/>
            <a:ext cx="4186237" cy="384175"/>
          </a:xfrm>
          <a:prstGeom prst="wedgeRoundRectCallout">
            <a:avLst>
              <a:gd name="adj1" fmla="val -94730"/>
              <a:gd name="adj2" fmla="val 399544"/>
              <a:gd name="adj3" fmla="val 16667"/>
            </a:avLst>
          </a:prstGeom>
          <a:solidFill>
            <a:schemeClr val="bg2">
              <a:alpha val="5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2000" dirty="0" err="1">
                <a:latin typeface="+mj-lt"/>
              </a:rPr>
              <a:t>i</a:t>
            </a:r>
            <a:r>
              <a:rPr lang="en-US" altLang="en-US" sz="2000" dirty="0">
                <a:latin typeface="+mj-lt"/>
              </a:rPr>
              <a:t> becomes 1</a:t>
            </a:r>
          </a:p>
        </p:txBody>
      </p:sp>
      <p:sp>
        <p:nvSpPr>
          <p:cNvPr id="18438" name="Rectangle 5"/>
          <p:cNvSpPr>
            <a:spLocks noChangeArrowheads="1"/>
          </p:cNvSpPr>
          <p:nvPr/>
        </p:nvSpPr>
        <p:spPr bwMode="auto">
          <a:xfrm>
            <a:off x="2345727" y="3512714"/>
            <a:ext cx="806450" cy="268287"/>
          </a:xfrm>
          <a:prstGeom prst="rect">
            <a:avLst/>
          </a:prstGeom>
          <a:solidFill>
            <a:schemeClr val="accent1"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8439" name="Rectangle 6"/>
          <p:cNvSpPr>
            <a:spLocks noChangeArrowheads="1"/>
          </p:cNvSpPr>
          <p:nvPr/>
        </p:nvSpPr>
        <p:spPr bwMode="auto">
          <a:xfrm>
            <a:off x="1524001" y="23409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0" name="Object 7">
            <a:extLst>
              <a:ext uri="{FF2B5EF4-FFF2-40B4-BE49-F238E27FC236}">
                <a16:creationId xmlns:a16="http://schemas.microsoft.com/office/drawing/2014/main" id="{042BD98F-0BAF-46B6-9C55-3E808D6769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9669858"/>
              </p:ext>
            </p:extLst>
          </p:nvPr>
        </p:nvGraphicFramePr>
        <p:xfrm>
          <a:off x="7362826" y="2046289"/>
          <a:ext cx="3594818" cy="385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1600572" imgH="1711756" progId="Word.Picture.8">
                  <p:embed/>
                </p:oleObj>
              </mc:Choice>
              <mc:Fallback>
                <p:oleObj name="Picture" r:id="rId2" imgW="1600572" imgH="1711756" progId="Word.Picture.8">
                  <p:embed/>
                  <p:pic>
                    <p:nvPicPr>
                      <p:cNvPr id="1741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2826" y="2046289"/>
                        <a:ext cx="3594818" cy="38511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itle 1">
            <a:extLst>
              <a:ext uri="{FF2B5EF4-FFF2-40B4-BE49-F238E27FC236}">
                <a16:creationId xmlns:a16="http://schemas.microsoft.com/office/drawing/2014/main" id="{7BD01F6B-AE49-4B00-B171-DCE60C7D1396}"/>
              </a:ext>
            </a:extLst>
          </p:cNvPr>
          <p:cNvSpPr txBox="1">
            <a:spLocks/>
          </p:cNvSpPr>
          <p:nvPr/>
        </p:nvSpPr>
        <p:spPr>
          <a:xfrm>
            <a:off x="348791" y="286603"/>
            <a:ext cx="11481847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Array Program Tracing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8BAF83-1B53-4247-C676-B95306B7F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9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9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918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0765" y="1981200"/>
            <a:ext cx="5535235" cy="4237730"/>
          </a:xfrm>
        </p:spPr>
        <p:txBody>
          <a:bodyPr>
            <a:noAutofit/>
          </a:bodyPr>
          <a:lstStyle/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Test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main(String[]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values = new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[5];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5;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values[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values[i-1];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values[0] = values[1] + values[4];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50212" name="AutoShape 4"/>
          <p:cNvSpPr>
            <a:spLocks noChangeArrowheads="1"/>
          </p:cNvSpPr>
          <p:nvPr/>
        </p:nvSpPr>
        <p:spPr bwMode="auto">
          <a:xfrm>
            <a:off x="5269707" y="1789112"/>
            <a:ext cx="4186237" cy="384175"/>
          </a:xfrm>
          <a:prstGeom prst="wedgeRoundRectCallout">
            <a:avLst>
              <a:gd name="adj1" fmla="val -73684"/>
              <a:gd name="adj2" fmla="val 382825"/>
              <a:gd name="adj3" fmla="val 16667"/>
            </a:avLst>
          </a:prstGeom>
          <a:solidFill>
            <a:schemeClr val="bg2">
              <a:alpha val="5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2000" dirty="0" err="1">
                <a:latin typeface="+mj-lt"/>
              </a:rPr>
              <a:t>i</a:t>
            </a:r>
            <a:r>
              <a:rPr lang="en-US" altLang="en-US" sz="2000" dirty="0">
                <a:latin typeface="+mj-lt"/>
              </a:rPr>
              <a:t> is less than 5</a:t>
            </a:r>
          </a:p>
        </p:txBody>
      </p:sp>
      <p:sp>
        <p:nvSpPr>
          <p:cNvPr id="19462" name="Rectangle 5"/>
          <p:cNvSpPr>
            <a:spLocks noChangeArrowheads="1"/>
          </p:cNvSpPr>
          <p:nvPr/>
        </p:nvSpPr>
        <p:spPr bwMode="auto">
          <a:xfrm>
            <a:off x="3526250" y="3478461"/>
            <a:ext cx="849742" cy="300386"/>
          </a:xfrm>
          <a:prstGeom prst="rect">
            <a:avLst/>
          </a:prstGeom>
          <a:solidFill>
            <a:schemeClr val="accent1"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9463" name="Rectangle 6"/>
          <p:cNvSpPr>
            <a:spLocks noChangeArrowheads="1"/>
          </p:cNvSpPr>
          <p:nvPr/>
        </p:nvSpPr>
        <p:spPr bwMode="auto">
          <a:xfrm>
            <a:off x="1524001" y="23409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0" name="Object 7">
            <a:extLst>
              <a:ext uri="{FF2B5EF4-FFF2-40B4-BE49-F238E27FC236}">
                <a16:creationId xmlns:a16="http://schemas.microsoft.com/office/drawing/2014/main" id="{533E0925-76C9-4039-A3F9-B84103066E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9669858"/>
              </p:ext>
            </p:extLst>
          </p:nvPr>
        </p:nvGraphicFramePr>
        <p:xfrm>
          <a:off x="7362826" y="2046289"/>
          <a:ext cx="3594818" cy="385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1600572" imgH="1711756" progId="Word.Picture.8">
                  <p:embed/>
                </p:oleObj>
              </mc:Choice>
              <mc:Fallback>
                <p:oleObj name="Picture" r:id="rId2" imgW="1600572" imgH="1711756" progId="Word.Picture.8">
                  <p:embed/>
                  <p:pic>
                    <p:nvPicPr>
                      <p:cNvPr id="1741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2826" y="2046289"/>
                        <a:ext cx="3594818" cy="38511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itle 1">
            <a:extLst>
              <a:ext uri="{FF2B5EF4-FFF2-40B4-BE49-F238E27FC236}">
                <a16:creationId xmlns:a16="http://schemas.microsoft.com/office/drawing/2014/main" id="{60481F68-330B-4144-8F2A-75EDE425BB5A}"/>
              </a:ext>
            </a:extLst>
          </p:cNvPr>
          <p:cNvSpPr txBox="1">
            <a:spLocks/>
          </p:cNvSpPr>
          <p:nvPr/>
        </p:nvSpPr>
        <p:spPr>
          <a:xfrm>
            <a:off x="348791" y="286603"/>
            <a:ext cx="11481847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Array Program Tracing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E669FD9-08FA-E36F-0814-5B4BF9F3E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0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0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2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7">
            <a:extLst>
              <a:ext uri="{FF2B5EF4-FFF2-40B4-BE49-F238E27FC236}">
                <a16:creationId xmlns:a16="http://schemas.microsoft.com/office/drawing/2014/main" id="{0841FE70-737F-40C1-B810-B358A6785E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9669858"/>
              </p:ext>
            </p:extLst>
          </p:nvPr>
        </p:nvGraphicFramePr>
        <p:xfrm>
          <a:off x="7362826" y="2046289"/>
          <a:ext cx="3594818" cy="385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1600572" imgH="1711756" progId="Word.Picture.8">
                  <p:embed/>
                </p:oleObj>
              </mc:Choice>
              <mc:Fallback>
                <p:oleObj name="Picture" r:id="rId2" imgW="1600572" imgH="1711756" progId="Word.Picture.8">
                  <p:embed/>
                  <p:pic>
                    <p:nvPicPr>
                      <p:cNvPr id="1741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2826" y="2046289"/>
                        <a:ext cx="3594818" cy="38511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6922" y="1981200"/>
            <a:ext cx="5909078" cy="4091224"/>
          </a:xfrm>
        </p:spPr>
        <p:txBody>
          <a:bodyPr>
            <a:noAutofit/>
          </a:bodyPr>
          <a:lstStyle/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Test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main(String[]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values = new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[5];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5;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values[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values[i-1];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values[0] = values[1] + values[4];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32804" name="AutoShape 4"/>
          <p:cNvSpPr>
            <a:spLocks noChangeArrowheads="1"/>
          </p:cNvSpPr>
          <p:nvPr/>
        </p:nvSpPr>
        <p:spPr bwMode="auto">
          <a:xfrm>
            <a:off x="5614393" y="1771570"/>
            <a:ext cx="4878474" cy="470604"/>
          </a:xfrm>
          <a:prstGeom prst="wedgeRoundRectCallout">
            <a:avLst>
              <a:gd name="adj1" fmla="val -59650"/>
              <a:gd name="adj2" fmla="val 407898"/>
              <a:gd name="adj3" fmla="val 16667"/>
            </a:avLst>
          </a:prstGeom>
          <a:solidFill>
            <a:schemeClr val="bg2">
              <a:alpha val="5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2000" dirty="0">
                <a:latin typeface="+mj-lt"/>
              </a:rPr>
              <a:t>After this line is executed, value[1] is 1</a:t>
            </a:r>
          </a:p>
        </p:txBody>
      </p:sp>
      <p:sp>
        <p:nvSpPr>
          <p:cNvPr id="20486" name="Rectangle 5"/>
          <p:cNvSpPr>
            <a:spLocks noChangeArrowheads="1"/>
          </p:cNvSpPr>
          <p:nvPr/>
        </p:nvSpPr>
        <p:spPr bwMode="auto">
          <a:xfrm>
            <a:off x="1027171" y="3921273"/>
            <a:ext cx="4206632" cy="337507"/>
          </a:xfrm>
          <a:prstGeom prst="rect">
            <a:avLst/>
          </a:prstGeom>
          <a:solidFill>
            <a:schemeClr val="accent1"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0487" name="Rectangle 6"/>
          <p:cNvSpPr>
            <a:spLocks noChangeArrowheads="1"/>
          </p:cNvSpPr>
          <p:nvPr/>
        </p:nvSpPr>
        <p:spPr bwMode="auto">
          <a:xfrm>
            <a:off x="1524001" y="23409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048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3925736"/>
              </p:ext>
            </p:extLst>
          </p:nvPr>
        </p:nvGraphicFramePr>
        <p:xfrm>
          <a:off x="7362826" y="2044699"/>
          <a:ext cx="3594818" cy="3859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4" imgW="1601724" imgH="1712976" progId="Word.Picture.8">
                  <p:embed/>
                </p:oleObj>
              </mc:Choice>
              <mc:Fallback>
                <p:oleObj name="Picture" r:id="rId4" imgW="1601724" imgH="1712976" progId="Word.Picture.8">
                  <p:embed/>
                  <p:pic>
                    <p:nvPicPr>
                      <p:cNvPr id="2048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2826" y="2044699"/>
                        <a:ext cx="3594818" cy="38599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0" name="Rectangle 9"/>
          <p:cNvSpPr>
            <a:spLocks noChangeArrowheads="1"/>
          </p:cNvSpPr>
          <p:nvPr/>
        </p:nvSpPr>
        <p:spPr bwMode="auto">
          <a:xfrm>
            <a:off x="8404725" y="3921273"/>
            <a:ext cx="1254572" cy="297092"/>
          </a:xfrm>
          <a:prstGeom prst="rect">
            <a:avLst/>
          </a:prstGeom>
          <a:solidFill>
            <a:schemeClr val="accent1"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0491" name="Line 10"/>
          <p:cNvSpPr>
            <a:spLocks noChangeShapeType="1"/>
          </p:cNvSpPr>
          <p:nvPr/>
        </p:nvSpPr>
        <p:spPr bwMode="auto">
          <a:xfrm flipV="1">
            <a:off x="5351686" y="4081961"/>
            <a:ext cx="2913278" cy="31398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3D2454F-9696-4C23-B7DD-A39AFA8AA03B}"/>
              </a:ext>
            </a:extLst>
          </p:cNvPr>
          <p:cNvSpPr txBox="1">
            <a:spLocks/>
          </p:cNvSpPr>
          <p:nvPr/>
        </p:nvSpPr>
        <p:spPr>
          <a:xfrm>
            <a:off x="348791" y="286603"/>
            <a:ext cx="11481847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Array Program Tracing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50BE43-AC8B-96FD-2C0F-E6D19978C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2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2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80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7">
            <a:extLst>
              <a:ext uri="{FF2B5EF4-FFF2-40B4-BE49-F238E27FC236}">
                <a16:creationId xmlns:a16="http://schemas.microsoft.com/office/drawing/2014/main" id="{1E8F30E2-CAA5-4847-BBE0-4799A07F77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9669858"/>
              </p:ext>
            </p:extLst>
          </p:nvPr>
        </p:nvGraphicFramePr>
        <p:xfrm>
          <a:off x="7362826" y="2046289"/>
          <a:ext cx="3594818" cy="385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1600572" imgH="1711756" progId="Word.Picture.8">
                  <p:embed/>
                </p:oleObj>
              </mc:Choice>
              <mc:Fallback>
                <p:oleObj name="Picture" r:id="rId2" imgW="1600572" imgH="1711756" progId="Word.Picture.8">
                  <p:embed/>
                  <p:pic>
                    <p:nvPicPr>
                      <p:cNvPr id="1741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2826" y="2046289"/>
                        <a:ext cx="3594818" cy="38511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67752" y="1892301"/>
            <a:ext cx="6412448" cy="3571875"/>
          </a:xfrm>
        </p:spPr>
        <p:txBody>
          <a:bodyPr>
            <a:noAutofit/>
          </a:bodyPr>
          <a:lstStyle/>
          <a:p>
            <a:pPr marL="609600" indent="-609600">
              <a:lnSpc>
                <a:spcPct val="9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Test {</a:t>
            </a:r>
          </a:p>
          <a:p>
            <a:pPr marL="609600" indent="-609600">
              <a:lnSpc>
                <a:spcPct val="9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main(String[]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609600" indent="-609600">
              <a:lnSpc>
                <a:spcPct val="9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values = new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[5];</a:t>
            </a:r>
          </a:p>
          <a:p>
            <a:pPr marL="609600" indent="-609600">
              <a:lnSpc>
                <a:spcPct val="9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5;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 marL="609600" indent="-609600">
              <a:lnSpc>
                <a:spcPct val="9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values[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values[i-1];</a:t>
            </a:r>
          </a:p>
          <a:p>
            <a:pPr marL="609600" indent="-609600">
              <a:lnSpc>
                <a:spcPct val="9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609600" indent="-609600">
              <a:lnSpc>
                <a:spcPct val="9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values[0] = values[1] + values[4];</a:t>
            </a:r>
          </a:p>
          <a:p>
            <a:pPr marL="609600" indent="-609600">
              <a:lnSpc>
                <a:spcPct val="9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609600" indent="-609600">
              <a:lnSpc>
                <a:spcPct val="9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51236" name="AutoShape 4"/>
          <p:cNvSpPr>
            <a:spLocks noChangeArrowheads="1"/>
          </p:cNvSpPr>
          <p:nvPr/>
        </p:nvSpPr>
        <p:spPr bwMode="auto">
          <a:xfrm>
            <a:off x="5873486" y="1768777"/>
            <a:ext cx="4186238" cy="384175"/>
          </a:xfrm>
          <a:prstGeom prst="wedgeRoundRectCallout">
            <a:avLst>
              <a:gd name="adj1" fmla="val -75705"/>
              <a:gd name="adj2" fmla="val 336165"/>
              <a:gd name="adj3" fmla="val 16667"/>
            </a:avLst>
          </a:prstGeom>
          <a:solidFill>
            <a:schemeClr val="bg2">
              <a:alpha val="5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2000" dirty="0">
                <a:latin typeface="+mj-lt"/>
              </a:rPr>
              <a:t>After </a:t>
            </a:r>
            <a:r>
              <a:rPr lang="en-US" altLang="en-US" sz="2000" dirty="0" err="1">
                <a:latin typeface="+mj-lt"/>
              </a:rPr>
              <a:t>i</a:t>
            </a:r>
            <a:r>
              <a:rPr lang="en-US" altLang="en-US" sz="2000" dirty="0">
                <a:latin typeface="+mj-lt"/>
              </a:rPr>
              <a:t>++, </a:t>
            </a:r>
            <a:r>
              <a:rPr lang="en-US" altLang="en-US" sz="2000" dirty="0" err="1">
                <a:latin typeface="+mj-lt"/>
              </a:rPr>
              <a:t>i</a:t>
            </a:r>
            <a:r>
              <a:rPr lang="en-US" altLang="en-US" sz="2000" dirty="0">
                <a:latin typeface="+mj-lt"/>
              </a:rPr>
              <a:t> becomes 2</a:t>
            </a:r>
          </a:p>
        </p:txBody>
      </p:sp>
      <p:sp>
        <p:nvSpPr>
          <p:cNvPr id="21510" name="Rectangle 5"/>
          <p:cNvSpPr>
            <a:spLocks noChangeArrowheads="1"/>
          </p:cNvSpPr>
          <p:nvPr/>
        </p:nvSpPr>
        <p:spPr bwMode="auto">
          <a:xfrm>
            <a:off x="4262048" y="3275413"/>
            <a:ext cx="587809" cy="307173"/>
          </a:xfrm>
          <a:prstGeom prst="rect">
            <a:avLst/>
          </a:prstGeom>
          <a:solidFill>
            <a:schemeClr val="accent1"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1511" name="Rectangle 6"/>
          <p:cNvSpPr>
            <a:spLocks noChangeArrowheads="1"/>
          </p:cNvSpPr>
          <p:nvPr/>
        </p:nvSpPr>
        <p:spPr bwMode="auto">
          <a:xfrm>
            <a:off x="1524001" y="23409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1513" name="Object 9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19123267"/>
              </p:ext>
            </p:extLst>
          </p:nvPr>
        </p:nvGraphicFramePr>
        <p:xfrm>
          <a:off x="7388225" y="2073275"/>
          <a:ext cx="3544888" cy="379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4" imgW="1600200" imgH="1714680" progId="Word.Picture.8">
                  <p:embed/>
                </p:oleObj>
              </mc:Choice>
              <mc:Fallback>
                <p:oleObj name="Picture" r:id="rId4" imgW="1600200" imgH="1714680" progId="Word.Picture.8">
                  <p:embed/>
                  <p:pic>
                    <p:nvPicPr>
                      <p:cNvPr id="21513" name="Object 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8225" y="2073275"/>
                        <a:ext cx="3544888" cy="379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itle 1">
            <a:extLst>
              <a:ext uri="{FF2B5EF4-FFF2-40B4-BE49-F238E27FC236}">
                <a16:creationId xmlns:a16="http://schemas.microsoft.com/office/drawing/2014/main" id="{CF161A8E-3904-44F2-8621-C8E189A92547}"/>
              </a:ext>
            </a:extLst>
          </p:cNvPr>
          <p:cNvSpPr txBox="1">
            <a:spLocks/>
          </p:cNvSpPr>
          <p:nvPr/>
        </p:nvSpPr>
        <p:spPr>
          <a:xfrm>
            <a:off x="348791" y="286603"/>
            <a:ext cx="11481847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Array Program Tracing</a:t>
            </a:r>
            <a:endParaRPr lang="en-US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1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1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123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9830" y="1844271"/>
            <a:ext cx="6000663" cy="4379711"/>
          </a:xfrm>
        </p:spPr>
        <p:txBody>
          <a:bodyPr>
            <a:normAutofit/>
          </a:bodyPr>
          <a:lstStyle/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Test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main(String[]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values = new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[5];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5;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values[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values[i-1];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values[0] = values[1] + values[4];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53284" name="AutoShape 4"/>
          <p:cNvSpPr>
            <a:spLocks noChangeArrowheads="1"/>
          </p:cNvSpPr>
          <p:nvPr/>
        </p:nvSpPr>
        <p:spPr bwMode="auto">
          <a:xfrm>
            <a:off x="6470493" y="1849638"/>
            <a:ext cx="3071813" cy="576263"/>
          </a:xfrm>
          <a:prstGeom prst="wedgeRoundRectCallout">
            <a:avLst>
              <a:gd name="adj1" fmla="val -116279"/>
              <a:gd name="adj2" fmla="val 206416"/>
              <a:gd name="adj3" fmla="val 16667"/>
            </a:avLst>
          </a:prstGeom>
          <a:solidFill>
            <a:schemeClr val="bg2">
              <a:alpha val="5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2000" dirty="0" err="1">
                <a:latin typeface="+mj-lt"/>
              </a:rPr>
              <a:t>i</a:t>
            </a:r>
            <a:r>
              <a:rPr lang="en-US" altLang="en-US" sz="2000" dirty="0">
                <a:latin typeface="+mj-lt"/>
              </a:rPr>
              <a:t> is less than 5</a:t>
            </a:r>
          </a:p>
        </p:txBody>
      </p:sp>
      <p:sp>
        <p:nvSpPr>
          <p:cNvPr id="22534" name="Rectangle 5"/>
          <p:cNvSpPr>
            <a:spLocks noChangeArrowheads="1"/>
          </p:cNvSpPr>
          <p:nvPr/>
        </p:nvSpPr>
        <p:spPr bwMode="auto">
          <a:xfrm>
            <a:off x="3470161" y="3327426"/>
            <a:ext cx="907673" cy="350382"/>
          </a:xfrm>
          <a:prstGeom prst="rect">
            <a:avLst/>
          </a:prstGeom>
          <a:solidFill>
            <a:schemeClr val="accent1"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2535" name="Rectangle 6"/>
          <p:cNvSpPr>
            <a:spLocks noChangeArrowheads="1"/>
          </p:cNvSpPr>
          <p:nvPr/>
        </p:nvSpPr>
        <p:spPr bwMode="auto">
          <a:xfrm>
            <a:off x="2025651" y="250760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2" name="Object 9">
            <a:extLst>
              <a:ext uri="{FF2B5EF4-FFF2-40B4-BE49-F238E27FC236}">
                <a16:creationId xmlns:a16="http://schemas.microsoft.com/office/drawing/2014/main" id="{C408262A-2FA8-4B3C-8BAB-B7EA8B2498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149639"/>
              </p:ext>
            </p:extLst>
          </p:nvPr>
        </p:nvGraphicFramePr>
        <p:xfrm>
          <a:off x="7387569" y="2073030"/>
          <a:ext cx="3545332" cy="37976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1601724" imgH="1712976" progId="Word.Picture.8">
                  <p:embed/>
                </p:oleObj>
              </mc:Choice>
              <mc:Fallback>
                <p:oleObj name="Picture" r:id="rId2" imgW="1601724" imgH="1712976" progId="Word.Picture.8">
                  <p:embed/>
                  <p:pic>
                    <p:nvPicPr>
                      <p:cNvPr id="21513" name="Object 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7569" y="2073030"/>
                        <a:ext cx="3545332" cy="37976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itle 1">
            <a:extLst>
              <a:ext uri="{FF2B5EF4-FFF2-40B4-BE49-F238E27FC236}">
                <a16:creationId xmlns:a16="http://schemas.microsoft.com/office/drawing/2014/main" id="{B47C248C-3DCF-483F-96FA-3168009093BE}"/>
              </a:ext>
            </a:extLst>
          </p:cNvPr>
          <p:cNvSpPr txBox="1">
            <a:spLocks/>
          </p:cNvSpPr>
          <p:nvPr/>
        </p:nvSpPr>
        <p:spPr>
          <a:xfrm>
            <a:off x="348791" y="286603"/>
            <a:ext cx="11481847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Array Program Tracing</a:t>
            </a:r>
            <a:endParaRPr lang="en-US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3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3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328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8480" y="1981199"/>
            <a:ext cx="5757520" cy="4172055"/>
          </a:xfrm>
        </p:spPr>
        <p:txBody>
          <a:bodyPr>
            <a:noAutofit/>
          </a:bodyPr>
          <a:lstStyle/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Test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main(String[]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values = new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[5];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5;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values[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values[i-1];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values[0] = values[1] + values[4];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52260" name="AutoShape 4"/>
          <p:cNvSpPr>
            <a:spLocks noChangeArrowheads="1"/>
          </p:cNvSpPr>
          <p:nvPr/>
        </p:nvSpPr>
        <p:spPr bwMode="auto">
          <a:xfrm>
            <a:off x="5178232" y="1711288"/>
            <a:ext cx="4554327" cy="470203"/>
          </a:xfrm>
          <a:prstGeom prst="wedgeRoundRectCallout">
            <a:avLst>
              <a:gd name="adj1" fmla="val -46405"/>
              <a:gd name="adj2" fmla="val 404922"/>
              <a:gd name="adj3" fmla="val 16667"/>
            </a:avLst>
          </a:prstGeom>
          <a:solidFill>
            <a:schemeClr val="bg2">
              <a:alpha val="5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2000" dirty="0">
                <a:latin typeface="+mj-lt"/>
                <a:cs typeface="Courier New" panose="02070309020205020404" pitchFamily="49" charset="0"/>
              </a:rPr>
              <a:t>After this line, values[2] is 3 (2 + 1)</a:t>
            </a:r>
          </a:p>
        </p:txBody>
      </p:sp>
      <p:sp>
        <p:nvSpPr>
          <p:cNvPr id="23558" name="Rectangle 5"/>
          <p:cNvSpPr>
            <a:spLocks noChangeArrowheads="1"/>
          </p:cNvSpPr>
          <p:nvPr/>
        </p:nvSpPr>
        <p:spPr bwMode="auto">
          <a:xfrm>
            <a:off x="1236039" y="3921273"/>
            <a:ext cx="4169529" cy="312247"/>
          </a:xfrm>
          <a:prstGeom prst="rect">
            <a:avLst/>
          </a:prstGeom>
          <a:solidFill>
            <a:schemeClr val="accent1"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3559" name="Rectangle 6"/>
          <p:cNvSpPr>
            <a:spLocks noChangeArrowheads="1"/>
          </p:cNvSpPr>
          <p:nvPr/>
        </p:nvSpPr>
        <p:spPr bwMode="auto">
          <a:xfrm>
            <a:off x="1524001" y="23409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356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7613471"/>
              </p:ext>
            </p:extLst>
          </p:nvPr>
        </p:nvGraphicFramePr>
        <p:xfrm>
          <a:off x="7383034" y="1837408"/>
          <a:ext cx="3781740" cy="4060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1601724" imgH="1712976" progId="Word.Picture.8">
                  <p:embed/>
                </p:oleObj>
              </mc:Choice>
              <mc:Fallback>
                <p:oleObj name="Picture" r:id="rId2" imgW="1601724" imgH="1712976" progId="Word.Picture.8">
                  <p:embed/>
                  <p:pic>
                    <p:nvPicPr>
                      <p:cNvPr id="2356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3034" y="1837408"/>
                        <a:ext cx="3781740" cy="40606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2" name="Rectangle 9"/>
          <p:cNvSpPr>
            <a:spLocks noChangeArrowheads="1"/>
          </p:cNvSpPr>
          <p:nvPr/>
        </p:nvSpPr>
        <p:spPr bwMode="auto">
          <a:xfrm>
            <a:off x="8340743" y="4316269"/>
            <a:ext cx="1391816" cy="286043"/>
          </a:xfrm>
          <a:prstGeom prst="rect">
            <a:avLst/>
          </a:prstGeom>
          <a:solidFill>
            <a:schemeClr val="accent1"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3563" name="Line 10"/>
          <p:cNvSpPr>
            <a:spLocks noChangeShapeType="1"/>
          </p:cNvSpPr>
          <p:nvPr/>
        </p:nvSpPr>
        <p:spPr bwMode="auto">
          <a:xfrm>
            <a:off x="5482781" y="4127429"/>
            <a:ext cx="2756923" cy="286043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792E6CE-74E7-49FF-9C4A-1F9D1C51A396}"/>
              </a:ext>
            </a:extLst>
          </p:cNvPr>
          <p:cNvSpPr txBox="1">
            <a:spLocks/>
          </p:cNvSpPr>
          <p:nvPr/>
        </p:nvSpPr>
        <p:spPr>
          <a:xfrm>
            <a:off x="355076" y="270130"/>
            <a:ext cx="11481847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Array Program Tracing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86C7BEE-5730-5FCD-25E9-23BB8B65C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2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2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226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7959" y="1981199"/>
            <a:ext cx="6325022" cy="4045757"/>
          </a:xfrm>
        </p:spPr>
        <p:txBody>
          <a:bodyPr>
            <a:noAutofit/>
          </a:bodyPr>
          <a:lstStyle/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Test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main(String[]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values = new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[5];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5;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values[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values[i-1];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values[0] = values[1] + values[4];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54308" name="AutoShape 4"/>
          <p:cNvSpPr>
            <a:spLocks noChangeArrowheads="1"/>
          </p:cNvSpPr>
          <p:nvPr/>
        </p:nvSpPr>
        <p:spPr bwMode="auto">
          <a:xfrm>
            <a:off x="5973079" y="1789111"/>
            <a:ext cx="4186237" cy="384175"/>
          </a:xfrm>
          <a:prstGeom prst="wedgeRoundRectCallout">
            <a:avLst>
              <a:gd name="adj1" fmla="val -76019"/>
              <a:gd name="adj2" fmla="val 379203"/>
              <a:gd name="adj3" fmla="val 16667"/>
            </a:avLst>
          </a:prstGeom>
          <a:solidFill>
            <a:schemeClr val="bg2">
              <a:alpha val="5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2000" dirty="0">
                <a:latin typeface="+mj-lt"/>
              </a:rPr>
              <a:t>After this, </a:t>
            </a:r>
            <a:r>
              <a:rPr lang="en-US" altLang="en-US" sz="2000" dirty="0" err="1">
                <a:latin typeface="+mj-lt"/>
              </a:rPr>
              <a:t>i</a:t>
            </a:r>
            <a:r>
              <a:rPr lang="en-US" altLang="en-US" sz="2000" dirty="0">
                <a:latin typeface="+mj-lt"/>
              </a:rPr>
              <a:t> becomes 3.</a:t>
            </a:r>
          </a:p>
        </p:txBody>
      </p:sp>
      <p:sp>
        <p:nvSpPr>
          <p:cNvPr id="24582" name="Rectangle 5"/>
          <p:cNvSpPr>
            <a:spLocks noChangeArrowheads="1"/>
          </p:cNvSpPr>
          <p:nvPr/>
        </p:nvSpPr>
        <p:spPr bwMode="auto">
          <a:xfrm>
            <a:off x="4366041" y="3476749"/>
            <a:ext cx="529283" cy="322305"/>
          </a:xfrm>
          <a:prstGeom prst="rect">
            <a:avLst/>
          </a:prstGeom>
          <a:solidFill>
            <a:schemeClr val="accent1"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4583" name="Rectangle 6"/>
          <p:cNvSpPr>
            <a:spLocks noChangeArrowheads="1"/>
          </p:cNvSpPr>
          <p:nvPr/>
        </p:nvSpPr>
        <p:spPr bwMode="auto">
          <a:xfrm>
            <a:off x="1524001" y="23409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458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1333750"/>
              </p:ext>
            </p:extLst>
          </p:nvPr>
        </p:nvGraphicFramePr>
        <p:xfrm>
          <a:off x="7362826" y="2046289"/>
          <a:ext cx="3508935" cy="3767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1601724" imgH="1712976" progId="Word.Picture.8">
                  <p:embed/>
                </p:oleObj>
              </mc:Choice>
              <mc:Fallback>
                <p:oleObj name="Picture" r:id="rId2" imgW="1601724" imgH="1712976" progId="Word.Picture.8">
                  <p:embed/>
                  <p:pic>
                    <p:nvPicPr>
                      <p:cNvPr id="2458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2826" y="2046289"/>
                        <a:ext cx="3508935" cy="37676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922465C0-1068-48EC-81C8-F7F43682B4B1}"/>
              </a:ext>
            </a:extLst>
          </p:cNvPr>
          <p:cNvSpPr txBox="1">
            <a:spLocks/>
          </p:cNvSpPr>
          <p:nvPr/>
        </p:nvSpPr>
        <p:spPr>
          <a:xfrm>
            <a:off x="348791" y="286603"/>
            <a:ext cx="11481847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Array Program Tracing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167F56E-B31A-1764-F5AA-BFA39A73A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4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4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430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7649" y="1981200"/>
            <a:ext cx="6188618" cy="3980082"/>
          </a:xfrm>
        </p:spPr>
        <p:txBody>
          <a:bodyPr>
            <a:noAutofit/>
          </a:bodyPr>
          <a:lstStyle/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Test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main(String[]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values = new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[5];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5;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values[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values[i-1];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values[0] = values[1] + values[4];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63524" name="AutoShape 4"/>
          <p:cNvSpPr>
            <a:spLocks noChangeArrowheads="1"/>
          </p:cNvSpPr>
          <p:nvPr/>
        </p:nvSpPr>
        <p:spPr bwMode="auto">
          <a:xfrm>
            <a:off x="5933689" y="1789112"/>
            <a:ext cx="4186238" cy="384175"/>
          </a:xfrm>
          <a:prstGeom prst="wedgeRoundRectCallout">
            <a:avLst>
              <a:gd name="adj1" fmla="val -91220"/>
              <a:gd name="adj2" fmla="val 387075"/>
              <a:gd name="adj3" fmla="val 16667"/>
            </a:avLst>
          </a:prstGeom>
          <a:solidFill>
            <a:schemeClr val="bg2">
              <a:alpha val="5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2000" dirty="0" err="1">
                <a:latin typeface="+mj-lt"/>
              </a:rPr>
              <a:t>i</a:t>
            </a:r>
            <a:r>
              <a:rPr lang="en-US" altLang="en-US" sz="2000" dirty="0">
                <a:latin typeface="+mj-lt"/>
              </a:rPr>
              <a:t> is still less than 5.</a:t>
            </a:r>
          </a:p>
        </p:txBody>
      </p:sp>
      <p:sp>
        <p:nvSpPr>
          <p:cNvPr id="25606" name="Rectangle 5"/>
          <p:cNvSpPr>
            <a:spLocks noChangeArrowheads="1"/>
          </p:cNvSpPr>
          <p:nvPr/>
        </p:nvSpPr>
        <p:spPr bwMode="auto">
          <a:xfrm>
            <a:off x="3223169" y="3466263"/>
            <a:ext cx="980040" cy="347946"/>
          </a:xfrm>
          <a:prstGeom prst="rect">
            <a:avLst/>
          </a:prstGeom>
          <a:solidFill>
            <a:schemeClr val="accent1"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5607" name="Rectangle 6"/>
          <p:cNvSpPr>
            <a:spLocks noChangeArrowheads="1"/>
          </p:cNvSpPr>
          <p:nvPr/>
        </p:nvSpPr>
        <p:spPr bwMode="auto">
          <a:xfrm>
            <a:off x="1524001" y="23409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560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0834764"/>
              </p:ext>
            </p:extLst>
          </p:nvPr>
        </p:nvGraphicFramePr>
        <p:xfrm>
          <a:off x="7362826" y="2046289"/>
          <a:ext cx="3559455" cy="3821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1601724" imgH="1712976" progId="Word.Picture.8">
                  <p:embed/>
                </p:oleObj>
              </mc:Choice>
              <mc:Fallback>
                <p:oleObj name="Picture" r:id="rId2" imgW="1601724" imgH="1712976" progId="Word.Picture.8">
                  <p:embed/>
                  <p:pic>
                    <p:nvPicPr>
                      <p:cNvPr id="2560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2826" y="2046289"/>
                        <a:ext cx="3559455" cy="38219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F5976348-F726-4287-8502-2036B7533962}"/>
              </a:ext>
            </a:extLst>
          </p:cNvPr>
          <p:cNvSpPr txBox="1">
            <a:spLocks/>
          </p:cNvSpPr>
          <p:nvPr/>
        </p:nvSpPr>
        <p:spPr>
          <a:xfrm>
            <a:off x="348791" y="286603"/>
            <a:ext cx="11481847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Array Program Tracing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80ACBE-8912-9F1E-2778-4CEFA0B2D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3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3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5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7337" y="1981199"/>
            <a:ext cx="6173463" cy="4005341"/>
          </a:xfrm>
        </p:spPr>
        <p:txBody>
          <a:bodyPr>
            <a:noAutofit/>
          </a:bodyPr>
          <a:lstStyle/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Test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main(String[]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values = new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[5];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5;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values[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values[i-1];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values[0] = values[1] + values[4];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55332" name="AutoShape 4"/>
          <p:cNvSpPr>
            <a:spLocks noChangeArrowheads="1"/>
          </p:cNvSpPr>
          <p:nvPr/>
        </p:nvSpPr>
        <p:spPr bwMode="auto">
          <a:xfrm>
            <a:off x="5653113" y="1789111"/>
            <a:ext cx="5017816" cy="384175"/>
          </a:xfrm>
          <a:prstGeom prst="wedgeRoundRectCallout">
            <a:avLst>
              <a:gd name="adj1" fmla="val -60757"/>
              <a:gd name="adj2" fmla="val 504323"/>
              <a:gd name="adj3" fmla="val 16667"/>
            </a:avLst>
          </a:prstGeom>
          <a:solidFill>
            <a:schemeClr val="bg2">
              <a:alpha val="5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2000" dirty="0">
                <a:latin typeface="+mj-lt"/>
              </a:rPr>
              <a:t>After this line, values[3] becomes 6 (3 + 3)</a:t>
            </a:r>
          </a:p>
        </p:txBody>
      </p:sp>
      <p:sp>
        <p:nvSpPr>
          <p:cNvPr id="26630" name="Rectangle 5"/>
          <p:cNvSpPr>
            <a:spLocks noChangeArrowheads="1"/>
          </p:cNvSpPr>
          <p:nvPr/>
        </p:nvSpPr>
        <p:spPr bwMode="auto">
          <a:xfrm>
            <a:off x="1014040" y="3948506"/>
            <a:ext cx="4305646" cy="300171"/>
          </a:xfrm>
          <a:prstGeom prst="rect">
            <a:avLst/>
          </a:prstGeom>
          <a:solidFill>
            <a:schemeClr val="accent1"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6631" name="Rectangle 6"/>
          <p:cNvSpPr>
            <a:spLocks noChangeArrowheads="1"/>
          </p:cNvSpPr>
          <p:nvPr/>
        </p:nvSpPr>
        <p:spPr bwMode="auto">
          <a:xfrm>
            <a:off x="1524001" y="23409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663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6582921"/>
              </p:ext>
            </p:extLst>
          </p:nvPr>
        </p:nvGraphicFramePr>
        <p:xfrm>
          <a:off x="7362826" y="2044700"/>
          <a:ext cx="3609953" cy="38761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1601724" imgH="1712976" progId="Word.Picture.8">
                  <p:embed/>
                </p:oleObj>
              </mc:Choice>
              <mc:Fallback>
                <p:oleObj name="Picture" r:id="rId2" imgW="1601724" imgH="1712976" progId="Word.Picture.8">
                  <p:embed/>
                  <p:pic>
                    <p:nvPicPr>
                      <p:cNvPr id="2663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2826" y="2044700"/>
                        <a:ext cx="3609953" cy="387616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4" name="Line 9"/>
          <p:cNvSpPr>
            <a:spLocks noChangeShapeType="1"/>
          </p:cNvSpPr>
          <p:nvPr/>
        </p:nvSpPr>
        <p:spPr bwMode="auto">
          <a:xfrm>
            <a:off x="5451441" y="4098591"/>
            <a:ext cx="2788263" cy="857356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35" name="Rectangle 10"/>
          <p:cNvSpPr>
            <a:spLocks noChangeArrowheads="1"/>
          </p:cNvSpPr>
          <p:nvPr/>
        </p:nvSpPr>
        <p:spPr bwMode="auto">
          <a:xfrm>
            <a:off x="8446902" y="4873548"/>
            <a:ext cx="1187135" cy="334996"/>
          </a:xfrm>
          <a:prstGeom prst="rect">
            <a:avLst/>
          </a:prstGeom>
          <a:solidFill>
            <a:schemeClr val="accent1"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CFB223D-2DCE-4600-84D4-7E92CFC3C7C4}"/>
              </a:ext>
            </a:extLst>
          </p:cNvPr>
          <p:cNvSpPr txBox="1">
            <a:spLocks/>
          </p:cNvSpPr>
          <p:nvPr/>
        </p:nvSpPr>
        <p:spPr>
          <a:xfrm>
            <a:off x="348791" y="286603"/>
            <a:ext cx="11481847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Array Program Tracing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E13D04-DEE7-2DCC-2760-486DD2284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5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5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533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3219" y="1981199"/>
            <a:ext cx="6188619" cy="4055861"/>
          </a:xfrm>
        </p:spPr>
        <p:txBody>
          <a:bodyPr>
            <a:noAutofit/>
          </a:bodyPr>
          <a:lstStyle/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Test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main(String[]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values = new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[5];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5;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values[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values[i-1];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values[0] = values[1] + values[4];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56356" name="AutoShape 4"/>
          <p:cNvSpPr>
            <a:spLocks noChangeArrowheads="1"/>
          </p:cNvSpPr>
          <p:nvPr/>
        </p:nvSpPr>
        <p:spPr bwMode="auto">
          <a:xfrm>
            <a:off x="6089714" y="1789111"/>
            <a:ext cx="4186237" cy="384175"/>
          </a:xfrm>
          <a:prstGeom prst="wedgeRoundRectCallout">
            <a:avLst>
              <a:gd name="adj1" fmla="val -76345"/>
              <a:gd name="adj2" fmla="val 392078"/>
              <a:gd name="adj3" fmla="val 16667"/>
            </a:avLst>
          </a:prstGeom>
          <a:solidFill>
            <a:schemeClr val="bg2">
              <a:alpha val="5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2000" dirty="0">
                <a:latin typeface="+mj-lt"/>
              </a:rPr>
              <a:t>After this, </a:t>
            </a:r>
            <a:r>
              <a:rPr lang="en-US" altLang="en-US" sz="2000" dirty="0" err="1">
                <a:latin typeface="+mj-lt"/>
              </a:rPr>
              <a:t>i</a:t>
            </a:r>
            <a:r>
              <a:rPr lang="en-US" altLang="en-US" sz="2000" dirty="0">
                <a:latin typeface="+mj-lt"/>
              </a:rPr>
              <a:t> becomes 4</a:t>
            </a:r>
          </a:p>
        </p:txBody>
      </p:sp>
      <p:sp>
        <p:nvSpPr>
          <p:cNvPr id="27654" name="Rectangle 5"/>
          <p:cNvSpPr>
            <a:spLocks noChangeArrowheads="1"/>
          </p:cNvSpPr>
          <p:nvPr/>
        </p:nvSpPr>
        <p:spPr bwMode="auto">
          <a:xfrm>
            <a:off x="4341869" y="3499727"/>
            <a:ext cx="619130" cy="274067"/>
          </a:xfrm>
          <a:prstGeom prst="rect">
            <a:avLst/>
          </a:prstGeom>
          <a:solidFill>
            <a:schemeClr val="accent1"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7655" name="Rectangle 6"/>
          <p:cNvSpPr>
            <a:spLocks noChangeArrowheads="1"/>
          </p:cNvSpPr>
          <p:nvPr/>
        </p:nvSpPr>
        <p:spPr bwMode="auto">
          <a:xfrm>
            <a:off x="1524001" y="23409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765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7441674"/>
              </p:ext>
            </p:extLst>
          </p:nvPr>
        </p:nvGraphicFramePr>
        <p:xfrm>
          <a:off x="7362826" y="2044700"/>
          <a:ext cx="3584714" cy="3849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1601724" imgH="1712976" progId="Word.Picture.8">
                  <p:embed/>
                </p:oleObj>
              </mc:Choice>
              <mc:Fallback>
                <p:oleObj name="Picture" r:id="rId2" imgW="1601724" imgH="1712976" progId="Word.Picture.8">
                  <p:embed/>
                  <p:pic>
                    <p:nvPicPr>
                      <p:cNvPr id="2765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2826" y="2044700"/>
                        <a:ext cx="3584714" cy="384906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FDE9C714-3A09-43DD-85E9-5FC729C58A4B}"/>
              </a:ext>
            </a:extLst>
          </p:cNvPr>
          <p:cNvSpPr txBox="1">
            <a:spLocks/>
          </p:cNvSpPr>
          <p:nvPr/>
        </p:nvSpPr>
        <p:spPr>
          <a:xfrm>
            <a:off x="348791" y="286603"/>
            <a:ext cx="11481847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Array Program Tracing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7676A3F-991D-0CB8-9D9A-194C54CBF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6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6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5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143" y="1981200"/>
            <a:ext cx="6360384" cy="3969978"/>
          </a:xfrm>
        </p:spPr>
        <p:txBody>
          <a:bodyPr>
            <a:noAutofit/>
          </a:bodyPr>
          <a:lstStyle/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Test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main(String[]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values = new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[5];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5;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values[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values[i-1];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values[0] = values[1] + values[4];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64548" name="AutoShape 4"/>
          <p:cNvSpPr>
            <a:spLocks noChangeArrowheads="1"/>
          </p:cNvSpPr>
          <p:nvPr/>
        </p:nvSpPr>
        <p:spPr bwMode="auto">
          <a:xfrm>
            <a:off x="6187244" y="1789112"/>
            <a:ext cx="4186237" cy="384175"/>
          </a:xfrm>
          <a:prstGeom prst="wedgeRoundRectCallout">
            <a:avLst>
              <a:gd name="adj1" fmla="val -102180"/>
              <a:gd name="adj2" fmla="val 405592"/>
              <a:gd name="adj3" fmla="val 16667"/>
            </a:avLst>
          </a:prstGeom>
          <a:solidFill>
            <a:schemeClr val="bg2">
              <a:alpha val="5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2000" dirty="0">
                <a:latin typeface="+mj-lt"/>
              </a:rPr>
              <a:t>I is still less than 5</a:t>
            </a:r>
          </a:p>
        </p:txBody>
      </p:sp>
      <p:sp>
        <p:nvSpPr>
          <p:cNvPr id="28678" name="Rectangle 5"/>
          <p:cNvSpPr>
            <a:spLocks noChangeArrowheads="1"/>
          </p:cNvSpPr>
          <p:nvPr/>
        </p:nvSpPr>
        <p:spPr bwMode="auto">
          <a:xfrm>
            <a:off x="3042097" y="3500040"/>
            <a:ext cx="928723" cy="304066"/>
          </a:xfrm>
          <a:prstGeom prst="rect">
            <a:avLst/>
          </a:prstGeom>
          <a:solidFill>
            <a:schemeClr val="accent1"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8679" name="Rectangle 6"/>
          <p:cNvSpPr>
            <a:spLocks noChangeArrowheads="1"/>
          </p:cNvSpPr>
          <p:nvPr/>
        </p:nvSpPr>
        <p:spPr bwMode="auto">
          <a:xfrm>
            <a:off x="1524001" y="23409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868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5587894"/>
              </p:ext>
            </p:extLst>
          </p:nvPr>
        </p:nvGraphicFramePr>
        <p:xfrm>
          <a:off x="7362826" y="2044699"/>
          <a:ext cx="3418001" cy="3670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1601724" imgH="1712976" progId="Word.Picture.8">
                  <p:embed/>
                </p:oleObj>
              </mc:Choice>
              <mc:Fallback>
                <p:oleObj name="Picture" r:id="rId2" imgW="1601724" imgH="1712976" progId="Word.Picture.8">
                  <p:embed/>
                  <p:pic>
                    <p:nvPicPr>
                      <p:cNvPr id="2868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2826" y="2044699"/>
                        <a:ext cx="3418001" cy="36700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60FF7D73-C73E-46BD-AACE-C346DD7CA8B1}"/>
              </a:ext>
            </a:extLst>
          </p:cNvPr>
          <p:cNvSpPr txBox="1">
            <a:spLocks/>
          </p:cNvSpPr>
          <p:nvPr/>
        </p:nvSpPr>
        <p:spPr>
          <a:xfrm>
            <a:off x="348791" y="286603"/>
            <a:ext cx="11481847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Array Program Tracing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DF9AD33-08F4-1420-960F-90FD7EC9B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4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4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454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675" y="1981199"/>
            <a:ext cx="6815059" cy="3829049"/>
          </a:xfrm>
        </p:spPr>
        <p:txBody>
          <a:bodyPr>
            <a:noAutofit/>
          </a:bodyPr>
          <a:lstStyle/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Test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main(String[]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values = new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[5];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5;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values[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values[i-1];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values[0] = values[1] + values[4];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57380" name="AutoShape 4"/>
          <p:cNvSpPr>
            <a:spLocks noChangeArrowheads="1"/>
          </p:cNvSpPr>
          <p:nvPr/>
        </p:nvSpPr>
        <p:spPr bwMode="auto">
          <a:xfrm>
            <a:off x="5487453" y="1789111"/>
            <a:ext cx="4762499" cy="384175"/>
          </a:xfrm>
          <a:prstGeom prst="wedgeRoundRectCallout">
            <a:avLst>
              <a:gd name="adj1" fmla="val -59008"/>
              <a:gd name="adj2" fmla="val 432294"/>
              <a:gd name="adj3" fmla="val 16667"/>
            </a:avLst>
          </a:prstGeom>
          <a:solidFill>
            <a:schemeClr val="bg2">
              <a:alpha val="5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2000" dirty="0">
                <a:latin typeface="+mj-lt"/>
              </a:rPr>
              <a:t>After this, values[4] becomes 10 (4 + 6)</a:t>
            </a:r>
          </a:p>
        </p:txBody>
      </p:sp>
      <p:sp>
        <p:nvSpPr>
          <p:cNvPr id="29702" name="Rectangle 5"/>
          <p:cNvSpPr>
            <a:spLocks noChangeArrowheads="1"/>
          </p:cNvSpPr>
          <p:nvPr/>
        </p:nvSpPr>
        <p:spPr bwMode="auto">
          <a:xfrm>
            <a:off x="885856" y="3679032"/>
            <a:ext cx="4227989" cy="342751"/>
          </a:xfrm>
          <a:prstGeom prst="rect">
            <a:avLst/>
          </a:prstGeom>
          <a:solidFill>
            <a:schemeClr val="accent1"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03" name="Rectangle 6"/>
          <p:cNvSpPr>
            <a:spLocks noChangeArrowheads="1"/>
          </p:cNvSpPr>
          <p:nvPr/>
        </p:nvSpPr>
        <p:spPr bwMode="auto">
          <a:xfrm>
            <a:off x="1524001" y="23409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970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3764823"/>
              </p:ext>
            </p:extLst>
          </p:nvPr>
        </p:nvGraphicFramePr>
        <p:xfrm>
          <a:off x="7362826" y="2044699"/>
          <a:ext cx="3700909" cy="39738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1601724" imgH="1712976" progId="Word.Picture.8">
                  <p:embed/>
                </p:oleObj>
              </mc:Choice>
              <mc:Fallback>
                <p:oleObj name="Picture" r:id="rId2" imgW="1601724" imgH="1712976" progId="Word.Picture.8">
                  <p:embed/>
                  <p:pic>
                    <p:nvPicPr>
                      <p:cNvPr id="2970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2826" y="2044699"/>
                        <a:ext cx="3700909" cy="397382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6" name="Line 9"/>
          <p:cNvSpPr>
            <a:spLocks noChangeShapeType="1"/>
          </p:cNvSpPr>
          <p:nvPr/>
        </p:nvSpPr>
        <p:spPr bwMode="auto">
          <a:xfrm>
            <a:off x="5304530" y="3889989"/>
            <a:ext cx="3106940" cy="1530736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7" name="Rectangle 10"/>
          <p:cNvSpPr>
            <a:spLocks noChangeArrowheads="1"/>
          </p:cNvSpPr>
          <p:nvPr/>
        </p:nvSpPr>
        <p:spPr bwMode="auto">
          <a:xfrm>
            <a:off x="8482197" y="5470208"/>
            <a:ext cx="1172268" cy="283943"/>
          </a:xfrm>
          <a:prstGeom prst="rect">
            <a:avLst/>
          </a:prstGeom>
          <a:solidFill>
            <a:schemeClr val="accent1"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C8CA022-3AC7-4527-9126-E298BBFDFDF4}"/>
              </a:ext>
            </a:extLst>
          </p:cNvPr>
          <p:cNvSpPr txBox="1">
            <a:spLocks/>
          </p:cNvSpPr>
          <p:nvPr/>
        </p:nvSpPr>
        <p:spPr>
          <a:xfrm>
            <a:off x="348791" y="286603"/>
            <a:ext cx="11481847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Array Program Tracing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938585-3C18-1804-434F-FDAFCE2A7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7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7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738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48584" y="1854376"/>
            <a:ext cx="6380592" cy="4114800"/>
          </a:xfrm>
        </p:spPr>
        <p:txBody>
          <a:bodyPr>
            <a:noAutofit/>
          </a:bodyPr>
          <a:lstStyle/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Test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main(String[]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values = new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[5];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5;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values[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values[i-1];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values[0] = values[1] + values[4];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58404" name="AutoShape 4"/>
          <p:cNvSpPr>
            <a:spLocks noChangeArrowheads="1"/>
          </p:cNvSpPr>
          <p:nvPr/>
        </p:nvSpPr>
        <p:spPr bwMode="auto">
          <a:xfrm>
            <a:off x="5945199" y="1737360"/>
            <a:ext cx="4186237" cy="384175"/>
          </a:xfrm>
          <a:prstGeom prst="wedgeRoundRectCallout">
            <a:avLst>
              <a:gd name="adj1" fmla="val -73487"/>
              <a:gd name="adj2" fmla="val 381630"/>
              <a:gd name="adj3" fmla="val 16667"/>
            </a:avLst>
          </a:prstGeom>
          <a:solidFill>
            <a:schemeClr val="bg2">
              <a:alpha val="5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2000" dirty="0">
                <a:latin typeface="+mj-lt"/>
              </a:rPr>
              <a:t>After </a:t>
            </a:r>
            <a:r>
              <a:rPr lang="en-US" altLang="en-US" sz="2000" dirty="0" err="1">
                <a:latin typeface="+mj-lt"/>
              </a:rPr>
              <a:t>i</a:t>
            </a:r>
            <a:r>
              <a:rPr lang="en-US" altLang="en-US" sz="2000" dirty="0">
                <a:latin typeface="+mj-lt"/>
              </a:rPr>
              <a:t>++, </a:t>
            </a:r>
            <a:r>
              <a:rPr lang="en-US" altLang="en-US" sz="2000" dirty="0" err="1">
                <a:latin typeface="+mj-lt"/>
              </a:rPr>
              <a:t>i</a:t>
            </a:r>
            <a:r>
              <a:rPr lang="en-US" altLang="en-US" sz="2000" dirty="0">
                <a:latin typeface="+mj-lt"/>
              </a:rPr>
              <a:t> becomes 5</a:t>
            </a:r>
          </a:p>
        </p:txBody>
      </p:sp>
      <p:sp>
        <p:nvSpPr>
          <p:cNvPr id="30726" name="Rectangle 5"/>
          <p:cNvSpPr>
            <a:spLocks noChangeArrowheads="1"/>
          </p:cNvSpPr>
          <p:nvPr/>
        </p:nvSpPr>
        <p:spPr bwMode="auto">
          <a:xfrm>
            <a:off x="4386504" y="3391808"/>
            <a:ext cx="589651" cy="265791"/>
          </a:xfrm>
          <a:prstGeom prst="rect">
            <a:avLst/>
          </a:prstGeom>
          <a:solidFill>
            <a:schemeClr val="accent1"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7" name="Rectangle 6"/>
          <p:cNvSpPr>
            <a:spLocks noChangeArrowheads="1"/>
          </p:cNvSpPr>
          <p:nvPr/>
        </p:nvSpPr>
        <p:spPr bwMode="auto">
          <a:xfrm>
            <a:off x="1524001" y="23409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0729" name="Object 11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1435506"/>
              </p:ext>
            </p:extLst>
          </p:nvPr>
        </p:nvGraphicFramePr>
        <p:xfrm>
          <a:off x="7632892" y="2041576"/>
          <a:ext cx="3442371" cy="36884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1601724" imgH="1712976" progId="Word.Picture.8">
                  <p:embed/>
                </p:oleObj>
              </mc:Choice>
              <mc:Fallback>
                <p:oleObj name="Picture" r:id="rId2" imgW="1601724" imgH="1712976" progId="Word.Picture.8">
                  <p:embed/>
                  <p:pic>
                    <p:nvPicPr>
                      <p:cNvPr id="30729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2892" y="2041576"/>
                        <a:ext cx="3442371" cy="36884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itle 1">
            <a:extLst>
              <a:ext uri="{FF2B5EF4-FFF2-40B4-BE49-F238E27FC236}">
                <a16:creationId xmlns:a16="http://schemas.microsoft.com/office/drawing/2014/main" id="{FBEDAA87-2895-4984-8A22-BC985D3C66F6}"/>
              </a:ext>
            </a:extLst>
          </p:cNvPr>
          <p:cNvSpPr txBox="1">
            <a:spLocks/>
          </p:cNvSpPr>
          <p:nvPr/>
        </p:nvSpPr>
        <p:spPr>
          <a:xfrm>
            <a:off x="348791" y="286603"/>
            <a:ext cx="11481847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Array Program Tracing</a:t>
            </a:r>
            <a:endParaRPr lang="en-US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0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1040" y="2084389"/>
            <a:ext cx="6225150" cy="2651125"/>
          </a:xfrm>
        </p:spPr>
        <p:txBody>
          <a:bodyPr>
            <a:noAutofit/>
          </a:bodyPr>
          <a:lstStyle/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Test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main(String[]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values = new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[5];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5;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values[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values[i-1];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values[0] = values[1] + values[4];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59428" name="AutoShape 4"/>
          <p:cNvSpPr>
            <a:spLocks noChangeArrowheads="1"/>
          </p:cNvSpPr>
          <p:nvPr/>
        </p:nvSpPr>
        <p:spPr bwMode="auto">
          <a:xfrm>
            <a:off x="5392107" y="1751701"/>
            <a:ext cx="4186237" cy="384175"/>
          </a:xfrm>
          <a:prstGeom prst="wedgeRoundRectCallout">
            <a:avLst>
              <a:gd name="adj1" fmla="val -82519"/>
              <a:gd name="adj2" fmla="val 427381"/>
              <a:gd name="adj3" fmla="val 16667"/>
            </a:avLst>
          </a:prstGeom>
          <a:solidFill>
            <a:schemeClr val="bg2">
              <a:alpha val="5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2000" dirty="0" err="1">
                <a:latin typeface="+mj-lt"/>
              </a:rPr>
              <a:t>i</a:t>
            </a:r>
            <a:r>
              <a:rPr lang="en-US" altLang="en-US" sz="2000" dirty="0">
                <a:latin typeface="+mj-lt"/>
              </a:rPr>
              <a:t> &lt; 5 is false. Exit the loop</a:t>
            </a:r>
          </a:p>
        </p:txBody>
      </p:sp>
      <p:sp>
        <p:nvSpPr>
          <p:cNvPr id="31750" name="Rectangle 5"/>
          <p:cNvSpPr>
            <a:spLocks noChangeArrowheads="1"/>
          </p:cNvSpPr>
          <p:nvPr/>
        </p:nvSpPr>
        <p:spPr bwMode="auto">
          <a:xfrm>
            <a:off x="3097881" y="3580606"/>
            <a:ext cx="883043" cy="359902"/>
          </a:xfrm>
          <a:prstGeom prst="rect">
            <a:avLst/>
          </a:prstGeom>
          <a:solidFill>
            <a:schemeClr val="accent1"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1751" name="Rectangle 6"/>
          <p:cNvSpPr>
            <a:spLocks noChangeArrowheads="1"/>
          </p:cNvSpPr>
          <p:nvPr/>
        </p:nvSpPr>
        <p:spPr bwMode="auto">
          <a:xfrm>
            <a:off x="1524001" y="23409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1753" name="Object 12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0331673"/>
              </p:ext>
            </p:extLst>
          </p:nvPr>
        </p:nvGraphicFramePr>
        <p:xfrm>
          <a:off x="7207368" y="2309391"/>
          <a:ext cx="3320861" cy="3558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1601724" imgH="1712976" progId="Word.Picture.8">
                  <p:embed/>
                </p:oleObj>
              </mc:Choice>
              <mc:Fallback>
                <p:oleObj name="Picture" r:id="rId2" imgW="1601724" imgH="1712976" progId="Word.Picture.8">
                  <p:embed/>
                  <p:pic>
                    <p:nvPicPr>
                      <p:cNvPr id="31753" name="Object 1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7368" y="2309391"/>
                        <a:ext cx="3320861" cy="35580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1">
            <a:extLst>
              <a:ext uri="{FF2B5EF4-FFF2-40B4-BE49-F238E27FC236}">
                <a16:creationId xmlns:a16="http://schemas.microsoft.com/office/drawing/2014/main" id="{B3B757DB-231D-4D77-B5D3-452F37015A4E}"/>
              </a:ext>
            </a:extLst>
          </p:cNvPr>
          <p:cNvSpPr txBox="1">
            <a:spLocks/>
          </p:cNvSpPr>
          <p:nvPr/>
        </p:nvSpPr>
        <p:spPr>
          <a:xfrm>
            <a:off x="348791" y="286603"/>
            <a:ext cx="11481847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Array Program Tracing</a:t>
            </a:r>
            <a:endParaRPr lang="en-US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9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9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42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7545" y="1981200"/>
            <a:ext cx="6285017" cy="3949770"/>
          </a:xfrm>
        </p:spPr>
        <p:txBody>
          <a:bodyPr>
            <a:noAutofit/>
          </a:bodyPr>
          <a:lstStyle/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Test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main(String[]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values = new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[5];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5;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values[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values[i-1];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values[0] = values[1] + values[4];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60452" name="AutoShape 4"/>
          <p:cNvSpPr>
            <a:spLocks noChangeArrowheads="1"/>
          </p:cNvSpPr>
          <p:nvPr/>
        </p:nvSpPr>
        <p:spPr bwMode="auto">
          <a:xfrm>
            <a:off x="6286300" y="1800924"/>
            <a:ext cx="4772383" cy="384175"/>
          </a:xfrm>
          <a:prstGeom prst="wedgeRoundRectCallout">
            <a:avLst>
              <a:gd name="adj1" fmla="val -59561"/>
              <a:gd name="adj2" fmla="val 708982"/>
              <a:gd name="adj3" fmla="val 16667"/>
            </a:avLst>
          </a:prstGeom>
          <a:solidFill>
            <a:schemeClr val="bg2">
              <a:alpha val="5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2000" dirty="0">
                <a:latin typeface="+mj-lt"/>
              </a:rPr>
              <a:t>After this line, values[0] is 11 (1 + 10)</a:t>
            </a:r>
          </a:p>
        </p:txBody>
      </p:sp>
      <p:sp>
        <p:nvSpPr>
          <p:cNvPr id="32774" name="Rectangle 5"/>
          <p:cNvSpPr>
            <a:spLocks noChangeArrowheads="1"/>
          </p:cNvSpPr>
          <p:nvPr/>
        </p:nvSpPr>
        <p:spPr bwMode="auto">
          <a:xfrm>
            <a:off x="736126" y="4775914"/>
            <a:ext cx="5359874" cy="332661"/>
          </a:xfrm>
          <a:prstGeom prst="rect">
            <a:avLst/>
          </a:prstGeom>
          <a:solidFill>
            <a:schemeClr val="accent1"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2775" name="Rectangle 6"/>
          <p:cNvSpPr>
            <a:spLocks noChangeArrowheads="1"/>
          </p:cNvSpPr>
          <p:nvPr/>
        </p:nvSpPr>
        <p:spPr bwMode="auto">
          <a:xfrm>
            <a:off x="1524001" y="23409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277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1310413"/>
              </p:ext>
            </p:extLst>
          </p:nvPr>
        </p:nvGraphicFramePr>
        <p:xfrm>
          <a:off x="7362826" y="2044699"/>
          <a:ext cx="3695857" cy="3967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1601724" imgH="1712976" progId="Word.Picture.8">
                  <p:embed/>
                </p:oleObj>
              </mc:Choice>
              <mc:Fallback>
                <p:oleObj name="Picture" r:id="rId2" imgW="1601724" imgH="1712976" progId="Word.Picture.8">
                  <p:embed/>
                  <p:pic>
                    <p:nvPicPr>
                      <p:cNvPr id="3277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2826" y="2044699"/>
                        <a:ext cx="3695857" cy="396734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8" name="Line 9"/>
          <p:cNvSpPr>
            <a:spLocks noChangeShapeType="1"/>
          </p:cNvSpPr>
          <p:nvPr/>
        </p:nvSpPr>
        <p:spPr bwMode="auto">
          <a:xfrm flipV="1">
            <a:off x="6172201" y="3919642"/>
            <a:ext cx="2381250" cy="998537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9" name="Rectangle 10"/>
          <p:cNvSpPr>
            <a:spLocks noChangeArrowheads="1"/>
          </p:cNvSpPr>
          <p:nvPr/>
        </p:nvSpPr>
        <p:spPr bwMode="auto">
          <a:xfrm>
            <a:off x="8428817" y="3484652"/>
            <a:ext cx="1286051" cy="339662"/>
          </a:xfrm>
          <a:prstGeom prst="rect">
            <a:avLst/>
          </a:prstGeom>
          <a:solidFill>
            <a:schemeClr val="accent1"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901E4DE-6B76-4AC4-9DE9-8D56B3CAC426}"/>
              </a:ext>
            </a:extLst>
          </p:cNvPr>
          <p:cNvSpPr txBox="1">
            <a:spLocks/>
          </p:cNvSpPr>
          <p:nvPr/>
        </p:nvSpPr>
        <p:spPr>
          <a:xfrm>
            <a:off x="348791" y="286603"/>
            <a:ext cx="11481847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Array Program Tracing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EE52160-7004-C978-2D22-63F0996FD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0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0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045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 sz="4800" dirty="0">
                <a:cs typeface="Times New Roman" pitchFamily="18" charset="0"/>
              </a:rPr>
              <a:t>Enhanced </a:t>
            </a:r>
            <a:r>
              <a:rPr lang="en-US" altLang="en-US" sz="4800" u="sng" dirty="0">
                <a:cs typeface="Times New Roman" pitchFamily="18" charset="0"/>
              </a:rPr>
              <a:t>for</a:t>
            </a:r>
            <a:r>
              <a:rPr lang="en-US" altLang="en-US" sz="4800" dirty="0">
                <a:cs typeface="Times New Roman" pitchFamily="18" charset="0"/>
              </a:rPr>
              <a:t> Loop (for-each loop)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3"/>
            <a:ext cx="11481847" cy="4487955"/>
          </a:xfrm>
        </p:spPr>
        <p:txBody>
          <a:bodyPr>
            <a:normAutofit/>
          </a:bodyPr>
          <a:lstStyle/>
          <a:p>
            <a:r>
              <a:rPr lang="en-US" dirty="0">
                <a:cs typeface="Times New Roman" pitchFamily="18" charset="0"/>
              </a:rPr>
              <a:t>JDK 1.5 introduced a new for loop that enables you to traverse the complete array sequentially without using an index variable. For example, the following code displays all elements in the array </a:t>
            </a:r>
            <a:r>
              <a:rPr lang="en-US" dirty="0" err="1">
                <a:cs typeface="Times New Roman" pitchFamily="18" charset="0"/>
              </a:rPr>
              <a:t>myList</a:t>
            </a:r>
            <a:r>
              <a:rPr lang="en-US" dirty="0">
                <a:cs typeface="Times New Roman" pitchFamily="18" charset="0"/>
              </a:rPr>
              <a:t>:</a:t>
            </a:r>
            <a:endParaRPr lang="en-US" dirty="0">
              <a:solidFill>
                <a:schemeClr val="tx1"/>
              </a:solidFill>
            </a:endParaRPr>
          </a:p>
          <a:p>
            <a:pPr lvl="1">
              <a:buFontTx/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for (double value: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myList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en-US" sz="2000" b="1" dirty="0">
              <a:solidFill>
                <a:schemeClr val="tx1"/>
              </a:solidFill>
              <a:latin typeface="Courier New" pitchFamily="49" charset="0"/>
              <a:cs typeface="Times New Roman" pitchFamily="18" charset="0"/>
            </a:endParaRPr>
          </a:p>
          <a:p>
            <a:pPr lvl="1">
              <a:buFontTx/>
              <a:buNone/>
              <a:defRPr/>
            </a:pP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(value);</a:t>
            </a:r>
            <a:endParaRPr lang="en-US" sz="2000" b="1" dirty="0">
              <a:solidFill>
                <a:schemeClr val="tx1"/>
              </a:solidFill>
              <a:latin typeface="Courier New" pitchFamily="49" charset="0"/>
              <a:cs typeface="Times New Roman" pitchFamily="18" charset="0"/>
            </a:endParaRPr>
          </a:p>
          <a:p>
            <a:pPr marL="342900" indent="-342900">
              <a:defRPr/>
            </a:pPr>
            <a:r>
              <a:rPr lang="en-US" dirty="0">
                <a:cs typeface="Times New Roman" pitchFamily="18" charset="0"/>
              </a:rPr>
              <a:t>In general, the syntax is:</a:t>
            </a:r>
            <a:endParaRPr lang="en-US" dirty="0">
              <a:solidFill>
                <a:schemeClr val="tx2"/>
              </a:solidFill>
            </a:endParaRPr>
          </a:p>
          <a:p>
            <a:pPr lvl="1">
              <a:buFontTx/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elementType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value: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arrayRefVar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  <a:endParaRPr lang="en-US" sz="2000" b="1" dirty="0">
              <a:solidFill>
                <a:schemeClr val="tx1"/>
              </a:solidFill>
              <a:latin typeface="Courier New" pitchFamily="49" charset="0"/>
              <a:cs typeface="Times New Roman" pitchFamily="18" charset="0"/>
            </a:endParaRPr>
          </a:p>
          <a:p>
            <a:pPr lvl="1">
              <a:buFontTx/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// Process the value}</a:t>
            </a:r>
            <a:r>
              <a:rPr lang="en-US" sz="2000" dirty="0">
                <a:cs typeface="Courier New" pitchFamily="49" charset="0"/>
              </a:rPr>
              <a:t> </a:t>
            </a:r>
            <a:endParaRPr lang="en-US" sz="2000" dirty="0">
              <a:cs typeface="Times New Roman" pitchFamily="18" charset="0"/>
            </a:endParaRPr>
          </a:p>
          <a:p>
            <a:pPr marL="342900" indent="-342900">
              <a:defRPr/>
            </a:pPr>
            <a:r>
              <a:rPr lang="en-US" dirty="0">
                <a:cs typeface="Courier New" pitchFamily="49" charset="0"/>
              </a:rPr>
              <a:t>You still have to use an index variable if you wish to traverse the array in a different order or change the elements in the array.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82A007-56C2-89D3-B613-9E01FE5C1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3564367935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02AB5-9C88-431F-7E96-56E70316E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r-SA" sz="4800" dirty="0"/>
              <a:t>Reassigning Array References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AD9B4-70F1-EB32-5577-08249D3ED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/>
            <a:r>
              <a:rPr lang="en-US" altLang="ar-SA" dirty="0"/>
              <a:t>An array reference can be assigned to another array of the same type.</a:t>
            </a:r>
          </a:p>
          <a:p>
            <a:pPr lvl="1" eaLnBrk="1" hangingPunct="1">
              <a:buFontTx/>
              <a:buNone/>
            </a:pPr>
            <a:r>
              <a:rPr lang="en-US" altLang="ar-SA" sz="2000" b="1" dirty="0">
                <a:latin typeface="Courier New" panose="02070309020205020404" pitchFamily="49" charset="0"/>
              </a:rPr>
              <a:t>// Create an array referenced by the numbers variable.</a:t>
            </a:r>
          </a:p>
          <a:p>
            <a:pPr lvl="1" eaLnBrk="1" hangingPunct="1">
              <a:buFontTx/>
              <a:buNone/>
            </a:pPr>
            <a:r>
              <a:rPr lang="en-US" altLang="ar-SA" sz="2000" b="1" dirty="0">
                <a:latin typeface="Courier New" panose="02070309020205020404" pitchFamily="49" charset="0"/>
              </a:rPr>
              <a:t>int[] numbers = new int[10];</a:t>
            </a:r>
          </a:p>
          <a:p>
            <a:pPr lvl="1" eaLnBrk="1" hangingPunct="1">
              <a:buFontTx/>
              <a:buNone/>
            </a:pPr>
            <a:r>
              <a:rPr lang="en-US" altLang="ar-SA" sz="2000" b="1" dirty="0">
                <a:latin typeface="Courier New" panose="02070309020205020404" pitchFamily="49" charset="0"/>
              </a:rPr>
              <a:t>// Reassign numbers to a new array.</a:t>
            </a:r>
          </a:p>
          <a:p>
            <a:pPr lvl="1" eaLnBrk="1" hangingPunct="1">
              <a:buFontTx/>
              <a:buNone/>
            </a:pPr>
            <a:r>
              <a:rPr lang="en-US" altLang="ar-SA" sz="2000" b="1" dirty="0">
                <a:latin typeface="Courier New" panose="02070309020205020404" pitchFamily="49" charset="0"/>
              </a:rPr>
              <a:t>numbers = new int[5];</a:t>
            </a:r>
          </a:p>
          <a:p>
            <a:r>
              <a:rPr lang="en-US" altLang="ar-SA" dirty="0"/>
              <a:t>If the first (10 element) array no longer has a reference to it, it will be garbage collected.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25EB09-0755-60CC-FEB3-C3EAA5C3C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566201982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00DCA-7D17-7BE6-0ECD-2EBFEEB4F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r-SA" sz="4800" dirty="0"/>
              <a:t>Reassigning Array References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06F586-C744-D7EF-1DD1-48615991A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grpSp>
        <p:nvGrpSpPr>
          <p:cNvPr id="5" name="Group 34">
            <a:extLst>
              <a:ext uri="{FF2B5EF4-FFF2-40B4-BE49-F238E27FC236}">
                <a16:creationId xmlns:a16="http://schemas.microsoft.com/office/drawing/2014/main" id="{EB9599EB-B842-1124-B177-C69A2D5A8642}"/>
              </a:ext>
            </a:extLst>
          </p:cNvPr>
          <p:cNvGrpSpPr>
            <a:grpSpLocks/>
          </p:cNvGrpSpPr>
          <p:nvPr/>
        </p:nvGrpSpPr>
        <p:grpSpPr bwMode="auto">
          <a:xfrm>
            <a:off x="5255455" y="1906587"/>
            <a:ext cx="3810000" cy="381000"/>
            <a:chOff x="2928" y="1056"/>
            <a:chExt cx="2400" cy="240"/>
          </a:xfrm>
          <a:solidFill>
            <a:schemeClr val="bg2"/>
          </a:solidFill>
        </p:grpSpPr>
        <p:sp>
          <p:nvSpPr>
            <p:cNvPr id="6" name="Rectangle 17">
              <a:extLst>
                <a:ext uri="{FF2B5EF4-FFF2-40B4-BE49-F238E27FC236}">
                  <a16:creationId xmlns:a16="http://schemas.microsoft.com/office/drawing/2014/main" id="{BDA781E3-F504-0611-343C-751C9DB4F2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1056"/>
              <a:ext cx="240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ar-SA" altLang="ar-SA"/>
            </a:p>
          </p:txBody>
        </p:sp>
        <p:sp>
          <p:nvSpPr>
            <p:cNvPr id="7" name="Rectangle 18">
              <a:extLst>
                <a:ext uri="{FF2B5EF4-FFF2-40B4-BE49-F238E27FC236}">
                  <a16:creationId xmlns:a16="http://schemas.microsoft.com/office/drawing/2014/main" id="{E2346B77-DCC3-EEFF-2894-2F493E125A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1056"/>
              <a:ext cx="240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ar-SA" altLang="ar-SA"/>
            </a:p>
          </p:txBody>
        </p:sp>
        <p:sp>
          <p:nvSpPr>
            <p:cNvPr id="8" name="Rectangle 19">
              <a:extLst>
                <a:ext uri="{FF2B5EF4-FFF2-40B4-BE49-F238E27FC236}">
                  <a16:creationId xmlns:a16="http://schemas.microsoft.com/office/drawing/2014/main" id="{F57B5F54-D898-B263-0632-3B6B6EFC1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056"/>
              <a:ext cx="240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ar-SA" altLang="ar-SA"/>
            </a:p>
          </p:txBody>
        </p:sp>
        <p:sp>
          <p:nvSpPr>
            <p:cNvPr id="9" name="Rectangle 20">
              <a:extLst>
                <a:ext uri="{FF2B5EF4-FFF2-40B4-BE49-F238E27FC236}">
                  <a16:creationId xmlns:a16="http://schemas.microsoft.com/office/drawing/2014/main" id="{435166CF-1929-12D0-1CA2-97752089E0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056"/>
              <a:ext cx="240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ar-SA" altLang="ar-SA"/>
            </a:p>
          </p:txBody>
        </p:sp>
        <p:sp>
          <p:nvSpPr>
            <p:cNvPr id="10" name="Rectangle 21">
              <a:extLst>
                <a:ext uri="{FF2B5EF4-FFF2-40B4-BE49-F238E27FC236}">
                  <a16:creationId xmlns:a16="http://schemas.microsoft.com/office/drawing/2014/main" id="{51190A99-D846-0B51-F8CD-4A94C245C3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1056"/>
              <a:ext cx="240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ar-SA" altLang="ar-SA"/>
            </a:p>
          </p:txBody>
        </p:sp>
        <p:sp>
          <p:nvSpPr>
            <p:cNvPr id="11" name="Rectangle 22">
              <a:extLst>
                <a:ext uri="{FF2B5EF4-FFF2-40B4-BE49-F238E27FC236}">
                  <a16:creationId xmlns:a16="http://schemas.microsoft.com/office/drawing/2014/main" id="{7F08A82E-F206-4E58-7050-8BD47FE31A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1056"/>
              <a:ext cx="240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ar-SA" altLang="ar-SA"/>
            </a:p>
          </p:txBody>
        </p: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EC2C7744-583C-C82A-2788-7630A01D04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1056"/>
              <a:ext cx="240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ar-SA" altLang="ar-SA"/>
            </a:p>
          </p:txBody>
        </p:sp>
        <p:sp>
          <p:nvSpPr>
            <p:cNvPr id="13" name="Rectangle 24">
              <a:extLst>
                <a:ext uri="{FF2B5EF4-FFF2-40B4-BE49-F238E27FC236}">
                  <a16:creationId xmlns:a16="http://schemas.microsoft.com/office/drawing/2014/main" id="{E5981267-DE83-0722-6610-B5C87B8A90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1056"/>
              <a:ext cx="240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ar-SA" altLang="ar-SA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1BFBB6B7-9F17-1F55-81E5-6B65E9757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1056"/>
              <a:ext cx="240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ar-SA" altLang="ar-SA"/>
            </a:p>
          </p:txBody>
        </p:sp>
        <p:sp>
          <p:nvSpPr>
            <p:cNvPr id="15" name="Rectangle 26">
              <a:extLst>
                <a:ext uri="{FF2B5EF4-FFF2-40B4-BE49-F238E27FC236}">
                  <a16:creationId xmlns:a16="http://schemas.microsoft.com/office/drawing/2014/main" id="{C78139B6-D7D8-CEFF-E9B8-389AB0B28A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1056"/>
              <a:ext cx="240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ar-SA" altLang="ar-SA"/>
            </a:p>
          </p:txBody>
        </p:sp>
      </p:grpSp>
      <p:sp>
        <p:nvSpPr>
          <p:cNvPr id="16" name="Rectangle 35">
            <a:extLst>
              <a:ext uri="{FF2B5EF4-FFF2-40B4-BE49-F238E27FC236}">
                <a16:creationId xmlns:a16="http://schemas.microsoft.com/office/drawing/2014/main" id="{1DA2FF4D-9441-24BB-EA54-A4AE3CBC0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2855" y="3201987"/>
            <a:ext cx="990600" cy="3810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ar-SA" sz="2000" dirty="0">
                <a:latin typeface="+mj-lt"/>
              </a:rPr>
              <a:t>Address</a:t>
            </a:r>
          </a:p>
        </p:txBody>
      </p:sp>
      <p:sp>
        <p:nvSpPr>
          <p:cNvPr id="17" name="Text Box 37">
            <a:extLst>
              <a:ext uri="{FF2B5EF4-FFF2-40B4-BE49-F238E27FC236}">
                <a16:creationId xmlns:a16="http://schemas.microsoft.com/office/drawing/2014/main" id="{B1C62B1C-FD91-833F-2282-C310089FF0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228" y="2843212"/>
            <a:ext cx="2847254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ar-SA" sz="2000" dirty="0">
                <a:latin typeface="+mj-lt"/>
              </a:rPr>
              <a:t>The numbers variable</a:t>
            </a:r>
          </a:p>
          <a:p>
            <a:pPr eaLnBrk="1" hangingPunct="1"/>
            <a:r>
              <a:rPr lang="en-US" altLang="ar-SA" sz="2000" dirty="0">
                <a:latin typeface="+mj-lt"/>
              </a:rPr>
              <a:t>holds the address of an</a:t>
            </a:r>
          </a:p>
          <a:p>
            <a:pPr eaLnBrk="1" hangingPunct="1"/>
            <a:r>
              <a:rPr lang="en-US" altLang="ar-SA" sz="2000" dirty="0">
                <a:latin typeface="+mj-lt"/>
              </a:rPr>
              <a:t>int array.</a:t>
            </a:r>
          </a:p>
        </p:txBody>
      </p:sp>
      <p:cxnSp>
        <p:nvCxnSpPr>
          <p:cNvPr id="18" name="AutoShape 40">
            <a:extLst>
              <a:ext uri="{FF2B5EF4-FFF2-40B4-BE49-F238E27FC236}">
                <a16:creationId xmlns:a16="http://schemas.microsoft.com/office/drawing/2014/main" id="{725DDBAD-3396-C3E4-FEDE-DD9CDE51B9EF}"/>
              </a:ext>
            </a:extLst>
          </p:cNvPr>
          <p:cNvCxnSpPr>
            <a:cxnSpLocks noChangeShapeType="1"/>
            <a:stCxn id="16" idx="3"/>
            <a:endCxn id="6" idx="1"/>
          </p:cNvCxnSpPr>
          <p:nvPr/>
        </p:nvCxnSpPr>
        <p:spPr bwMode="auto">
          <a:xfrm flipV="1">
            <a:off x="4493455" y="2097087"/>
            <a:ext cx="762000" cy="12954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Text Box 41">
            <a:extLst>
              <a:ext uri="{FF2B5EF4-FFF2-40B4-BE49-F238E27FC236}">
                <a16:creationId xmlns:a16="http://schemas.microsoft.com/office/drawing/2014/main" id="{BCA6658A-F876-0444-8FF5-14E454398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1630" y="2668587"/>
            <a:ext cx="4493538" cy="400110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110000"/>
            </a:pPr>
            <a:r>
              <a:rPr lang="en-US" altLang="ar-SA" sz="2000" b="1" dirty="0">
                <a:latin typeface="Courier New" panose="02070309020205020404" pitchFamily="49" charset="0"/>
              </a:rPr>
              <a:t>int[] numbers = new int[10];</a:t>
            </a:r>
            <a:endParaRPr lang="en-US" altLang="ar-SA" sz="2000" dirty="0"/>
          </a:p>
        </p:txBody>
      </p:sp>
      <p:grpSp>
        <p:nvGrpSpPr>
          <p:cNvPr id="22" name="Group 3">
            <a:extLst>
              <a:ext uri="{FF2B5EF4-FFF2-40B4-BE49-F238E27FC236}">
                <a16:creationId xmlns:a16="http://schemas.microsoft.com/office/drawing/2014/main" id="{F52B5FB0-CB0F-691B-0680-07780BA08D19}"/>
              </a:ext>
            </a:extLst>
          </p:cNvPr>
          <p:cNvGrpSpPr>
            <a:grpSpLocks/>
          </p:cNvGrpSpPr>
          <p:nvPr/>
        </p:nvGrpSpPr>
        <p:grpSpPr bwMode="auto">
          <a:xfrm>
            <a:off x="5255455" y="3147378"/>
            <a:ext cx="3810000" cy="381000"/>
            <a:chOff x="2928" y="1056"/>
            <a:chExt cx="2400" cy="240"/>
          </a:xfrm>
          <a:solidFill>
            <a:schemeClr val="bg2"/>
          </a:solidFill>
        </p:grpSpPr>
        <p:sp>
          <p:nvSpPr>
            <p:cNvPr id="23" name="Rectangle 4">
              <a:extLst>
                <a:ext uri="{FF2B5EF4-FFF2-40B4-BE49-F238E27FC236}">
                  <a16:creationId xmlns:a16="http://schemas.microsoft.com/office/drawing/2014/main" id="{9B588C93-5CA0-DD45-E417-163A1B7CB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1056"/>
              <a:ext cx="240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ar-SA" altLang="ar-SA"/>
            </a:p>
          </p:txBody>
        </p:sp>
        <p:sp>
          <p:nvSpPr>
            <p:cNvPr id="24" name="Rectangle 5">
              <a:extLst>
                <a:ext uri="{FF2B5EF4-FFF2-40B4-BE49-F238E27FC236}">
                  <a16:creationId xmlns:a16="http://schemas.microsoft.com/office/drawing/2014/main" id="{183D8F7C-F1BB-B24A-AAE0-0734167194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1056"/>
              <a:ext cx="240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ar-SA" altLang="ar-SA"/>
            </a:p>
          </p:txBody>
        </p:sp>
        <p:sp>
          <p:nvSpPr>
            <p:cNvPr id="25" name="Rectangle 6">
              <a:extLst>
                <a:ext uri="{FF2B5EF4-FFF2-40B4-BE49-F238E27FC236}">
                  <a16:creationId xmlns:a16="http://schemas.microsoft.com/office/drawing/2014/main" id="{78970FA6-93CF-C665-D998-696B63E44D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056"/>
              <a:ext cx="240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ar-SA" altLang="ar-SA"/>
            </a:p>
          </p:txBody>
        </p:sp>
        <p:sp>
          <p:nvSpPr>
            <p:cNvPr id="26" name="Rectangle 7">
              <a:extLst>
                <a:ext uri="{FF2B5EF4-FFF2-40B4-BE49-F238E27FC236}">
                  <a16:creationId xmlns:a16="http://schemas.microsoft.com/office/drawing/2014/main" id="{2FB828D2-5C21-3E43-AFBB-9E3EAE450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056"/>
              <a:ext cx="240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ar-SA" altLang="ar-SA"/>
            </a:p>
          </p:txBody>
        </p:sp>
        <p:sp>
          <p:nvSpPr>
            <p:cNvPr id="27" name="Rectangle 8">
              <a:extLst>
                <a:ext uri="{FF2B5EF4-FFF2-40B4-BE49-F238E27FC236}">
                  <a16:creationId xmlns:a16="http://schemas.microsoft.com/office/drawing/2014/main" id="{C8651FA2-9BB6-CEDC-5A8D-56B6D302BE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1056"/>
              <a:ext cx="240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ar-SA" altLang="ar-SA"/>
            </a:p>
          </p:txBody>
        </p:sp>
        <p:sp>
          <p:nvSpPr>
            <p:cNvPr id="28" name="Rectangle 9">
              <a:extLst>
                <a:ext uri="{FF2B5EF4-FFF2-40B4-BE49-F238E27FC236}">
                  <a16:creationId xmlns:a16="http://schemas.microsoft.com/office/drawing/2014/main" id="{FCD2C3C9-81F8-A3AE-E38F-A54573F2C8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1056"/>
              <a:ext cx="240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ar-SA" altLang="ar-SA"/>
            </a:p>
          </p:txBody>
        </p:sp>
        <p:sp>
          <p:nvSpPr>
            <p:cNvPr id="29" name="Rectangle 10">
              <a:extLst>
                <a:ext uri="{FF2B5EF4-FFF2-40B4-BE49-F238E27FC236}">
                  <a16:creationId xmlns:a16="http://schemas.microsoft.com/office/drawing/2014/main" id="{FCD3854B-AAD5-FB8A-9C8E-2096F194F7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1056"/>
              <a:ext cx="240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ar-SA" altLang="ar-SA"/>
            </a:p>
          </p:txBody>
        </p:sp>
        <p:sp>
          <p:nvSpPr>
            <p:cNvPr id="30" name="Rectangle 11">
              <a:extLst>
                <a:ext uri="{FF2B5EF4-FFF2-40B4-BE49-F238E27FC236}">
                  <a16:creationId xmlns:a16="http://schemas.microsoft.com/office/drawing/2014/main" id="{A8B34E28-2B0D-105E-A85E-78EB74CFF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1056"/>
              <a:ext cx="240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ar-SA" altLang="ar-SA"/>
            </a:p>
          </p:txBody>
        </p:sp>
        <p:sp>
          <p:nvSpPr>
            <p:cNvPr id="31" name="Rectangle 12">
              <a:extLst>
                <a:ext uri="{FF2B5EF4-FFF2-40B4-BE49-F238E27FC236}">
                  <a16:creationId xmlns:a16="http://schemas.microsoft.com/office/drawing/2014/main" id="{FCED67E0-1B0D-3763-AA91-4F830F3B0D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1056"/>
              <a:ext cx="240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ar-SA" altLang="ar-SA"/>
            </a:p>
          </p:txBody>
        </p:sp>
        <p:sp>
          <p:nvSpPr>
            <p:cNvPr id="32" name="Rectangle 13">
              <a:extLst>
                <a:ext uri="{FF2B5EF4-FFF2-40B4-BE49-F238E27FC236}">
                  <a16:creationId xmlns:a16="http://schemas.microsoft.com/office/drawing/2014/main" id="{8434589B-80E0-4A24-ACAB-E7312C0DFD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1056"/>
              <a:ext cx="240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ar-SA" altLang="ar-SA"/>
            </a:p>
          </p:txBody>
        </p:sp>
      </p:grpSp>
      <p:grpSp>
        <p:nvGrpSpPr>
          <p:cNvPr id="33" name="Group 14">
            <a:extLst>
              <a:ext uri="{FF2B5EF4-FFF2-40B4-BE49-F238E27FC236}">
                <a16:creationId xmlns:a16="http://schemas.microsoft.com/office/drawing/2014/main" id="{33CEEB0E-7FB6-39EC-DB29-1A73FD95B3A3}"/>
              </a:ext>
            </a:extLst>
          </p:cNvPr>
          <p:cNvGrpSpPr>
            <a:grpSpLocks/>
          </p:cNvGrpSpPr>
          <p:nvPr/>
        </p:nvGrpSpPr>
        <p:grpSpPr bwMode="auto">
          <a:xfrm>
            <a:off x="5407855" y="5890578"/>
            <a:ext cx="1905000" cy="381000"/>
            <a:chOff x="3024" y="1152"/>
            <a:chExt cx="1200" cy="240"/>
          </a:xfrm>
          <a:solidFill>
            <a:schemeClr val="bg2"/>
          </a:solidFill>
        </p:grpSpPr>
        <p:sp>
          <p:nvSpPr>
            <p:cNvPr id="34" name="Rectangle 15">
              <a:extLst>
                <a:ext uri="{FF2B5EF4-FFF2-40B4-BE49-F238E27FC236}">
                  <a16:creationId xmlns:a16="http://schemas.microsoft.com/office/drawing/2014/main" id="{AA81988B-3090-0FEC-7D36-BEB2ACC76F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152"/>
              <a:ext cx="240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ar-SA" altLang="ar-SA"/>
            </a:p>
          </p:txBody>
        </p:sp>
        <p:sp>
          <p:nvSpPr>
            <p:cNvPr id="35" name="Rectangle 16">
              <a:extLst>
                <a:ext uri="{FF2B5EF4-FFF2-40B4-BE49-F238E27FC236}">
                  <a16:creationId xmlns:a16="http://schemas.microsoft.com/office/drawing/2014/main" id="{0EC72D0C-040C-BFA9-21C1-6AB013A81C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152"/>
              <a:ext cx="240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ar-SA" altLang="ar-SA"/>
            </a:p>
          </p:txBody>
        </p:sp>
        <p:sp>
          <p:nvSpPr>
            <p:cNvPr id="36" name="Rectangle 17">
              <a:extLst>
                <a:ext uri="{FF2B5EF4-FFF2-40B4-BE49-F238E27FC236}">
                  <a16:creationId xmlns:a16="http://schemas.microsoft.com/office/drawing/2014/main" id="{18101F4D-43AA-A160-7E2A-1C99692B5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1152"/>
              <a:ext cx="240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ar-SA" altLang="ar-SA"/>
            </a:p>
          </p:txBody>
        </p:sp>
        <p:sp>
          <p:nvSpPr>
            <p:cNvPr id="37" name="Rectangle 18">
              <a:extLst>
                <a:ext uri="{FF2B5EF4-FFF2-40B4-BE49-F238E27FC236}">
                  <a16:creationId xmlns:a16="http://schemas.microsoft.com/office/drawing/2014/main" id="{B68D5ACF-24C6-8BE8-A1A5-F5BC694187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1152"/>
              <a:ext cx="240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ar-SA" altLang="ar-SA"/>
            </a:p>
          </p:txBody>
        </p:sp>
        <p:sp>
          <p:nvSpPr>
            <p:cNvPr id="38" name="Rectangle 19">
              <a:extLst>
                <a:ext uri="{FF2B5EF4-FFF2-40B4-BE49-F238E27FC236}">
                  <a16:creationId xmlns:a16="http://schemas.microsoft.com/office/drawing/2014/main" id="{80A188A1-CDE9-BDE0-647D-87DBA3AFA8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1152"/>
              <a:ext cx="240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ar-SA" altLang="ar-SA"/>
            </a:p>
          </p:txBody>
        </p:sp>
      </p:grpSp>
      <p:sp>
        <p:nvSpPr>
          <p:cNvPr id="39" name="Rectangle 20">
            <a:extLst>
              <a:ext uri="{FF2B5EF4-FFF2-40B4-BE49-F238E27FC236}">
                <a16:creationId xmlns:a16="http://schemas.microsoft.com/office/drawing/2014/main" id="{B765AEF1-9370-F5A3-43A8-BE7935B63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2855" y="4442778"/>
            <a:ext cx="990600" cy="3810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ar-SA" sz="2000" dirty="0">
                <a:latin typeface="+mj-lt"/>
              </a:rPr>
              <a:t>Address</a:t>
            </a:r>
          </a:p>
        </p:txBody>
      </p:sp>
      <p:sp>
        <p:nvSpPr>
          <p:cNvPr id="40" name="Text Box 21">
            <a:extLst>
              <a:ext uri="{FF2B5EF4-FFF2-40B4-BE49-F238E27FC236}">
                <a16:creationId xmlns:a16="http://schemas.microsoft.com/office/drawing/2014/main" id="{77D2DD2D-CD6D-8DED-D64B-24E60D9A9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228" y="4237582"/>
            <a:ext cx="2847254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ar-SA" sz="2000" dirty="0">
                <a:latin typeface="+mj-lt"/>
              </a:rPr>
              <a:t>The numbers variable</a:t>
            </a:r>
          </a:p>
          <a:p>
            <a:pPr eaLnBrk="1" hangingPunct="1"/>
            <a:r>
              <a:rPr lang="en-US" altLang="ar-SA" sz="2000" dirty="0">
                <a:latin typeface="+mj-lt"/>
              </a:rPr>
              <a:t>holds the address of an</a:t>
            </a:r>
          </a:p>
          <a:p>
            <a:pPr eaLnBrk="1" hangingPunct="1"/>
            <a:r>
              <a:rPr lang="en-US" altLang="ar-SA" sz="2000" dirty="0">
                <a:latin typeface="+mj-lt"/>
              </a:rPr>
              <a:t>int array.</a:t>
            </a:r>
          </a:p>
        </p:txBody>
      </p:sp>
      <p:cxnSp>
        <p:nvCxnSpPr>
          <p:cNvPr id="41" name="AutoShape 22">
            <a:extLst>
              <a:ext uri="{FF2B5EF4-FFF2-40B4-BE49-F238E27FC236}">
                <a16:creationId xmlns:a16="http://schemas.microsoft.com/office/drawing/2014/main" id="{73E71665-AE84-1666-D35E-3BAD0B398234}"/>
              </a:ext>
            </a:extLst>
          </p:cNvPr>
          <p:cNvCxnSpPr>
            <a:cxnSpLocks noChangeShapeType="1"/>
            <a:stCxn id="39" idx="3"/>
            <a:endCxn id="34" idx="1"/>
          </p:cNvCxnSpPr>
          <p:nvPr/>
        </p:nvCxnSpPr>
        <p:spPr bwMode="auto">
          <a:xfrm>
            <a:off x="4493455" y="4633278"/>
            <a:ext cx="914400" cy="14478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" name="Text Box 23">
            <a:extLst>
              <a:ext uri="{FF2B5EF4-FFF2-40B4-BE49-F238E27FC236}">
                <a16:creationId xmlns:a16="http://schemas.microsoft.com/office/drawing/2014/main" id="{D0B68BE7-F2CB-9D0E-6C1E-B04729A9A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2614" y="5204778"/>
            <a:ext cx="3416321" cy="400110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110000"/>
            </a:pPr>
            <a:r>
              <a:rPr lang="en-US" altLang="ar-SA" sz="2000" b="1" dirty="0">
                <a:latin typeface="Courier New" panose="02070309020205020404" pitchFamily="49" charset="0"/>
              </a:rPr>
              <a:t>numbers = new int[5];</a:t>
            </a:r>
            <a:endParaRPr lang="en-US" altLang="ar-SA" sz="2000" dirty="0"/>
          </a:p>
        </p:txBody>
      </p:sp>
      <p:sp>
        <p:nvSpPr>
          <p:cNvPr id="43" name="Text Box 24">
            <a:extLst>
              <a:ext uri="{FF2B5EF4-FFF2-40B4-BE49-F238E27FC236}">
                <a16:creationId xmlns:a16="http://schemas.microsoft.com/office/drawing/2014/main" id="{4DC6DCC3-C677-0EC1-AE0A-54C146550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1655" y="3909378"/>
            <a:ext cx="4181136" cy="904863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110000"/>
            </a:pPr>
            <a:r>
              <a:rPr lang="en-US" altLang="ar-SA" b="1" dirty="0">
                <a:latin typeface="+mj-lt"/>
              </a:rPr>
              <a:t>This array gets marked for</a:t>
            </a:r>
          </a:p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110000"/>
            </a:pPr>
            <a:r>
              <a:rPr lang="en-US" altLang="ar-SA" b="1" dirty="0">
                <a:latin typeface="+mj-lt"/>
              </a:rPr>
              <a:t>garbage collection</a:t>
            </a:r>
            <a:endParaRPr lang="en-US" altLang="ar-SA" sz="3600" dirty="0">
              <a:latin typeface="+mj-lt"/>
            </a:endParaRPr>
          </a:p>
        </p:txBody>
      </p:sp>
      <p:sp>
        <p:nvSpPr>
          <p:cNvPr id="44" name="AutoShape 25">
            <a:extLst>
              <a:ext uri="{FF2B5EF4-FFF2-40B4-BE49-F238E27FC236}">
                <a16:creationId xmlns:a16="http://schemas.microsoft.com/office/drawing/2014/main" id="{CA2B6D71-3FAB-0A5B-E226-62FB093C8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9455" y="3071178"/>
            <a:ext cx="609600" cy="609600"/>
          </a:xfrm>
          <a:custGeom>
            <a:avLst/>
            <a:gdLst>
              <a:gd name="T0" fmla="*/ 8602134 w 21600"/>
              <a:gd name="T1" fmla="*/ 0 h 21600"/>
              <a:gd name="T2" fmla="*/ 2519313 w 21600"/>
              <a:gd name="T3" fmla="*/ 2519313 h 21600"/>
              <a:gd name="T4" fmla="*/ 0 w 21600"/>
              <a:gd name="T5" fmla="*/ 8602134 h 21600"/>
              <a:gd name="T6" fmla="*/ 2519313 w 21600"/>
              <a:gd name="T7" fmla="*/ 14684952 h 21600"/>
              <a:gd name="T8" fmla="*/ 8602134 w 21600"/>
              <a:gd name="T9" fmla="*/ 17204267 h 21600"/>
              <a:gd name="T10" fmla="*/ 14684952 w 21600"/>
              <a:gd name="T11" fmla="*/ 14684952 h 21600"/>
              <a:gd name="T12" fmla="*/ 17204267 w 21600"/>
              <a:gd name="T13" fmla="*/ 8602134 h 21600"/>
              <a:gd name="T14" fmla="*/ 14684952 w 21600"/>
              <a:gd name="T15" fmla="*/ 2519313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close/>
                <a:moveTo>
                  <a:pt x="4198" y="6106"/>
                </a:moveTo>
                <a:cubicBezTo>
                  <a:pt x="3223" y="7477"/>
                  <a:pt x="2700" y="9117"/>
                  <a:pt x="2700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close/>
              </a:path>
            </a:pathLst>
          </a:custGeom>
          <a:solidFill>
            <a:srgbClr val="FF00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6" name="Slide Number Placeholder 4">
            <a:extLst>
              <a:ext uri="{FF2B5EF4-FFF2-40B4-BE49-F238E27FC236}">
                <a16:creationId xmlns:a16="http://schemas.microsoft.com/office/drawing/2014/main" id="{DC2642C8-FADD-D7DB-8B08-38A40887C609}"/>
              </a:ext>
            </a:extLst>
          </p:cNvPr>
          <p:cNvSpPr txBox="1">
            <a:spLocks/>
          </p:cNvSpPr>
          <p:nvPr/>
        </p:nvSpPr>
        <p:spPr>
          <a:xfrm>
            <a:off x="7312855" y="7641591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2400" kern="1200" cap="all" baseline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8B59F622-EA5C-49CC-A873-1CDB1E53466A}" type="slidenum">
              <a:rPr lang="en-US" altLang="en-US" sz="1400" smtClean="0"/>
              <a:pPr/>
              <a:t>32</a:t>
            </a:fld>
            <a:endParaRPr lang="en-US" altLang="en-US" sz="1400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E6B413B-6585-4FF6-B932-B7516492EADF}"/>
              </a:ext>
            </a:extLst>
          </p:cNvPr>
          <p:cNvCxnSpPr/>
          <p:nvPr/>
        </p:nvCxnSpPr>
        <p:spPr>
          <a:xfrm flipH="1" flipV="1">
            <a:off x="7312855" y="3622236"/>
            <a:ext cx="419100" cy="3788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9427700"/>
      </p:ext>
    </p:ext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86AE3-B346-38DE-BF32-7DA80E788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r-SA" sz="4800" dirty="0"/>
              <a:t>Copying Arrays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1F906-615D-113E-4821-B46840CF3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90000"/>
              </a:lnSpc>
            </a:pPr>
            <a:r>
              <a:rPr lang="en-US" altLang="ar-SA" dirty="0"/>
              <a:t>This is </a:t>
            </a:r>
            <a:r>
              <a:rPr lang="en-US" altLang="ar-SA" b="1" dirty="0">
                <a:solidFill>
                  <a:schemeClr val="bg2">
                    <a:lumMod val="50000"/>
                  </a:schemeClr>
                </a:solidFill>
              </a:rPr>
              <a:t>not</a:t>
            </a:r>
            <a:r>
              <a:rPr lang="en-US" altLang="ar-SA" dirty="0"/>
              <a:t> the way to copy an array.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int[] array1 = { 2, 4, 6, 8, 10 };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int[] array2 = array1; // This does not copy array1.</a:t>
            </a:r>
          </a:p>
          <a:p>
            <a:pPr eaLnBrk="1" hangingPunct="1">
              <a:lnSpc>
                <a:spcPct val="90000"/>
              </a:lnSpc>
            </a:pPr>
            <a:endParaRPr lang="en-US" altLang="ar-SA" sz="2000" b="1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027A26-35F6-0B39-7F35-58535C310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47DBD40-91A2-9F5B-5D9F-5A0D59416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1452" y="2993408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ar-SA" sz="2000">
                <a:latin typeface="+mj-lt"/>
              </a:rPr>
              <a:t>2</a:t>
            </a: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BA211B59-5971-C1D2-45D8-7D6330EBD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652" y="3831608"/>
            <a:ext cx="9906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ar-SA" sz="2000">
                <a:latin typeface="+mj-lt"/>
              </a:rPr>
              <a:t>Address</a:t>
            </a:r>
          </a:p>
        </p:txBody>
      </p:sp>
      <p:sp>
        <p:nvSpPr>
          <p:cNvPr id="7" name="Text Box 16">
            <a:extLst>
              <a:ext uri="{FF2B5EF4-FFF2-40B4-BE49-F238E27FC236}">
                <a16:creationId xmlns:a16="http://schemas.microsoft.com/office/drawing/2014/main" id="{6E4212C2-628F-CB08-F8FF-173249D017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6430" y="3569667"/>
            <a:ext cx="246093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ar-SA" sz="2000" dirty="0">
                <a:latin typeface="+mj-lt"/>
              </a:rPr>
              <a:t>array1 holds an</a:t>
            </a:r>
          </a:p>
          <a:p>
            <a:pPr eaLnBrk="1" hangingPunct="1"/>
            <a:r>
              <a:rPr lang="en-US" altLang="ar-SA" sz="2000" dirty="0">
                <a:latin typeface="+mj-lt"/>
              </a:rPr>
              <a:t>address to the array</a:t>
            </a:r>
          </a:p>
        </p:txBody>
      </p:sp>
      <p:sp>
        <p:nvSpPr>
          <p:cNvPr id="8" name="Rectangle 17">
            <a:extLst>
              <a:ext uri="{FF2B5EF4-FFF2-40B4-BE49-F238E27FC236}">
                <a16:creationId xmlns:a16="http://schemas.microsoft.com/office/drawing/2014/main" id="{73DFC4E4-7808-34D6-0AF5-E0B748FF1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652" y="4822208"/>
            <a:ext cx="9906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ar-SA" sz="2000" dirty="0">
                <a:latin typeface="+mj-lt"/>
              </a:rPr>
              <a:t>Address</a:t>
            </a:r>
          </a:p>
        </p:txBody>
      </p:sp>
      <p:sp>
        <p:nvSpPr>
          <p:cNvPr id="9" name="Text Box 19">
            <a:extLst>
              <a:ext uri="{FF2B5EF4-FFF2-40B4-BE49-F238E27FC236}">
                <a16:creationId xmlns:a16="http://schemas.microsoft.com/office/drawing/2014/main" id="{ED8AFC9B-F570-9C5A-60F5-E564E2BB49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6430" y="4545117"/>
            <a:ext cx="246093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ar-SA" sz="2000" dirty="0">
                <a:latin typeface="+mj-lt"/>
              </a:rPr>
              <a:t>array2 holds an</a:t>
            </a:r>
          </a:p>
          <a:p>
            <a:pPr eaLnBrk="1" hangingPunct="1"/>
            <a:r>
              <a:rPr lang="en-US" altLang="ar-SA" sz="2000" dirty="0">
                <a:latin typeface="+mj-lt"/>
              </a:rPr>
              <a:t>address to the array</a:t>
            </a:r>
          </a:p>
        </p:txBody>
      </p:sp>
      <p:cxnSp>
        <p:nvCxnSpPr>
          <p:cNvPr id="10" name="AutoShape 20">
            <a:extLst>
              <a:ext uri="{FF2B5EF4-FFF2-40B4-BE49-F238E27FC236}">
                <a16:creationId xmlns:a16="http://schemas.microsoft.com/office/drawing/2014/main" id="{70EAE4D0-44E6-159B-230D-F4339E692A4D}"/>
              </a:ext>
            </a:extLst>
          </p:cNvPr>
          <p:cNvCxnSpPr>
            <a:cxnSpLocks noChangeShapeType="1"/>
            <a:stCxn id="6" idx="3"/>
            <a:endCxn id="5" idx="1"/>
          </p:cNvCxnSpPr>
          <p:nvPr/>
        </p:nvCxnSpPr>
        <p:spPr bwMode="auto">
          <a:xfrm flipV="1">
            <a:off x="5213252" y="3183908"/>
            <a:ext cx="838200" cy="8382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AutoShape 21">
            <a:extLst>
              <a:ext uri="{FF2B5EF4-FFF2-40B4-BE49-F238E27FC236}">
                <a16:creationId xmlns:a16="http://schemas.microsoft.com/office/drawing/2014/main" id="{F21E5E0D-554D-07AC-3E2E-061554A42338}"/>
              </a:ext>
            </a:extLst>
          </p:cNvPr>
          <p:cNvCxnSpPr>
            <a:cxnSpLocks noChangeShapeType="1"/>
            <a:stCxn id="8" idx="3"/>
            <a:endCxn id="5" idx="1"/>
          </p:cNvCxnSpPr>
          <p:nvPr/>
        </p:nvCxnSpPr>
        <p:spPr bwMode="auto">
          <a:xfrm flipV="1">
            <a:off x="5213252" y="3183908"/>
            <a:ext cx="838200" cy="1828800"/>
          </a:xfrm>
          <a:prstGeom prst="bentConnector3">
            <a:avLst>
              <a:gd name="adj1" fmla="val 73861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Rectangle 23">
            <a:extLst>
              <a:ext uri="{FF2B5EF4-FFF2-40B4-BE49-F238E27FC236}">
                <a16:creationId xmlns:a16="http://schemas.microsoft.com/office/drawing/2014/main" id="{384B9058-109B-8019-9344-59A4CBA46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2452" y="2993408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ar-SA" sz="2000">
                <a:latin typeface="+mj-lt"/>
              </a:rPr>
              <a:t>4</a:t>
            </a:r>
          </a:p>
        </p:txBody>
      </p:sp>
      <p:sp>
        <p:nvSpPr>
          <p:cNvPr id="13" name="Rectangle 24">
            <a:extLst>
              <a:ext uri="{FF2B5EF4-FFF2-40B4-BE49-F238E27FC236}">
                <a16:creationId xmlns:a16="http://schemas.microsoft.com/office/drawing/2014/main" id="{FCD98C2A-1566-6696-BF80-8EEB26E46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3452" y="2993408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ar-SA" sz="2000">
                <a:latin typeface="+mj-lt"/>
              </a:rPr>
              <a:t>6</a:t>
            </a:r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4E93B9EA-B8D6-5CDB-E782-6D0599EEE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4452" y="2993408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ar-SA" sz="2000">
                <a:latin typeface="+mj-lt"/>
              </a:rPr>
              <a:t>8</a:t>
            </a:r>
          </a:p>
        </p:txBody>
      </p:sp>
      <p:sp>
        <p:nvSpPr>
          <p:cNvPr id="15" name="Rectangle 26">
            <a:extLst>
              <a:ext uri="{FF2B5EF4-FFF2-40B4-BE49-F238E27FC236}">
                <a16:creationId xmlns:a16="http://schemas.microsoft.com/office/drawing/2014/main" id="{AEA5B6CC-46E1-3761-97F9-9FC65A686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5452" y="2993408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ar-SA" sz="2000">
                <a:latin typeface="+mj-l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869759140"/>
      </p:ext>
    </p:extLst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3828A-2C48-6130-F9CF-B103C8D7F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r-SA" sz="4800" dirty="0"/>
              <a:t>Copying Arrays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8C441-6A7E-113B-2489-0DBE3F9F2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90000"/>
              </a:lnSpc>
            </a:pPr>
            <a:r>
              <a:rPr lang="en-US" altLang="ar-SA" dirty="0"/>
              <a:t>You cannot copy an array by merely assigning one reference variable to another.</a:t>
            </a:r>
          </a:p>
          <a:p>
            <a:pPr marL="457200" indent="-457200">
              <a:lnSpc>
                <a:spcPct val="90000"/>
              </a:lnSpc>
            </a:pPr>
            <a:r>
              <a:rPr lang="en-US" altLang="ar-SA" dirty="0"/>
              <a:t>You need to copy the individual elements of one array to another.</a:t>
            </a:r>
            <a:br>
              <a:rPr lang="en-US" altLang="ar-SA" sz="2800" dirty="0"/>
            </a:br>
            <a:endParaRPr lang="en-US" altLang="ar-SA" sz="2800" dirty="0"/>
          </a:p>
          <a:p>
            <a:pPr lvl="2" eaLnBrk="1" hangingPunct="1">
              <a:lnSpc>
                <a:spcPct val="90000"/>
              </a:lnSpc>
              <a:buFontTx/>
              <a:buNone/>
            </a:pPr>
            <a:endParaRPr lang="en-US" altLang="ar-SA" sz="2000" b="1" dirty="0">
              <a:latin typeface="Courier New" panose="02070309020205020404" pitchFamily="49" charset="0"/>
            </a:endParaRPr>
          </a:p>
          <a:p>
            <a:pPr lvl="2" eaLnBrk="1" hangingPunct="1">
              <a:lnSpc>
                <a:spcPct val="90000"/>
              </a:lnSpc>
              <a:buFontTx/>
              <a:buNone/>
            </a:pPr>
            <a:endParaRPr lang="en-US" altLang="ar-SA" b="1" dirty="0">
              <a:latin typeface="Courier New" panose="02070309020205020404" pitchFamily="49" charset="0"/>
            </a:endParaRPr>
          </a:p>
          <a:p>
            <a:pPr lvl="2" eaLnBrk="1" hangingPunct="1">
              <a:lnSpc>
                <a:spcPct val="90000"/>
              </a:lnSpc>
              <a:buFontTx/>
              <a:buNone/>
            </a:pPr>
            <a:endParaRPr lang="en-US" altLang="ar-SA" sz="2000" b="1" dirty="0">
              <a:latin typeface="Courier New" panose="02070309020205020404" pitchFamily="49" charset="0"/>
            </a:endParaRPr>
          </a:p>
          <a:p>
            <a:pPr lvl="2" eaLnBrk="1" hangingPunct="1">
              <a:lnSpc>
                <a:spcPct val="90000"/>
              </a:lnSpc>
              <a:buFontTx/>
              <a:buNone/>
            </a:pPr>
            <a:endParaRPr lang="en-US" altLang="ar-SA" b="1" dirty="0">
              <a:latin typeface="Courier New" panose="02070309020205020404" pitchFamily="49" charset="0"/>
            </a:endParaRPr>
          </a:p>
          <a:p>
            <a:pPr lvl="2" eaLnBrk="1" hangingPunct="1">
              <a:lnSpc>
                <a:spcPct val="90000"/>
              </a:lnSpc>
              <a:buFontTx/>
              <a:buNone/>
            </a:pPr>
            <a:endParaRPr lang="en-US" altLang="ar-SA" sz="2000" b="1" dirty="0">
              <a:latin typeface="Courier New" panose="02070309020205020404" pitchFamily="49" charset="0"/>
            </a:endParaRPr>
          </a:p>
          <a:p>
            <a:pPr marL="457200" indent="-457200">
              <a:lnSpc>
                <a:spcPct val="90000"/>
              </a:lnSpc>
            </a:pPr>
            <a:r>
              <a:rPr lang="en-US" altLang="ar-SA" dirty="0"/>
              <a:t>This code copies each element of </a:t>
            </a:r>
            <a:r>
              <a:rPr lang="en-US" altLang="ar-SA" b="1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firstArray</a:t>
            </a:r>
            <a:r>
              <a:rPr lang="en-US" altLang="ar-SA" dirty="0"/>
              <a:t> to the corresponding element of </a:t>
            </a:r>
            <a:r>
              <a:rPr lang="en-US" altLang="ar-SA" b="1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secondArray</a:t>
            </a:r>
            <a:r>
              <a:rPr lang="en-US" altLang="ar-SA" dirty="0"/>
              <a:t>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C60F89-BF82-2EF6-10D4-0587E551F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9FD994-B18C-0C9D-D47F-B2B90F6EE9BF}"/>
              </a:ext>
            </a:extLst>
          </p:cNvPr>
          <p:cNvSpPr/>
          <p:nvPr/>
        </p:nvSpPr>
        <p:spPr>
          <a:xfrm>
            <a:off x="1449906" y="2883877"/>
            <a:ext cx="7525282" cy="18710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ar-SA" sz="20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</a:rPr>
              <a:t>int[] </a:t>
            </a:r>
            <a:r>
              <a:rPr lang="en-US" altLang="ar-SA" sz="2000" b="1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</a:rPr>
              <a:t>firstArray</a:t>
            </a:r>
            <a:r>
              <a:rPr lang="en-US" altLang="ar-SA" sz="20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</a:rPr>
              <a:t> = {5, 10, 15, 20, 25 };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ar-SA" sz="20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</a:rPr>
              <a:t>int[] </a:t>
            </a:r>
            <a:r>
              <a:rPr lang="en-US" altLang="ar-SA" sz="2000" b="1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</a:rPr>
              <a:t>secondArray</a:t>
            </a:r>
            <a:r>
              <a:rPr lang="en-US" altLang="ar-SA" sz="20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</a:rPr>
              <a:t> = new int[5];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ar-SA" sz="20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</a:rPr>
              <a:t>for (int </a:t>
            </a:r>
            <a:r>
              <a:rPr lang="en-US" altLang="ar-SA" sz="2000" b="1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</a:rPr>
              <a:t>i</a:t>
            </a:r>
            <a:r>
              <a:rPr lang="en-US" altLang="ar-SA" sz="20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</a:rPr>
              <a:t> = 0; </a:t>
            </a:r>
            <a:r>
              <a:rPr lang="en-US" altLang="ar-SA" sz="2000" b="1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</a:rPr>
              <a:t>i</a:t>
            </a:r>
            <a:r>
              <a:rPr lang="en-US" altLang="ar-SA" sz="20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</a:rPr>
              <a:t> &lt; </a:t>
            </a:r>
            <a:r>
              <a:rPr lang="en-US" altLang="ar-SA" sz="2000" b="1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</a:rPr>
              <a:t>firstArray.length</a:t>
            </a:r>
            <a:r>
              <a:rPr lang="en-US" altLang="ar-SA" sz="20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</a:rPr>
              <a:t>; </a:t>
            </a:r>
            <a:r>
              <a:rPr lang="en-US" altLang="ar-SA" sz="2000" b="1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</a:rPr>
              <a:t>i</a:t>
            </a:r>
            <a:r>
              <a:rPr lang="en-US" altLang="ar-SA" sz="20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</a:rPr>
              <a:t>++)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ar-SA" sz="20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</a:rPr>
              <a:t>  </a:t>
            </a:r>
            <a:r>
              <a:rPr lang="en-US" altLang="ar-SA" sz="2000" b="1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</a:rPr>
              <a:t>secondArray</a:t>
            </a:r>
            <a:r>
              <a:rPr lang="en-US" altLang="ar-SA" sz="20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</a:rPr>
              <a:t>[</a:t>
            </a:r>
            <a:r>
              <a:rPr lang="en-US" altLang="ar-SA" sz="2000" b="1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</a:rPr>
              <a:t>i</a:t>
            </a:r>
            <a:r>
              <a:rPr lang="en-US" altLang="ar-SA" sz="20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</a:rPr>
              <a:t>] = </a:t>
            </a:r>
            <a:r>
              <a:rPr lang="en-US" altLang="ar-SA" sz="2000" b="1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</a:rPr>
              <a:t>firstArray</a:t>
            </a:r>
            <a:r>
              <a:rPr lang="en-US" altLang="ar-SA" sz="20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</a:rPr>
              <a:t>[</a:t>
            </a:r>
            <a:r>
              <a:rPr lang="en-US" altLang="ar-SA" sz="2000" b="1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</a:rPr>
              <a:t>i</a:t>
            </a:r>
            <a:r>
              <a:rPr lang="en-US" altLang="ar-SA" sz="20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</a:rPr>
              <a:t>];</a:t>
            </a:r>
          </a:p>
        </p:txBody>
      </p:sp>
    </p:spTree>
    <p:extLst>
      <p:ext uri="{BB962C8B-B14F-4D97-AF65-F5344CB8AC3E}">
        <p14:creationId xmlns:p14="http://schemas.microsoft.com/office/powerpoint/2010/main" val="888092252"/>
      </p:ext>
    </p:extLst>
  </p:cSld>
  <p:clrMapOvr>
    <a:masterClrMapping/>
  </p:clrMapOvr>
  <p:transition spd="slow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ED660-7E9E-A06D-4E22-ABDC8B7ED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 dirty="0"/>
              <a:t>Processing Arrays (Examples)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F9512-8852-E372-A535-0DDB8AC5C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9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cs typeface="Times New Roman" pitchFamily="18" charset="0"/>
              </a:rPr>
              <a:t>See the examples in the text.</a:t>
            </a:r>
          </a:p>
          <a:p>
            <a:pPr marL="609600" indent="-609600">
              <a:lnSpc>
                <a:spcPct val="90000"/>
              </a:lnSpc>
              <a:spcBef>
                <a:spcPct val="50000"/>
              </a:spcBef>
              <a:buFont typeface="Monotype Sorts" pitchFamily="2" charset="2"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  <a:cs typeface="Times New Roman" pitchFamily="18" charset="0"/>
              </a:rPr>
              <a:t>(Initializing arrays with input values)</a:t>
            </a:r>
          </a:p>
          <a:p>
            <a:pPr marL="609600" indent="-609600">
              <a:lnSpc>
                <a:spcPct val="90000"/>
              </a:lnSpc>
              <a:spcBef>
                <a:spcPct val="50000"/>
              </a:spcBef>
              <a:buFont typeface="Monotype Sorts" pitchFamily="2" charset="2"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  <a:cs typeface="Times New Roman" pitchFamily="18" charset="0"/>
              </a:rPr>
              <a:t>(Initializing arrays with random values)</a:t>
            </a:r>
          </a:p>
          <a:p>
            <a:pPr marL="609600" indent="-609600">
              <a:lnSpc>
                <a:spcPct val="90000"/>
              </a:lnSpc>
              <a:spcBef>
                <a:spcPct val="50000"/>
              </a:spcBef>
              <a:buFont typeface="Monotype Sorts" pitchFamily="2" charset="2"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  <a:cs typeface="Times New Roman" pitchFamily="18" charset="0"/>
              </a:rPr>
              <a:t>(Printing arrays)</a:t>
            </a:r>
          </a:p>
          <a:p>
            <a:pPr marL="609600" indent="-609600">
              <a:lnSpc>
                <a:spcPct val="90000"/>
              </a:lnSpc>
              <a:spcBef>
                <a:spcPct val="50000"/>
              </a:spcBef>
              <a:buFont typeface="Monotype Sorts" pitchFamily="2" charset="2"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  <a:cs typeface="Times New Roman" pitchFamily="18" charset="0"/>
              </a:rPr>
              <a:t>(Summing all elements)</a:t>
            </a:r>
          </a:p>
          <a:p>
            <a:pPr marL="609600" indent="-609600">
              <a:lnSpc>
                <a:spcPct val="90000"/>
              </a:lnSpc>
              <a:spcBef>
                <a:spcPct val="50000"/>
              </a:spcBef>
              <a:buFont typeface="Monotype Sorts" pitchFamily="2" charset="2"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  <a:cs typeface="Times New Roman" pitchFamily="18" charset="0"/>
              </a:rPr>
              <a:t>(Finding the largest element)</a:t>
            </a:r>
          </a:p>
          <a:p>
            <a:pPr marL="609600" indent="-609600">
              <a:lnSpc>
                <a:spcPct val="90000"/>
              </a:lnSpc>
              <a:spcBef>
                <a:spcPct val="50000"/>
              </a:spcBef>
              <a:buFont typeface="Monotype Sorts" pitchFamily="2" charset="2"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  <a:cs typeface="Times New Roman" pitchFamily="18" charset="0"/>
              </a:rPr>
              <a:t>(Finding the smallest index of the largest element)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6C40A9-9091-0C88-EBE4-03AC66A73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660308451"/>
      </p:ext>
    </p:extLst>
  </p:cSld>
  <p:clrMapOvr>
    <a:masterClrMapping/>
  </p:clrMapOvr>
  <p:transition spd="slow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0A572-2E7D-AD08-D399-D9E16DDD3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 dirty="0"/>
              <a:t>Processing Arrays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57374-E838-459A-4483-3F9DDA9FD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lnSpc>
                <a:spcPct val="80000"/>
              </a:lnSpc>
              <a:defRPr/>
            </a:pPr>
            <a:r>
              <a:rPr lang="en-US" altLang="en-US" sz="2400" dirty="0">
                <a:solidFill>
                  <a:schemeClr val="tx1"/>
                </a:solidFill>
                <a:cs typeface="Times New Roman" pitchFamily="18" charset="0"/>
              </a:rPr>
              <a:t>Initializing arrays with input values</a:t>
            </a:r>
            <a:endParaRPr lang="en-US" sz="2400" dirty="0">
              <a:solidFill>
                <a:schemeClr val="tx1"/>
              </a:solidFill>
            </a:endParaRPr>
          </a:p>
          <a:p>
            <a:pPr marL="609600" indent="-609600">
              <a:lnSpc>
                <a:spcPct val="80000"/>
              </a:lnSpc>
              <a:buFont typeface="Monotype Sorts" pitchFamily="2" charset="2"/>
              <a:buNone/>
              <a:defRPr/>
            </a:pPr>
            <a:r>
              <a:rPr lang="en-US" dirty="0">
                <a:solidFill>
                  <a:schemeClr val="tx1"/>
                </a:solidFill>
              </a:rPr>
              <a:t> 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168FFC-823E-B353-EB5A-CD54C3333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B6456A-2F19-0D08-C5FA-792E07BAB22C}"/>
              </a:ext>
            </a:extLst>
          </p:cNvPr>
          <p:cNvSpPr/>
          <p:nvPr/>
        </p:nvSpPr>
        <p:spPr>
          <a:xfrm>
            <a:off x="2349305" y="2328050"/>
            <a:ext cx="7178642" cy="28299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609600" indent="-609600">
              <a:lnSpc>
                <a:spcPct val="80000"/>
              </a:lnSpc>
              <a:buFont typeface="Monotype Sorts" pitchFamily="2" charset="2"/>
              <a:buNone/>
              <a:defRPr/>
            </a:pPr>
            <a:r>
              <a:rPr lang="en-US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input = new </a:t>
            </a:r>
            <a:r>
              <a:rPr lang="en-US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(System.in);</a:t>
            </a:r>
          </a:p>
          <a:p>
            <a:pPr marL="609600" indent="-609600">
              <a:lnSpc>
                <a:spcPct val="80000"/>
              </a:lnSpc>
              <a:buFont typeface="Monotype Sorts" pitchFamily="2" charset="2"/>
              <a:buNone/>
              <a:defRPr/>
            </a:pPr>
            <a:endParaRPr lang="en-US" sz="22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indent="-609600">
              <a:lnSpc>
                <a:spcPct val="80000"/>
              </a:lnSpc>
              <a:buFont typeface="Monotype Sorts" pitchFamily="2" charset="2"/>
              <a:buNone/>
              <a:defRPr/>
            </a:pPr>
            <a:r>
              <a:rPr lang="en-US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("Enter " + </a:t>
            </a:r>
            <a:r>
              <a:rPr lang="en-US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myList.length</a:t>
            </a: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" values: ");</a:t>
            </a:r>
          </a:p>
          <a:p>
            <a:pPr marL="609600" indent="-609600">
              <a:lnSpc>
                <a:spcPct val="80000"/>
              </a:lnSpc>
              <a:buFont typeface="Monotype Sorts" pitchFamily="2" charset="2"/>
              <a:buNone/>
              <a:defRPr/>
            </a:pPr>
            <a:endParaRPr lang="en-US" sz="22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indent="-609600">
              <a:lnSpc>
                <a:spcPct val="80000"/>
              </a:lnSpc>
              <a:buFont typeface="Monotype Sorts" pitchFamily="2" charset="2"/>
              <a:buNone/>
              <a:defRPr/>
            </a:pP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for (int </a:t>
            </a:r>
            <a:r>
              <a:rPr lang="en-US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myList.length</a:t>
            </a: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</a:p>
          <a:p>
            <a:pPr marL="609600" indent="-609600">
              <a:lnSpc>
                <a:spcPct val="80000"/>
              </a:lnSpc>
              <a:buFont typeface="Monotype Sorts" pitchFamily="2" charset="2"/>
              <a:buNone/>
              <a:defRPr/>
            </a:pP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</a:t>
            </a:r>
            <a:r>
              <a:rPr lang="en-US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myList</a:t>
            </a: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input.nextDouble</a:t>
            </a: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711721516"/>
      </p:ext>
    </p:extLst>
  </p:cSld>
  <p:clrMapOvr>
    <a:masterClrMapping/>
  </p:clrMapOvr>
  <p:transition spd="slow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AE868-E4A6-966B-1316-6C0C9C44F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 dirty="0"/>
              <a:t>Processing Arrays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5D5A5-ACCF-9912-A3B7-7CD1476A8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lnSpc>
                <a:spcPct val="90000"/>
              </a:lnSpc>
              <a:defRPr/>
            </a:pPr>
            <a:r>
              <a:rPr lang="en-US" altLang="en-US" sz="2400" dirty="0">
                <a:solidFill>
                  <a:schemeClr val="tx1"/>
                </a:solidFill>
                <a:cs typeface="Times New Roman" pitchFamily="18" charset="0"/>
              </a:rPr>
              <a:t>Initializing arrays with random values</a:t>
            </a:r>
          </a:p>
          <a:p>
            <a:pPr marL="609600" indent="-609600">
              <a:lnSpc>
                <a:spcPct val="90000"/>
              </a:lnSpc>
              <a:defRPr/>
            </a:pPr>
            <a:endParaRPr lang="en-US" b="1" dirty="0">
              <a:solidFill>
                <a:schemeClr val="tx1"/>
              </a:solidFill>
              <a:cs typeface="Times New Roman" pitchFamily="18" charset="0"/>
            </a:endParaRPr>
          </a:p>
          <a:p>
            <a:pPr marL="609600" indent="-609600">
              <a:lnSpc>
                <a:spcPct val="90000"/>
              </a:lnSpc>
              <a:defRPr/>
            </a:pPr>
            <a:endParaRPr lang="en-US" sz="2400" b="1" dirty="0">
              <a:solidFill>
                <a:schemeClr val="tx1"/>
              </a:solidFill>
              <a:cs typeface="Times New Roman" pitchFamily="18" charset="0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endParaRPr lang="en-US" sz="2400" b="1" dirty="0">
              <a:solidFill>
                <a:schemeClr val="tx1"/>
              </a:solidFill>
            </a:endParaRPr>
          </a:p>
          <a:p>
            <a:r>
              <a:rPr lang="en-US" altLang="en-US" sz="2400" dirty="0">
                <a:solidFill>
                  <a:schemeClr val="tx1"/>
                </a:solidFill>
                <a:cs typeface="Times New Roman" pitchFamily="18" charset="0"/>
              </a:rPr>
              <a:t>Printing arrays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EB199D-095C-5A8F-1AE1-6AE8340BB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F86E93-A563-7A51-508F-412DDCE4DE4E}"/>
              </a:ext>
            </a:extLst>
          </p:cNvPr>
          <p:cNvSpPr/>
          <p:nvPr/>
        </p:nvSpPr>
        <p:spPr>
          <a:xfrm>
            <a:off x="2335237" y="2447778"/>
            <a:ext cx="5565987" cy="141674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609600" indent="-609600">
              <a:lnSpc>
                <a:spcPct val="90000"/>
              </a:lnSpc>
              <a:buFont typeface="Monotype Sorts" pitchFamily="2" charset="2"/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(int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myList.length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 marL="609600" indent="-609600">
              <a:lnSpc>
                <a:spcPct val="90000"/>
              </a:lnSpc>
              <a:buFont typeface="Monotype Sorts" pitchFamily="2" charset="2"/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myList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Math.random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* 100;</a:t>
            </a:r>
          </a:p>
          <a:p>
            <a:pPr marL="609600" indent="-609600">
              <a:lnSpc>
                <a:spcPct val="90000"/>
              </a:lnSpc>
              <a:buFont typeface="Monotype Sorts" pitchFamily="2" charset="2"/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FC6E06-EF7D-24F8-FE66-1629FA64C7E8}"/>
              </a:ext>
            </a:extLst>
          </p:cNvPr>
          <p:cNvSpPr/>
          <p:nvPr/>
        </p:nvSpPr>
        <p:spPr>
          <a:xfrm>
            <a:off x="2335236" y="4455215"/>
            <a:ext cx="5565987" cy="141387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609600" indent="-609600">
              <a:lnSpc>
                <a:spcPct val="80000"/>
              </a:lnSpc>
              <a:buFont typeface="Monotype Sorts" pitchFamily="2" charset="2"/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(int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myList.length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 marL="609600" indent="-609600">
              <a:lnSpc>
                <a:spcPct val="80000"/>
              </a:lnSpc>
              <a:buFont typeface="Monotype Sorts" pitchFamily="2" charset="2"/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myList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+ " ");</a:t>
            </a:r>
          </a:p>
          <a:p>
            <a:pPr marL="609600" indent="-609600">
              <a:lnSpc>
                <a:spcPct val="80000"/>
              </a:lnSpc>
              <a:buFont typeface="Monotype Sorts" pitchFamily="2" charset="2"/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59834545"/>
      </p:ext>
    </p:extLst>
  </p:cSld>
  <p:clrMapOvr>
    <a:masterClrMapping/>
  </p:clrMapOvr>
  <p:transition spd="slow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AE868-E4A6-966B-1316-6C0C9C44F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 dirty="0"/>
              <a:t>Processing Arrays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5D5A5-ACCF-9912-A3B7-7CD1476A8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90000"/>
              </a:lnSpc>
              <a:defRPr/>
            </a:pPr>
            <a:r>
              <a:rPr lang="en-US" altLang="en-US" sz="2400" dirty="0">
                <a:solidFill>
                  <a:schemeClr val="tx1"/>
                </a:solidFill>
                <a:cs typeface="Times New Roman" pitchFamily="18" charset="0"/>
              </a:rPr>
              <a:t>Summing all elements</a:t>
            </a:r>
          </a:p>
          <a:p>
            <a:pPr marL="0" indent="0">
              <a:lnSpc>
                <a:spcPct val="90000"/>
              </a:lnSpc>
              <a:buNone/>
              <a:defRPr/>
            </a:pPr>
            <a:endParaRPr lang="en-US" b="1" dirty="0">
              <a:solidFill>
                <a:schemeClr val="tx1"/>
              </a:solidFill>
              <a:cs typeface="Times New Roman" pitchFamily="18" charset="0"/>
            </a:endParaRPr>
          </a:p>
          <a:p>
            <a:pPr marL="609600" indent="-609600">
              <a:lnSpc>
                <a:spcPct val="90000"/>
              </a:lnSpc>
              <a:defRPr/>
            </a:pPr>
            <a:endParaRPr lang="en-US" sz="2400" b="1" dirty="0">
              <a:solidFill>
                <a:schemeClr val="tx1"/>
              </a:solidFill>
              <a:cs typeface="Times New Roman" pitchFamily="18" charset="0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endParaRPr lang="en-US" sz="2400" b="1" dirty="0">
              <a:solidFill>
                <a:schemeClr val="tx1"/>
              </a:solidFill>
            </a:endParaRPr>
          </a:p>
          <a:p>
            <a:r>
              <a:rPr lang="en-US" altLang="en-US" sz="2400" dirty="0">
                <a:solidFill>
                  <a:schemeClr val="tx1"/>
                </a:solidFill>
                <a:cs typeface="Times New Roman" pitchFamily="18" charset="0"/>
              </a:rPr>
              <a:t>Finding the largest element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EB199D-095C-5A8F-1AE1-6AE8340BB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F86E93-A563-7A51-508F-412DDCE4DE4E}"/>
              </a:ext>
            </a:extLst>
          </p:cNvPr>
          <p:cNvSpPr/>
          <p:nvPr/>
        </p:nvSpPr>
        <p:spPr>
          <a:xfrm>
            <a:off x="2335237" y="2447778"/>
            <a:ext cx="6162115" cy="13664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609600" indent="-609600">
              <a:lnSpc>
                <a:spcPct val="80000"/>
              </a:lnSpc>
              <a:buFont typeface="Monotype Sorts" pitchFamily="2" charset="2"/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total = 0;</a:t>
            </a:r>
          </a:p>
          <a:p>
            <a:pPr marL="609600" indent="-609600">
              <a:lnSpc>
                <a:spcPct val="80000"/>
              </a:lnSpc>
              <a:buFont typeface="Monotype Sorts" pitchFamily="2" charset="2"/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(int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myList.length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 marL="609600" indent="-609600">
              <a:lnSpc>
                <a:spcPct val="80000"/>
              </a:lnSpc>
              <a:buFont typeface="Monotype Sorts" pitchFamily="2" charset="2"/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total +=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myList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marL="609600" indent="-609600">
              <a:lnSpc>
                <a:spcPct val="80000"/>
              </a:lnSpc>
              <a:buFont typeface="Monotype Sorts" pitchFamily="2" charset="2"/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FC6E06-EF7D-24F8-FE66-1629FA64C7E8}"/>
              </a:ext>
            </a:extLst>
          </p:cNvPr>
          <p:cNvSpPr/>
          <p:nvPr/>
        </p:nvSpPr>
        <p:spPr>
          <a:xfrm>
            <a:off x="2335236" y="4455215"/>
            <a:ext cx="6162115" cy="15222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609600" indent="-609600">
              <a:lnSpc>
                <a:spcPct val="80000"/>
              </a:lnSpc>
              <a:buFont typeface="Monotype Sorts" pitchFamily="2" charset="2"/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max =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myList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[0];</a:t>
            </a:r>
          </a:p>
          <a:p>
            <a:pPr marL="609600" indent="-609600">
              <a:lnSpc>
                <a:spcPct val="80000"/>
              </a:lnSpc>
              <a:buFont typeface="Monotype Sorts" pitchFamily="2" charset="2"/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(int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myList.length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 marL="609600" indent="-609600">
              <a:lnSpc>
                <a:spcPct val="80000"/>
              </a:lnSpc>
              <a:buFont typeface="Monotype Sorts" pitchFamily="2" charset="2"/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myList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&gt; max) max =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myList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marL="609600" indent="-609600">
              <a:lnSpc>
                <a:spcPct val="80000"/>
              </a:lnSpc>
              <a:buFont typeface="Monotype Sorts" pitchFamily="2" charset="2"/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35789205"/>
      </p:ext>
    </p:extLst>
  </p:cSld>
  <p:clrMapOvr>
    <a:masterClrMapping/>
  </p:clrMapOvr>
  <p:transition spd="slow"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7467F-F52B-778F-D41D-340FF976B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r-SA" sz="4800" dirty="0"/>
              <a:t>Declaring Arrays as Formal Parameters to Methods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BB9EE-4339-C31B-48D8-81A68ED3F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378248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altLang="ar-SA" dirty="0">
                <a:solidFill>
                  <a:schemeClr val="tx1"/>
                </a:solidFill>
                <a:latin typeface="+mj-lt"/>
              </a:rPr>
              <a:t>General syntax to declare an array as a formal parameter:</a:t>
            </a:r>
          </a:p>
          <a:p>
            <a:pPr marL="0" indent="0">
              <a:lnSpc>
                <a:spcPct val="80000"/>
              </a:lnSpc>
              <a:buNone/>
              <a:defRPr/>
            </a:pPr>
            <a:endParaRPr lang="en-US" altLang="ar-SA" dirty="0">
              <a:solidFill>
                <a:schemeClr val="tx1"/>
              </a:solidFill>
              <a:latin typeface="+mj-lt"/>
            </a:endParaRPr>
          </a:p>
          <a:p>
            <a:pPr marL="0" indent="0">
              <a:lnSpc>
                <a:spcPct val="80000"/>
              </a:lnSpc>
              <a:buNone/>
              <a:defRPr/>
            </a:pPr>
            <a:endParaRPr lang="en-US" altLang="ar-SA" dirty="0">
              <a:solidFill>
                <a:schemeClr val="tx1"/>
              </a:solidFill>
              <a:latin typeface="+mj-lt"/>
            </a:endParaRPr>
          </a:p>
          <a:p>
            <a:pPr marL="0" indent="0">
              <a:lnSpc>
                <a:spcPct val="80000"/>
              </a:lnSpc>
              <a:buNone/>
              <a:defRPr/>
            </a:pPr>
            <a:endParaRPr lang="en-US" altLang="ar-SA" dirty="0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80000"/>
              </a:lnSpc>
              <a:defRPr/>
            </a:pPr>
            <a:r>
              <a:rPr lang="en-US" altLang="ar-SA" dirty="0">
                <a:solidFill>
                  <a:schemeClr val="tx1"/>
                </a:solidFill>
                <a:latin typeface="+mj-lt"/>
              </a:rPr>
              <a:t>Declaring Arrays as Formal Parameters to Methods</a:t>
            </a:r>
            <a:endParaRPr lang="en-US" altLang="ar-SA" b="1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1D3657-37B9-34A7-2032-AA47489C9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C833F3-E8BA-363E-B0B8-A60A52D145B9}"/>
              </a:ext>
            </a:extLst>
          </p:cNvPr>
          <p:cNvSpPr/>
          <p:nvPr/>
        </p:nvSpPr>
        <p:spPr>
          <a:xfrm>
            <a:off x="1790348" y="2504681"/>
            <a:ext cx="3478820" cy="69986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dataType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[] 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arrayName</a:t>
            </a:r>
            <a:endParaRPr lang="en-US" altLang="ar-SA" sz="2000" b="1" dirty="0">
              <a:solidFill>
                <a:schemeClr val="tx1"/>
              </a:solidFill>
              <a:latin typeface="Courier New" panose="02070309020205020404" pitchFamily="49" charset="0"/>
              <a:ea typeface="+mj-ea"/>
              <a:cs typeface="+mj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976B37-0A24-4173-B0E8-E91C17C94FBF}"/>
              </a:ext>
            </a:extLst>
          </p:cNvPr>
          <p:cNvSpPr/>
          <p:nvPr/>
        </p:nvSpPr>
        <p:spPr>
          <a:xfrm>
            <a:off x="580972" y="4302800"/>
            <a:ext cx="11129410" cy="18049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public static void 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arraysAsFormalParameter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(int[] 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listA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, double[] 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listB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, int num)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    //...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5876856"/>
      </p:ext>
    </p:extLst>
  </p:cSld>
  <p:clrMapOvr>
    <a:masterClrMapping/>
  </p:clrMapOvr>
  <p:transition spd="slow"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7467F-F52B-778F-D41D-340FF976B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r-SA" sz="4800" dirty="0"/>
              <a:t>Declaring Arrays as Formal Parameters to Methods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BB9EE-4339-C31B-48D8-81A68ED3F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altLang="ar-SA" dirty="0">
                <a:solidFill>
                  <a:schemeClr val="tx1"/>
                </a:solidFill>
                <a:latin typeface="+mj-lt"/>
              </a:rPr>
              <a:t>Method invoking: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1D3657-37B9-34A7-2032-AA47489C9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0BF415-9D12-F95F-19B1-3AE3D3AE1E0F}"/>
              </a:ext>
            </a:extLst>
          </p:cNvPr>
          <p:cNvSpPr/>
          <p:nvPr/>
        </p:nvSpPr>
        <p:spPr>
          <a:xfrm>
            <a:off x="821147" y="2465249"/>
            <a:ext cx="8992156" cy="208654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int[] 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intList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 = new int[10];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double[] 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doubleNumList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 = new double[15];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int number; </a:t>
            </a:r>
          </a:p>
          <a:p>
            <a:pPr>
              <a:lnSpc>
                <a:spcPct val="80000"/>
              </a:lnSpc>
              <a:defRPr/>
            </a:pPr>
            <a:endParaRPr lang="en-US" altLang="ar-SA" sz="2000" b="1" dirty="0">
              <a:solidFill>
                <a:schemeClr val="tx1"/>
              </a:solidFill>
              <a:latin typeface="Courier New" panose="02070309020205020404" pitchFamily="49" charset="0"/>
              <a:ea typeface="+mj-ea"/>
              <a:cs typeface="+mj-cs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arraysAsFormalParameter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(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intList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, 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doubleNumList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, number);</a:t>
            </a:r>
          </a:p>
        </p:txBody>
      </p:sp>
    </p:spTree>
    <p:extLst>
      <p:ext uri="{BB962C8B-B14F-4D97-AF65-F5344CB8AC3E}">
        <p14:creationId xmlns:p14="http://schemas.microsoft.com/office/powerpoint/2010/main" val="1380535479"/>
      </p:ext>
    </p:extLst>
  </p:cSld>
  <p:clrMapOvr>
    <a:masterClrMapping/>
  </p:clrMapOvr>
  <p:transition spd="slow"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30DFF-78F3-80BF-7405-1E9588AE5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r-SA" sz="4800" dirty="0"/>
              <a:t>Comparing Two Arrays Method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31D78-6CDA-2A48-2AB2-0C6FF20B7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ar-SA" sz="2400" dirty="0"/>
              <a:t>The </a:t>
            </a:r>
            <a:r>
              <a:rPr lang="en-US" altLang="ar-SA" sz="2400" b="1" dirty="0">
                <a:solidFill>
                  <a:schemeClr val="bg2">
                    <a:lumMod val="75000"/>
                  </a:schemeClr>
                </a:solidFill>
              </a:rPr>
              <a:t>==</a:t>
            </a:r>
            <a:r>
              <a:rPr lang="en-US" altLang="ar-SA" sz="2400" dirty="0"/>
              <a:t> operator determines only whether array references point to the same array object.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DC0EE6-62F9-EF02-F64E-1392C0990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D7A833-F2DF-CF9E-88C8-04DA36E5783B}"/>
              </a:ext>
            </a:extLst>
          </p:cNvPr>
          <p:cNvSpPr/>
          <p:nvPr/>
        </p:nvSpPr>
        <p:spPr>
          <a:xfrm>
            <a:off x="1026942" y="2790791"/>
            <a:ext cx="9242474" cy="279408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int[] 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firstArray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 = { 5, 10, 15, 20, 25 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int[] 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secondArray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 = { 5, 10, 15, 20, 25 };</a:t>
            </a:r>
            <a:b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</a:br>
            <a:endParaRPr lang="en-US" altLang="ar-SA" sz="2000" b="1" dirty="0">
              <a:solidFill>
                <a:schemeClr val="tx1"/>
              </a:solidFill>
              <a:latin typeface="Courier New" panose="02070309020205020404" pitchFamily="49" charset="0"/>
              <a:ea typeface="+mj-ea"/>
              <a:cs typeface="+mj-cs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if (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firstArray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 == 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secondArray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) // This is a mistake.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   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System.out.println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("The arrays are the same.");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else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   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System.out.println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+mj-cs"/>
              </a:rPr>
              <a:t>("The arrays are not the same.");</a:t>
            </a:r>
          </a:p>
          <a:p>
            <a:pPr algn="ctr"/>
            <a:endParaRPr 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5898263"/>
      </p:ext>
    </p:extLst>
  </p:cSld>
  <p:clrMapOvr>
    <a:masterClrMapping/>
  </p:clrMapOvr>
  <p:transition spd="slow">
    <p:wip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86FED-CB70-A769-CFCF-50DB88F70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r-SA" sz="4800" dirty="0"/>
              <a:t>Comparing Two Arrays Method</a:t>
            </a:r>
            <a:r>
              <a:rPr lang="en-US" altLang="en-US" sz="4800" dirty="0"/>
              <a:t>, </a:t>
            </a:r>
            <a:r>
              <a:rPr lang="en-US" altLang="en-US" sz="4800" dirty="0" err="1"/>
              <a:t>cont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BEC7DC-F3B6-91A1-DCDA-230DC772C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CE5B04-9176-10BC-88C0-408663BC06F1}"/>
              </a:ext>
            </a:extLst>
          </p:cNvPr>
          <p:cNvSpPr/>
          <p:nvPr/>
        </p:nvSpPr>
        <p:spPr>
          <a:xfrm>
            <a:off x="998806" y="1845734"/>
            <a:ext cx="9650437" cy="41893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ar-SA" sz="2000" b="1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ar-SA" sz="2000" b="1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Public 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boolean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isEqualArrays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(int[] 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firstArray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, int[] 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secondArray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   if (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firstArray.length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!= 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secondArray.length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       return false;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   for (int index = 0; index &lt; 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firstArray.length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                       index++)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       if (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firstArray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[index] != 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secondArray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[index])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           return false;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   return true;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if (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isEqualArrays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(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listA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, 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listB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))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...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ar-SA" sz="2000" b="1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algn="ctr"/>
            <a:endParaRPr 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4628177"/>
      </p:ext>
    </p:extLst>
  </p:cSld>
  <p:clrMapOvr>
    <a:masterClrMapping/>
  </p:clrMapOvr>
  <p:transition spd="slow">
    <p:wip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30DFF-78F3-80BF-7405-1E9588AE5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r-SA" sz="4800" dirty="0"/>
              <a:t>Array Processing Methods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31D78-6CDA-2A48-2AB2-0C6FF20B7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ar-SA" sz="2400" dirty="0">
                <a:solidFill>
                  <a:schemeClr val="tx1"/>
                </a:solidFill>
              </a:rPr>
              <a:t>Print : 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DC0EE6-62F9-EF02-F64E-1392C0990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D7A833-F2DF-CF9E-88C8-04DA36E5783B}"/>
              </a:ext>
            </a:extLst>
          </p:cNvPr>
          <p:cNvSpPr/>
          <p:nvPr/>
        </p:nvSpPr>
        <p:spPr>
          <a:xfrm>
            <a:off x="956604" y="2328051"/>
            <a:ext cx="9242474" cy="307394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public static void 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printArray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(int[] list, int 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noOfEle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   int index;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   for (index = 0; index &lt; 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noOfEle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; index++)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System.out.print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(list[index] + " ");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}</a:t>
            </a:r>
          </a:p>
          <a:p>
            <a:pPr algn="ctr"/>
            <a:endParaRPr 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578181"/>
      </p:ext>
    </p:extLst>
  </p:cSld>
  <p:clrMapOvr>
    <a:masterClrMapping/>
  </p:clrMapOvr>
  <p:transition spd="slow">
    <p:wip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30DFF-78F3-80BF-7405-1E9588AE5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r-SA" dirty="0"/>
              <a:t>Array Processing Methods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31D78-6CDA-2A48-2AB2-0C6FF20B7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ar-SA" sz="2400" dirty="0">
                <a:solidFill>
                  <a:schemeClr val="tx1"/>
                </a:solidFill>
              </a:rPr>
              <a:t>Summation</a:t>
            </a:r>
            <a:r>
              <a:rPr lang="en-US" altLang="ar-SA" sz="2400" dirty="0"/>
              <a:t>: 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DC0EE6-62F9-EF02-F64E-1392C0990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D7A833-F2DF-CF9E-88C8-04DA36E5783B}"/>
              </a:ext>
            </a:extLst>
          </p:cNvPr>
          <p:cNvSpPr/>
          <p:nvPr/>
        </p:nvSpPr>
        <p:spPr>
          <a:xfrm>
            <a:off x="956604" y="2328051"/>
            <a:ext cx="9242474" cy="307394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public static int 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sumArray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(int[] list, int 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noOfEle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   int index;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   int sum = 0;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   for (index = 0; index &lt; 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noOfEle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; index++)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        sum = sum + list[index];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   return sum;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}</a:t>
            </a:r>
          </a:p>
          <a:p>
            <a:pPr algn="ctr"/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463736"/>
      </p:ext>
    </p:extLst>
  </p:cSld>
  <p:clrMapOvr>
    <a:masterClrMapping/>
  </p:clrMapOvr>
  <p:transition spd="slow">
    <p:wip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30DFF-78F3-80BF-7405-1E9588AE5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r-SA" dirty="0"/>
              <a:t>Array Processing Methods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31D78-6CDA-2A48-2AB2-0C6FF20B7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ar-SA" dirty="0">
                <a:solidFill>
                  <a:schemeClr val="tx1"/>
                </a:solidFill>
              </a:rPr>
              <a:t>Copying</a:t>
            </a:r>
            <a:r>
              <a:rPr lang="en-US" altLang="ar-SA" sz="2400" dirty="0">
                <a:solidFill>
                  <a:schemeClr val="tx1"/>
                </a:solidFill>
              </a:rPr>
              <a:t>: 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DC0EE6-62F9-EF02-F64E-1392C0990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D7A833-F2DF-CF9E-88C8-04DA36E5783B}"/>
              </a:ext>
            </a:extLst>
          </p:cNvPr>
          <p:cNvSpPr/>
          <p:nvPr/>
        </p:nvSpPr>
        <p:spPr>
          <a:xfrm>
            <a:off x="926292" y="2388673"/>
            <a:ext cx="9460484" cy="340589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public static void 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copyArray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(int[] list1, int[] list2,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                            int 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noOfElements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   int index;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   for (index = 0; index &lt; 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noOfElements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; index++)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        list2[index] = list1[index];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}</a:t>
            </a:r>
          </a:p>
          <a:p>
            <a:pPr marL="69850" indent="0" eaLnBrk="1" hangingPunct="1">
              <a:lnSpc>
                <a:spcPct val="90000"/>
              </a:lnSpc>
              <a:buFont typeface="Wingdings 2" panose="05020102010507070707" pitchFamily="18" charset="2"/>
              <a:buNone/>
              <a:defRPr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//Main</a:t>
            </a:r>
            <a:b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</a:br>
            <a:r>
              <a:rPr lang="en-US" altLang="ar-SA" sz="1900" b="1" dirty="0">
                <a:solidFill>
                  <a:schemeClr val="tx1"/>
                </a:solidFill>
                <a:latin typeface="Courier New" panose="02070309020205020404" pitchFamily="49" charset="0"/>
                <a:cs typeface="Tahoma" panose="020B0604030504040204" pitchFamily="34" charset="0"/>
              </a:rPr>
              <a:t>       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  <a:cs typeface="+mn-cs"/>
              </a:rPr>
              <a:t>int[] 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+mn-cs"/>
              </a:rPr>
              <a:t>firstArray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  <a:cs typeface="+mn-cs"/>
              </a:rPr>
              <a:t> = {5, 10, 15, 20, 25 };</a:t>
            </a:r>
          </a:p>
          <a:p>
            <a:pPr lvl="2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ar-SA" b="1" dirty="0">
                <a:solidFill>
                  <a:schemeClr val="tx1"/>
                </a:solidFill>
                <a:latin typeface="Courier New" panose="02070309020205020404" pitchFamily="49" charset="0"/>
                <a:cs typeface="+mn-cs"/>
              </a:rPr>
              <a:t> int[] </a:t>
            </a:r>
            <a:r>
              <a:rPr lang="en-US" altLang="ar-SA" b="1" dirty="0" err="1">
                <a:solidFill>
                  <a:schemeClr val="tx1"/>
                </a:solidFill>
                <a:latin typeface="Courier New" panose="02070309020205020404" pitchFamily="49" charset="0"/>
                <a:cs typeface="+mn-cs"/>
              </a:rPr>
              <a:t>secondArray</a:t>
            </a:r>
            <a:r>
              <a:rPr lang="en-US" altLang="ar-SA" b="1" dirty="0">
                <a:solidFill>
                  <a:schemeClr val="tx1"/>
                </a:solidFill>
                <a:latin typeface="Courier New" panose="02070309020205020404" pitchFamily="49" charset="0"/>
                <a:cs typeface="+mn-cs"/>
              </a:rPr>
              <a:t> = new int[5];</a:t>
            </a:r>
          </a:p>
          <a:p>
            <a:pPr lvl="2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ar-SA" b="1" dirty="0">
                <a:solidFill>
                  <a:schemeClr val="tx1"/>
                </a:solidFill>
                <a:latin typeface="Courier New" panose="02070309020205020404" pitchFamily="49" charset="0"/>
                <a:cs typeface="+mn-cs"/>
              </a:rPr>
              <a:t> </a:t>
            </a:r>
            <a:r>
              <a:rPr lang="en-US" altLang="ar-SA" b="1" dirty="0" err="1">
                <a:solidFill>
                  <a:schemeClr val="tx1"/>
                </a:solidFill>
                <a:latin typeface="Courier New" panose="02070309020205020404" pitchFamily="49" charset="0"/>
                <a:cs typeface="+mn-cs"/>
              </a:rPr>
              <a:t>copyArray</a:t>
            </a:r>
            <a:r>
              <a:rPr lang="en-US" altLang="ar-SA" b="1" dirty="0">
                <a:solidFill>
                  <a:schemeClr val="tx1"/>
                </a:solidFill>
                <a:latin typeface="Courier New" panose="02070309020205020404" pitchFamily="49" charset="0"/>
                <a:cs typeface="+mn-cs"/>
              </a:rPr>
              <a:t>(</a:t>
            </a:r>
            <a:r>
              <a:rPr lang="en-US" altLang="ar-SA" b="1" dirty="0" err="1">
                <a:solidFill>
                  <a:schemeClr val="tx1"/>
                </a:solidFill>
                <a:latin typeface="Courier New" panose="02070309020205020404" pitchFamily="49" charset="0"/>
                <a:cs typeface="+mn-cs"/>
              </a:rPr>
              <a:t>firstArray</a:t>
            </a:r>
            <a:r>
              <a:rPr lang="en-US" altLang="ar-SA" b="1" dirty="0">
                <a:solidFill>
                  <a:schemeClr val="tx1"/>
                </a:solidFill>
                <a:latin typeface="Courier New" panose="02070309020205020404" pitchFamily="49" charset="0"/>
                <a:cs typeface="+mn-cs"/>
              </a:rPr>
              <a:t>, </a:t>
            </a:r>
            <a:r>
              <a:rPr lang="en-US" altLang="ar-SA" b="1" dirty="0" err="1">
                <a:solidFill>
                  <a:schemeClr val="tx1"/>
                </a:solidFill>
                <a:latin typeface="Courier New" panose="02070309020205020404" pitchFamily="49" charset="0"/>
                <a:cs typeface="+mn-cs"/>
              </a:rPr>
              <a:t>secondArray</a:t>
            </a:r>
            <a:r>
              <a:rPr lang="en-US" altLang="ar-SA" b="1" dirty="0">
                <a:solidFill>
                  <a:schemeClr val="tx1"/>
                </a:solidFill>
                <a:latin typeface="Courier New" panose="02070309020205020404" pitchFamily="49" charset="0"/>
                <a:cs typeface="+mn-cs"/>
              </a:rPr>
              <a:t>, 5);</a:t>
            </a:r>
            <a:endParaRPr lang="en-US" altLang="ar-SA" sz="2000" b="1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algn="ctr"/>
            <a:endParaRPr 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4950019"/>
      </p:ext>
    </p:extLst>
  </p:cSld>
  <p:clrMapOvr>
    <a:masterClrMapping/>
  </p:clrMapOvr>
  <p:transition spd="slow">
    <p:wip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30DFF-78F3-80BF-7405-1E9588AE5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r-SA" dirty="0"/>
              <a:t>Array Processing Methods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31D78-6CDA-2A48-2AB2-0C6FF20B7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ar-SA" dirty="0"/>
              <a:t>Searching</a:t>
            </a:r>
            <a:r>
              <a:rPr lang="en-US" altLang="ar-SA" sz="2400" dirty="0"/>
              <a:t>: 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DC0EE6-62F9-EF02-F64E-1392C0990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D7A833-F2DF-CF9E-88C8-04DA36E5783B}"/>
              </a:ext>
            </a:extLst>
          </p:cNvPr>
          <p:cNvSpPr/>
          <p:nvPr/>
        </p:nvSpPr>
        <p:spPr>
          <a:xfrm>
            <a:off x="956604" y="2328051"/>
            <a:ext cx="9242474" cy="307394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public static int 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linearSearch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(int[] list1, int key)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ar-SA" sz="2000" b="1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    for (int 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i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= 0; 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i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&lt; 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list.length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; 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i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++)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       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          if(key==list[</a:t>
            </a:r>
            <a:r>
              <a:rPr lang="en-US" altLang="ar-SA" sz="20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i</a:t>
            </a: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])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                return I;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       return -1;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       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ar-SA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}</a:t>
            </a:r>
          </a:p>
          <a:p>
            <a:pPr algn="ctr"/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2896366"/>
      </p:ext>
    </p:extLst>
  </p:cSld>
  <p:clrMapOvr>
    <a:masterClrMapping/>
  </p:clrMapOvr>
  <p:transition spd="slow">
    <p:wip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dirty="0"/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r>
              <a:rPr lang="en-US" dirty="0"/>
              <a:t>Introduction to Java Programming, Comprehensive Version, Student Value Edition, Daniel Liang, 12th Edition, Pearson 2019</a:t>
            </a:r>
          </a:p>
          <a:p>
            <a:r>
              <a:rPr lang="en-US" dirty="0"/>
              <a:t>lecture Notes: edugate.asu.edu.jo.</a:t>
            </a:r>
          </a:p>
          <a:p>
            <a:r>
              <a:rPr lang="en-US" dirty="0"/>
              <a:t>lecture  Videos: YouTube channel.</a:t>
            </a:r>
          </a:p>
          <a:p>
            <a:r>
              <a:rPr lang="en-US" dirty="0"/>
              <a:t>How to install JDK &amp; NetBeans IDE manual.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ABFEEA-242B-BEC5-43A2-472024EB1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297425073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Retrospec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low Edge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92FF6E27440F4A9616568541A8C2D3" ma:contentTypeVersion="6" ma:contentTypeDescription="Create a new document." ma:contentTypeScope="" ma:versionID="e3fbfd782b729c2ea75271ecc6381aad">
  <xsd:schema xmlns:xsd="http://www.w3.org/2001/XMLSchema" xmlns:xs="http://www.w3.org/2001/XMLSchema" xmlns:p="http://schemas.microsoft.com/office/2006/metadata/properties" xmlns:ns2="60b65d92-b9ba-4fda-a6d4-fc80fee45f1e" xmlns:ns3="31c5b7b8-1c06-40e5-9112-5d0b2cb3e63a" targetNamespace="http://schemas.microsoft.com/office/2006/metadata/properties" ma:root="true" ma:fieldsID="27c10afda9c9eed6cc1dc44218ee2e2d" ns2:_="" ns3:_="">
    <xsd:import namespace="60b65d92-b9ba-4fda-a6d4-fc80fee45f1e"/>
    <xsd:import namespace="31c5b7b8-1c06-40e5-9112-5d0b2cb3e63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b65d92-b9ba-4fda-a6d4-fc80fee45f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c5b7b8-1c06-40e5-9112-5d0b2cb3e63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E2C6D97-950B-4258-A998-9A2EF684C719}"/>
</file>

<file path=customXml/itemProps2.xml><?xml version="1.0" encoding="utf-8"?>
<ds:datastoreItem xmlns:ds="http://schemas.openxmlformats.org/officeDocument/2006/customXml" ds:itemID="{7AD21629-8556-4260-8D0A-66F958DBEB5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EAEAB2C-811A-46E8-85B6-CF049EC8DBE6}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312</TotalTime>
  <Words>3390</Words>
  <Application>Microsoft Office PowerPoint</Application>
  <PresentationFormat>Widescreen</PresentationFormat>
  <Paragraphs>490</Paragraphs>
  <Slides>47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Retrospect</vt:lpstr>
      <vt:lpstr>Fundamental Programming in JAVA</vt:lpstr>
      <vt:lpstr>Objectives</vt:lpstr>
      <vt:lpstr>Introducing Arrays </vt:lpstr>
      <vt:lpstr>Array Declaration </vt:lpstr>
      <vt:lpstr>Array creation </vt:lpstr>
      <vt:lpstr>Declaring and Creating in One Step</vt:lpstr>
      <vt:lpstr>Declaring, creating, initializing Using the Shorthand Notation</vt:lpstr>
      <vt:lpstr>CAUTION</vt:lpstr>
      <vt:lpstr>Alternate Array Declaration</vt:lpstr>
      <vt:lpstr>Processing Array Contents</vt:lpstr>
      <vt:lpstr>The Length of an Array</vt:lpstr>
      <vt:lpstr>Default Values</vt:lpstr>
      <vt:lpstr>Off-by-One Errors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Enhanced for Loop (for-each loop)</vt:lpstr>
      <vt:lpstr>Reassigning Array References</vt:lpstr>
      <vt:lpstr>Reassigning Array References</vt:lpstr>
      <vt:lpstr>Copying Arrays</vt:lpstr>
      <vt:lpstr>Copying Arrays</vt:lpstr>
      <vt:lpstr>Processing Arrays (Examples)</vt:lpstr>
      <vt:lpstr>Processing Arrays</vt:lpstr>
      <vt:lpstr>Processing Arrays</vt:lpstr>
      <vt:lpstr>Processing Arrays</vt:lpstr>
      <vt:lpstr>Declaring Arrays as Formal Parameters to Methods</vt:lpstr>
      <vt:lpstr>Declaring Arrays as Formal Parameters to Methods</vt:lpstr>
      <vt:lpstr>Comparing Two Arrays Method</vt:lpstr>
      <vt:lpstr>Comparing Two Arrays Method, cont</vt:lpstr>
      <vt:lpstr>Array Processing Methods</vt:lpstr>
      <vt:lpstr>Array Processing Methods</vt:lpstr>
      <vt:lpstr>Array Processing Methods</vt:lpstr>
      <vt:lpstr>Array Processing Methods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Bara Hamadah;b_qaddoumi@asu.edu.jo</dc:creator>
  <cp:lastModifiedBy>Bara Hamada</cp:lastModifiedBy>
  <cp:revision>25</cp:revision>
  <dcterms:created xsi:type="dcterms:W3CDTF">2023-12-21T19:04:58Z</dcterms:created>
  <dcterms:modified xsi:type="dcterms:W3CDTF">2024-02-25T23:03:39Z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0x0101008692FF6E27440F4A9616568541A8C2D3</vt:lpwstr>
  </property>
</Properties>
</file>