
<file path=[Content_Types].xml><?xml version="1.0" encoding="utf-8"?>
<Types xmlns="http://schemas.openxmlformats.org/package/2006/content-types">
  <Default Extension="bin" ContentType="application/vnd.openxmlformats-officedocument.oleObject"/>
  <Default Extension="docx" ContentType="application/vnd.openxmlformats-officedocument.wordprocessingml.documen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4"/>
  </p:sldMasterIdLst>
  <p:notesMasterIdLst>
    <p:notesMasterId r:id="rId67"/>
  </p:notesMasterIdLst>
  <p:sldIdLst>
    <p:sldId id="256" r:id="rId5"/>
    <p:sldId id="257" r:id="rId6"/>
    <p:sldId id="258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83" r:id="rId16"/>
    <p:sldId id="278" r:id="rId17"/>
    <p:sldId id="284" r:id="rId18"/>
    <p:sldId id="279" r:id="rId19"/>
    <p:sldId id="280" r:id="rId20"/>
    <p:sldId id="281" r:id="rId21"/>
    <p:sldId id="282" r:id="rId22"/>
    <p:sldId id="285" r:id="rId23"/>
    <p:sldId id="286" r:id="rId24"/>
    <p:sldId id="287" r:id="rId25"/>
    <p:sldId id="288" r:id="rId26"/>
    <p:sldId id="289" r:id="rId27"/>
    <p:sldId id="290" r:id="rId28"/>
    <p:sldId id="291" r:id="rId29"/>
    <p:sldId id="292" r:id="rId30"/>
    <p:sldId id="293" r:id="rId31"/>
    <p:sldId id="294" r:id="rId32"/>
    <p:sldId id="295" r:id="rId33"/>
    <p:sldId id="296" r:id="rId34"/>
    <p:sldId id="297" r:id="rId35"/>
    <p:sldId id="298" r:id="rId36"/>
    <p:sldId id="299" r:id="rId37"/>
    <p:sldId id="300" r:id="rId38"/>
    <p:sldId id="301" r:id="rId39"/>
    <p:sldId id="312" r:id="rId40"/>
    <p:sldId id="305" r:id="rId41"/>
    <p:sldId id="306" r:id="rId42"/>
    <p:sldId id="307" r:id="rId43"/>
    <p:sldId id="308" r:id="rId44"/>
    <p:sldId id="309" r:id="rId45"/>
    <p:sldId id="315" r:id="rId46"/>
    <p:sldId id="316" r:id="rId47"/>
    <p:sldId id="317" r:id="rId48"/>
    <p:sldId id="319" r:id="rId49"/>
    <p:sldId id="318" r:id="rId50"/>
    <p:sldId id="324" r:id="rId51"/>
    <p:sldId id="320" r:id="rId52"/>
    <p:sldId id="321" r:id="rId53"/>
    <p:sldId id="310" r:id="rId54"/>
    <p:sldId id="313" r:id="rId55"/>
    <p:sldId id="314" r:id="rId56"/>
    <p:sldId id="325" r:id="rId57"/>
    <p:sldId id="326" r:id="rId58"/>
    <p:sldId id="327" r:id="rId59"/>
    <p:sldId id="328" r:id="rId60"/>
    <p:sldId id="329" r:id="rId61"/>
    <p:sldId id="330" r:id="rId62"/>
    <p:sldId id="331" r:id="rId63"/>
    <p:sldId id="332" r:id="rId64"/>
    <p:sldId id="335" r:id="rId65"/>
    <p:sldId id="334" r:id="rId6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DD4E8"/>
    <a:srgbClr val="FF8C8C"/>
    <a:srgbClr val="CCEFDC"/>
    <a:srgbClr val="B240FF"/>
    <a:srgbClr val="00B0F0"/>
    <a:srgbClr val="FFFF8F"/>
    <a:srgbClr val="D493FF"/>
    <a:srgbClr val="8CDBB0"/>
    <a:srgbClr val="ADBADA"/>
    <a:srgbClr val="FFD1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presProps" Target="presProps.xml"/><Relationship Id="rId7" Type="http://schemas.openxmlformats.org/officeDocument/2006/relationships/slide" Target="slides/slide3.xml"/><Relationship Id="rId71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hmoud albashayreh" userId="b82cd840-d444-4a5e-b9e1-eb0b71e9c5d2" providerId="ADAL" clId="{52A83580-F80B-41CB-8A7C-5ABA5260466E}"/>
    <pc:docChg chg="custSel addSld modSld modMainMaster">
      <pc:chgData name="mahmoud albashayreh" userId="b82cd840-d444-4a5e-b9e1-eb0b71e9c5d2" providerId="ADAL" clId="{52A83580-F80B-41CB-8A7C-5ABA5260466E}" dt="2023-12-26T12:35:21.998" v="37" actId="6264"/>
      <pc:docMkLst>
        <pc:docMk/>
      </pc:docMkLst>
      <pc:sldChg chg="addSp delSp modSp mod chgLayout">
        <pc:chgData name="mahmoud albashayreh" userId="b82cd840-d444-4a5e-b9e1-eb0b71e9c5d2" providerId="ADAL" clId="{52A83580-F80B-41CB-8A7C-5ABA5260466E}" dt="2023-12-26T12:35:21.998" v="37" actId="6264"/>
        <pc:sldMkLst>
          <pc:docMk/>
          <pc:sldMk cId="98556299" sldId="256"/>
        </pc:sldMkLst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98556299" sldId="256"/>
            <ac:spMk id="2" creationId="{0E3426FD-D193-2F6D-1700-2CC522B16D18}"/>
          </ac:spMkLst>
        </pc:spChg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98556299" sldId="256"/>
            <ac:spMk id="3" creationId="{F67DB7FE-4890-3792-0238-F23914BC3E4F}"/>
          </ac:spMkLst>
        </pc:spChg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98556299" sldId="256"/>
            <ac:spMk id="4" creationId="{3E2AE632-31A0-217D-FD10-0A342181E0D1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98556299" sldId="256"/>
            <ac:spMk id="5" creationId="{B13DB640-4F90-3235-6BC2-717EAA08930F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98556299" sldId="256"/>
            <ac:spMk id="6" creationId="{61F6769C-8CF9-7629-D2A2-4AA3B6EDDA0E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98556299" sldId="256"/>
            <ac:spMk id="7" creationId="{1F1784C8-7901-033D-8228-72A9574AB7D0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98556299" sldId="256"/>
            <ac:spMk id="8" creationId="{6EC1DE0C-1A34-EAFB-B8A5-71BB9A4CC2B0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98556299" sldId="256"/>
            <ac:spMk id="9" creationId="{586D6478-85A0-2635-AEF6-9A40F0CAD516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98556299" sldId="256"/>
            <ac:spMk id="10" creationId="{15AD4E7D-F371-2F09-124A-16887A4E2273}"/>
          </ac:spMkLst>
        </pc:spChg>
      </pc:sldChg>
      <pc:sldChg chg="addSp delSp modSp mod chgLayout">
        <pc:chgData name="mahmoud albashayreh" userId="b82cd840-d444-4a5e-b9e1-eb0b71e9c5d2" providerId="ADAL" clId="{52A83580-F80B-41CB-8A7C-5ABA5260466E}" dt="2023-12-26T12:35:21.998" v="37" actId="6264"/>
        <pc:sldMkLst>
          <pc:docMk/>
          <pc:sldMk cId="763895569" sldId="257"/>
        </pc:sldMkLst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763895569" sldId="257"/>
            <ac:spMk id="2" creationId="{BA7E5B45-8D88-ED12-F886-5CB527D7BEF3}"/>
          </ac:spMkLst>
        </pc:spChg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763895569" sldId="257"/>
            <ac:spMk id="3" creationId="{0C2E1710-1895-E34B-968E-9A6498584B1B}"/>
          </ac:spMkLst>
        </pc:spChg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763895569" sldId="257"/>
            <ac:spMk id="4" creationId="{8258CA88-4CE1-2FF4-DD8D-F6AFF13B654D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763895569" sldId="257"/>
            <ac:spMk id="5" creationId="{0D9744BA-463A-2249-6E65-9831C6EA9FBA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763895569" sldId="257"/>
            <ac:spMk id="6" creationId="{E436140F-B641-3E4A-D862-FAC53216F998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763895569" sldId="257"/>
            <ac:spMk id="7" creationId="{8EA5136B-0258-1023-0A8E-26DE9ED8FC07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763895569" sldId="257"/>
            <ac:spMk id="8" creationId="{F62CCE23-E174-8542-0FD8-1A1B86166573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763895569" sldId="257"/>
            <ac:spMk id="9" creationId="{7F14AD47-A599-DAB8-7B39-671678180F03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763895569" sldId="257"/>
            <ac:spMk id="10" creationId="{3D438E85-563A-DC43-71DB-3C4D8C5F0BEC}"/>
          </ac:spMkLst>
        </pc:spChg>
      </pc:sldChg>
      <pc:sldChg chg="addSp delSp modSp mod chgLayout">
        <pc:chgData name="mahmoud albashayreh" userId="b82cd840-d444-4a5e-b9e1-eb0b71e9c5d2" providerId="ADAL" clId="{52A83580-F80B-41CB-8A7C-5ABA5260466E}" dt="2023-12-26T12:35:21.998" v="37" actId="6264"/>
        <pc:sldMkLst>
          <pc:docMk/>
          <pc:sldMk cId="2201219679" sldId="258"/>
        </pc:sldMkLst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2201219679" sldId="258"/>
            <ac:spMk id="2" creationId="{BA7E5B45-8D88-ED12-F886-5CB527D7BEF3}"/>
          </ac:spMkLst>
        </pc:spChg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2201219679" sldId="258"/>
            <ac:spMk id="3" creationId="{0C2E1710-1895-E34B-968E-9A6498584B1B}"/>
          </ac:spMkLst>
        </pc:spChg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2201219679" sldId="258"/>
            <ac:spMk id="4" creationId="{66738BBB-0AA8-3DCA-D70D-202ADE3D7914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2201219679" sldId="258"/>
            <ac:spMk id="5" creationId="{2D96A0FC-741A-F504-6D63-05662227AAAE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2201219679" sldId="258"/>
            <ac:spMk id="6" creationId="{9E5CF02A-B662-55FD-D232-D389659CA84C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2201219679" sldId="258"/>
            <ac:spMk id="7" creationId="{DEBDACA8-2F31-AD5A-DBB8-3F9B78CD615C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2201219679" sldId="258"/>
            <ac:spMk id="8" creationId="{0BA93EDD-8C43-864D-A449-E4D4AFAB042A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2201219679" sldId="258"/>
            <ac:spMk id="9" creationId="{6480A6B5-9BF1-34D2-475D-FAEDC1436024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2201219679" sldId="258"/>
            <ac:spMk id="10" creationId="{DE100822-A45A-9849-7F90-6D637AB5897D}"/>
          </ac:spMkLst>
        </pc:spChg>
      </pc:sldChg>
      <pc:sldChg chg="addSp delSp modSp mod chgLayout">
        <pc:chgData name="mahmoud albashayreh" userId="b82cd840-d444-4a5e-b9e1-eb0b71e9c5d2" providerId="ADAL" clId="{52A83580-F80B-41CB-8A7C-5ABA5260466E}" dt="2023-12-26T12:35:21.998" v="37" actId="6264"/>
        <pc:sldMkLst>
          <pc:docMk/>
          <pc:sldMk cId="548178901" sldId="259"/>
        </pc:sldMkLst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548178901" sldId="259"/>
            <ac:spMk id="2" creationId="{BA7E5B45-8D88-ED12-F886-5CB527D7BEF3}"/>
          </ac:spMkLst>
        </pc:spChg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548178901" sldId="259"/>
            <ac:spMk id="3" creationId="{0C2E1710-1895-E34B-968E-9A6498584B1B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548178901" sldId="259"/>
            <ac:spMk id="4" creationId="{3B53EC50-BC9D-3C12-4839-6C35514A2757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548178901" sldId="259"/>
            <ac:spMk id="5" creationId="{8FB7E19A-6A2B-EDE0-EA03-4EC11FAFECD4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548178901" sldId="259"/>
            <ac:spMk id="6" creationId="{5416705E-D82A-003E-1D2F-BE2D1228E2BE}"/>
          </ac:spMkLst>
        </pc:spChg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548178901" sldId="259"/>
            <ac:spMk id="7" creationId="{A107DBA1-F0A0-8189-26CF-52A2111B33E4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548178901" sldId="259"/>
            <ac:spMk id="8" creationId="{FB5E7A84-C032-A08D-0EF1-1577C1971211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548178901" sldId="259"/>
            <ac:spMk id="9" creationId="{B8E24174-F487-7B73-BC94-705A907617F5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548178901" sldId="259"/>
            <ac:spMk id="10" creationId="{B18F465C-437D-C66E-40C0-640608B8ED5C}"/>
          </ac:spMkLst>
        </pc:spChg>
      </pc:sldChg>
      <pc:sldChg chg="addSp delSp modSp mod chgLayout">
        <pc:chgData name="mahmoud albashayreh" userId="b82cd840-d444-4a5e-b9e1-eb0b71e9c5d2" providerId="ADAL" clId="{52A83580-F80B-41CB-8A7C-5ABA5260466E}" dt="2023-12-26T12:35:21.998" v="37" actId="6264"/>
        <pc:sldMkLst>
          <pc:docMk/>
          <pc:sldMk cId="1352624426" sldId="260"/>
        </pc:sldMkLst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1352624426" sldId="260"/>
            <ac:spMk id="2" creationId="{BA7E5B45-8D88-ED12-F886-5CB527D7BEF3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1352624426" sldId="260"/>
            <ac:spMk id="3" creationId="{8CA4E128-8180-3FEB-7219-E6041DCBDB72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1352624426" sldId="260"/>
            <ac:spMk id="4" creationId="{D1E37CAD-E9FF-78A3-4304-E5F98D49EDAE}"/>
          </ac:spMkLst>
        </pc:spChg>
        <pc:spChg chg="add del 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1352624426" sldId="260"/>
            <ac:spMk id="6" creationId="{1CD389D9-07FE-21AA-1EF0-9F91092C1C06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1352624426" sldId="260"/>
            <ac:spMk id="7" creationId="{6DBDC73A-862C-FDF4-0D26-58048D84DC94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1352624426" sldId="260"/>
            <ac:spMk id="8" creationId="{9BAEE1BD-506F-B378-466B-FEFF58A3C3A0}"/>
          </ac:spMkLst>
        </pc:spChg>
        <pc:spChg chg="add 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1352624426" sldId="260"/>
            <ac:spMk id="10" creationId="{A517B6DB-87BC-F7F6-3318-AD71949D8AD0}"/>
          </ac:spMkLst>
        </pc:spChg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1352624426" sldId="260"/>
            <ac:spMk id="12" creationId="{72D3E7BD-C602-41A4-7A93-C109FB4F497C}"/>
          </ac:spMkLst>
        </pc:spChg>
      </pc:sldChg>
      <pc:sldChg chg="addSp delSp modSp mod chgLayout">
        <pc:chgData name="mahmoud albashayreh" userId="b82cd840-d444-4a5e-b9e1-eb0b71e9c5d2" providerId="ADAL" clId="{52A83580-F80B-41CB-8A7C-5ABA5260466E}" dt="2023-12-26T12:35:21.998" v="37" actId="6264"/>
        <pc:sldMkLst>
          <pc:docMk/>
          <pc:sldMk cId="3592724316" sldId="261"/>
        </pc:sldMkLst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3592724316" sldId="261"/>
            <ac:spMk id="2" creationId="{BA7E5B45-8D88-ED12-F886-5CB527D7BEF3}"/>
          </ac:spMkLst>
        </pc:spChg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3592724316" sldId="261"/>
            <ac:spMk id="3" creationId="{0C2E1710-1895-E34B-968E-9A6498584B1B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3592724316" sldId="261"/>
            <ac:spMk id="4" creationId="{14ED6947-4092-831A-9F0D-4D52CCC5D28F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3592724316" sldId="261"/>
            <ac:spMk id="5" creationId="{6CCCA929-27DF-64F4-FB32-1EF6690149C7}"/>
          </ac:spMkLst>
        </pc:spChg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3592724316" sldId="261"/>
            <ac:spMk id="7" creationId="{C6ECFF2F-42F3-F432-D5C5-AFF7C5CEC07B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3592724316" sldId="261"/>
            <ac:spMk id="8" creationId="{9AB5C268-A1A1-8E0D-4685-B914CEF91CB4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3592724316" sldId="261"/>
            <ac:spMk id="9" creationId="{E56ADA84-638B-07C3-CF6E-F19ED6D3DB71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3592724316" sldId="261"/>
            <ac:spMk id="10" creationId="{F36B2A5A-E5F8-0C89-0898-FBF3461AA846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3592724316" sldId="261"/>
            <ac:spMk id="11" creationId="{5D1A6754-DF8E-E2DD-F11B-B53DD0CD374E}"/>
          </ac:spMkLst>
        </pc:spChg>
      </pc:sldChg>
      <pc:sldChg chg="addSp delSp modSp mod chgLayout">
        <pc:chgData name="mahmoud albashayreh" userId="b82cd840-d444-4a5e-b9e1-eb0b71e9c5d2" providerId="ADAL" clId="{52A83580-F80B-41CB-8A7C-5ABA5260466E}" dt="2023-12-26T12:35:21.998" v="37" actId="6264"/>
        <pc:sldMkLst>
          <pc:docMk/>
          <pc:sldMk cId="1968091849" sldId="262"/>
        </pc:sldMkLst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1968091849" sldId="262"/>
            <ac:spMk id="2" creationId="{BA7E5B45-8D88-ED12-F886-5CB527D7BEF3}"/>
          </ac:spMkLst>
        </pc:spChg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1968091849" sldId="262"/>
            <ac:spMk id="3" creationId="{0C2E1710-1895-E34B-968E-9A6498584B1B}"/>
          </ac:spMkLst>
        </pc:spChg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1968091849" sldId="262"/>
            <ac:spMk id="4" creationId="{09DB375A-5DA4-4702-5ED7-8F647F235B95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1968091849" sldId="262"/>
            <ac:spMk id="5" creationId="{1CFE05C9-882F-A105-99D7-1DA8C3CB13A3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1968091849" sldId="262"/>
            <ac:spMk id="6" creationId="{EABDE15E-838D-EB3E-B921-F6D619D52A63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1968091849" sldId="262"/>
            <ac:spMk id="7" creationId="{1F8E52E6-0090-3882-947A-F88A4933C94F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1968091849" sldId="262"/>
            <ac:spMk id="8" creationId="{2E9A73C7-0961-9F05-06E1-CF41CF8BECA2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1968091849" sldId="262"/>
            <ac:spMk id="9" creationId="{CA8B6726-60D4-FB06-82D5-16189AC71485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1968091849" sldId="262"/>
            <ac:spMk id="10" creationId="{C47BED6D-A2D2-4FF2-EF72-5623861B3D5C}"/>
          </ac:spMkLst>
        </pc:spChg>
      </pc:sldChg>
      <pc:sldChg chg="addSp delSp modSp mod chgLayout">
        <pc:chgData name="mahmoud albashayreh" userId="b82cd840-d444-4a5e-b9e1-eb0b71e9c5d2" providerId="ADAL" clId="{52A83580-F80B-41CB-8A7C-5ABA5260466E}" dt="2023-12-26T12:35:21.998" v="37" actId="6264"/>
        <pc:sldMkLst>
          <pc:docMk/>
          <pc:sldMk cId="1920464530" sldId="263"/>
        </pc:sldMkLst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1920464530" sldId="263"/>
            <ac:spMk id="2" creationId="{BA7E5B45-8D88-ED12-F886-5CB527D7BEF3}"/>
          </ac:spMkLst>
        </pc:spChg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1920464530" sldId="263"/>
            <ac:spMk id="3" creationId="{0C2E1710-1895-E34B-968E-9A6498584B1B}"/>
          </ac:spMkLst>
        </pc:spChg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1920464530" sldId="263"/>
            <ac:spMk id="4" creationId="{9A41EC9C-251B-F8A6-37DE-3D85AE8F02C1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1920464530" sldId="263"/>
            <ac:spMk id="5" creationId="{0B50B485-7A33-A246-2CEF-C16889B187BA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1920464530" sldId="263"/>
            <ac:spMk id="6" creationId="{A5C4DA0E-7934-BC93-89E4-853931E6D14E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1920464530" sldId="263"/>
            <ac:spMk id="7" creationId="{8584C85D-4360-5BF5-E05F-32AE42DFC8C6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1920464530" sldId="263"/>
            <ac:spMk id="8" creationId="{E6D5C8A0-9436-8F4C-CD6B-94F01090F60E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1920464530" sldId="263"/>
            <ac:spMk id="9" creationId="{E4F0F791-BAC1-DF68-7656-7D7B7476B385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1920464530" sldId="263"/>
            <ac:spMk id="10" creationId="{E40C835D-6758-B878-ECD5-FAEA46134EBA}"/>
          </ac:spMkLst>
        </pc:spChg>
      </pc:sldChg>
      <pc:sldChg chg="addSp delSp modSp mod chgLayout">
        <pc:chgData name="mahmoud albashayreh" userId="b82cd840-d444-4a5e-b9e1-eb0b71e9c5d2" providerId="ADAL" clId="{52A83580-F80B-41CB-8A7C-5ABA5260466E}" dt="2023-12-26T12:35:21.998" v="37" actId="6264"/>
        <pc:sldMkLst>
          <pc:docMk/>
          <pc:sldMk cId="1224677038" sldId="264"/>
        </pc:sldMkLst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1224677038" sldId="264"/>
            <ac:spMk id="2" creationId="{BA7E5B45-8D88-ED12-F886-5CB527D7BEF3}"/>
          </ac:spMkLst>
        </pc:spChg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1224677038" sldId="264"/>
            <ac:spMk id="3" creationId="{0C2E1710-1895-E34B-968E-9A6498584B1B}"/>
          </ac:spMkLst>
        </pc:spChg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1224677038" sldId="264"/>
            <ac:spMk id="4" creationId="{B011E092-9B68-7D9D-5A6D-3B64A6900E7C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1224677038" sldId="264"/>
            <ac:spMk id="5" creationId="{5A7D1991-0DDF-0FCC-A2F5-E0E2C7942C33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1224677038" sldId="264"/>
            <ac:spMk id="6" creationId="{9FAE7CEE-BE41-C2E8-2BFE-715420ADF5A0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1224677038" sldId="264"/>
            <ac:spMk id="7" creationId="{7677C65D-6D38-ECC3-66C1-1ED6B0C27F26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1224677038" sldId="264"/>
            <ac:spMk id="8" creationId="{F30652FC-EAF2-EA25-C08A-4D53F73FCD56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1224677038" sldId="264"/>
            <ac:spMk id="9" creationId="{806FEAA6-DD3D-EB10-95BD-D1F7A2CFFB3E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1224677038" sldId="264"/>
            <ac:spMk id="10" creationId="{771104E4-6849-5AE1-4D4C-EE410E7094E1}"/>
          </ac:spMkLst>
        </pc:spChg>
      </pc:sldChg>
      <pc:sldChg chg="addSp delSp modSp mod chgLayout">
        <pc:chgData name="mahmoud albashayreh" userId="b82cd840-d444-4a5e-b9e1-eb0b71e9c5d2" providerId="ADAL" clId="{52A83580-F80B-41CB-8A7C-5ABA5260466E}" dt="2023-12-26T12:35:21.998" v="37" actId="6264"/>
        <pc:sldMkLst>
          <pc:docMk/>
          <pc:sldMk cId="337678339" sldId="265"/>
        </pc:sldMkLst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337678339" sldId="265"/>
            <ac:spMk id="2" creationId="{BA7E5B45-8D88-ED12-F886-5CB527D7BEF3}"/>
          </ac:spMkLst>
        </pc:spChg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337678339" sldId="265"/>
            <ac:spMk id="3" creationId="{0C2E1710-1895-E34B-968E-9A6498584B1B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337678339" sldId="265"/>
            <ac:spMk id="4" creationId="{4A508696-DA6E-C9C1-F7B8-EEEA80D8533A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337678339" sldId="265"/>
            <ac:spMk id="5" creationId="{8991C864-E71D-72AF-C376-11AC392732FE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337678339" sldId="265"/>
            <ac:spMk id="6" creationId="{47E06A43-27B3-BBC9-82A5-4E085E7BBE0F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337678339" sldId="265"/>
            <ac:spMk id="7" creationId="{B158B4E5-E0EB-225E-A59B-42A0FD3BEE16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337678339" sldId="265"/>
            <ac:spMk id="8" creationId="{6AE6AA61-EDDE-5A4C-0CF3-6E5DF8B1596A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337678339" sldId="265"/>
            <ac:spMk id="9" creationId="{34D43FC9-9371-702C-47CB-4A34BC35A40B}"/>
          </ac:spMkLst>
        </pc:spChg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337678339" sldId="265"/>
            <ac:spMk id="12" creationId="{EEF2DA55-7E54-69D3-01A5-91D0F412438C}"/>
          </ac:spMkLst>
        </pc:spChg>
      </pc:sldChg>
      <pc:sldChg chg="addSp delSp modSp mod chgLayout">
        <pc:chgData name="mahmoud albashayreh" userId="b82cd840-d444-4a5e-b9e1-eb0b71e9c5d2" providerId="ADAL" clId="{52A83580-F80B-41CB-8A7C-5ABA5260466E}" dt="2023-12-26T12:35:21.998" v="37" actId="6264"/>
        <pc:sldMkLst>
          <pc:docMk/>
          <pc:sldMk cId="2749258248" sldId="266"/>
        </pc:sldMkLst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2749258248" sldId="266"/>
            <ac:spMk id="2" creationId="{BA7E5B45-8D88-ED12-F886-5CB527D7BEF3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2749258248" sldId="266"/>
            <ac:spMk id="3" creationId="{9FCB16F2-AA8C-5E6B-047A-526A9A3A705E}"/>
          </ac:spMkLst>
        </pc:spChg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2749258248" sldId="266"/>
            <ac:spMk id="5" creationId="{4E3501E3-AAC6-1380-7DDD-F2953AD4342D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2749258248" sldId="266"/>
            <ac:spMk id="6" creationId="{2E841404-E04B-5781-F5EC-5A9DE9A10FF0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2749258248" sldId="266"/>
            <ac:spMk id="7" creationId="{3379D1BF-5A5E-9B7F-A24F-1BEAE79AA4FE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2749258248" sldId="266"/>
            <ac:spMk id="8" creationId="{452896A0-BF21-F89C-F2B3-4A088D1372C4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2749258248" sldId="266"/>
            <ac:spMk id="9" creationId="{7571336E-7F82-795A-2EDA-AD0DB496B6B9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2749258248" sldId="266"/>
            <ac:spMk id="10" creationId="{FC56DB98-6B26-BD4F-A763-0A986A9968D5}"/>
          </ac:spMkLst>
        </pc:spChg>
        <pc:picChg chg="mod ord">
          <ac:chgData name="mahmoud albashayreh" userId="b82cd840-d444-4a5e-b9e1-eb0b71e9c5d2" providerId="ADAL" clId="{52A83580-F80B-41CB-8A7C-5ABA5260466E}" dt="2023-12-26T12:35:21.998" v="37" actId="6264"/>
          <ac:picMkLst>
            <pc:docMk/>
            <pc:sldMk cId="2749258248" sldId="266"/>
            <ac:picMk id="4" creationId="{073AB710-08C3-7B55-0161-BE6A36A618D2}"/>
          </ac:picMkLst>
        </pc:picChg>
      </pc:sldChg>
      <pc:sldChg chg="addSp delSp modSp mod chgLayout">
        <pc:chgData name="mahmoud albashayreh" userId="b82cd840-d444-4a5e-b9e1-eb0b71e9c5d2" providerId="ADAL" clId="{52A83580-F80B-41CB-8A7C-5ABA5260466E}" dt="2023-12-26T12:35:21.998" v="37" actId="6264"/>
        <pc:sldMkLst>
          <pc:docMk/>
          <pc:sldMk cId="3564367935" sldId="267"/>
        </pc:sldMkLst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3564367935" sldId="267"/>
            <ac:spMk id="2" creationId="{BA7E5B45-8D88-ED12-F886-5CB527D7BEF3}"/>
          </ac:spMkLst>
        </pc:spChg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3564367935" sldId="267"/>
            <ac:spMk id="3" creationId="{0C2E1710-1895-E34B-968E-9A6498584B1B}"/>
          </ac:spMkLst>
        </pc:spChg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3564367935" sldId="267"/>
            <ac:spMk id="4" creationId="{9582A007-56C2-89D3-B613-9E01FE5C1A78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3564367935" sldId="267"/>
            <ac:spMk id="5" creationId="{DCE0DF69-3CDF-A9CD-1151-D6B186182684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3564367935" sldId="267"/>
            <ac:spMk id="6" creationId="{A3F706EB-96CF-F261-9C1D-BAF26DEE49A7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3564367935" sldId="267"/>
            <ac:spMk id="7" creationId="{04ED371A-6F2B-44EF-0D2C-764BCAB645C4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3564367935" sldId="267"/>
            <ac:spMk id="8" creationId="{023C88F7-40C3-4C4E-FAAC-107A5E7684B1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3564367935" sldId="267"/>
            <ac:spMk id="9" creationId="{75E07E15-603A-9FA0-17EE-25BEFBC419D7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3564367935" sldId="267"/>
            <ac:spMk id="10" creationId="{B4B16F98-AEF0-07D1-C3EE-8DF97F6C83A2}"/>
          </ac:spMkLst>
        </pc:spChg>
      </pc:sldChg>
      <pc:sldChg chg="addSp delSp modSp mod chgLayout">
        <pc:chgData name="mahmoud albashayreh" userId="b82cd840-d444-4a5e-b9e1-eb0b71e9c5d2" providerId="ADAL" clId="{52A83580-F80B-41CB-8A7C-5ABA5260466E}" dt="2023-12-26T12:35:21.998" v="37" actId="6264"/>
        <pc:sldMkLst>
          <pc:docMk/>
          <pc:sldMk cId="2974250731" sldId="268"/>
        </pc:sldMkLst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2974250731" sldId="268"/>
            <ac:spMk id="2" creationId="{BA7E5B45-8D88-ED12-F886-5CB527D7BEF3}"/>
          </ac:spMkLst>
        </pc:spChg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2974250731" sldId="268"/>
            <ac:spMk id="3" creationId="{0C2E1710-1895-E34B-968E-9A6498584B1B}"/>
          </ac:spMkLst>
        </pc:spChg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2974250731" sldId="268"/>
            <ac:spMk id="4" creationId="{F1ABFEEA-242B-BEC5-43A2-472024EB147C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2974250731" sldId="268"/>
            <ac:spMk id="5" creationId="{98C2BB29-F4F1-C2FC-BC7B-44B56F6C4D31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2974250731" sldId="268"/>
            <ac:spMk id="6" creationId="{9B49EDBE-8700-7345-4F93-B04AE065CD8A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2974250731" sldId="268"/>
            <ac:spMk id="7" creationId="{667D1372-FB37-E4B4-B61B-F26EF6E6C8DA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2974250731" sldId="268"/>
            <ac:spMk id="8" creationId="{7D78A2D7-B8C5-5E0A-A003-C9A185C6B790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2974250731" sldId="268"/>
            <ac:spMk id="9" creationId="{C1484C34-CC64-EBCD-201E-501104107A7D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2974250731" sldId="268"/>
            <ac:spMk id="10" creationId="{B490BF08-B2BE-E804-E30C-33794DAEDB6B}"/>
          </ac:spMkLst>
        </pc:spChg>
      </pc:sldChg>
      <pc:sldChg chg="addSp delSp modSp add mod chgLayout">
        <pc:chgData name="mahmoud albashayreh" userId="b82cd840-d444-4a5e-b9e1-eb0b71e9c5d2" providerId="ADAL" clId="{52A83580-F80B-41CB-8A7C-5ABA5260466E}" dt="2023-12-26T12:35:21.998" v="37" actId="6264"/>
        <pc:sldMkLst>
          <pc:docMk/>
          <pc:sldMk cId="3509586583" sldId="269"/>
        </pc:sldMkLst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3509586583" sldId="269"/>
            <ac:spMk id="2" creationId="{BA7E5B45-8D88-ED12-F886-5CB527D7BEF3}"/>
          </ac:spMkLst>
        </pc:spChg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3509586583" sldId="269"/>
            <ac:spMk id="3" creationId="{0C2E1710-1895-E34B-968E-9A6498584B1B}"/>
          </ac:spMkLst>
        </pc:spChg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3509586583" sldId="269"/>
            <ac:spMk id="4" creationId="{09DB375A-5DA4-4702-5ED7-8F647F235B95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3509586583" sldId="269"/>
            <ac:spMk id="5" creationId="{04DBE590-F80B-0EC9-7B59-AE39C777D099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3509586583" sldId="269"/>
            <ac:spMk id="6" creationId="{0D0422DF-9827-E70B-53B6-E0A8E10C4D64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3509586583" sldId="269"/>
            <ac:spMk id="7" creationId="{C6129063-E93F-D9AF-7ABF-3F5B1CF2EA68}"/>
          </ac:spMkLst>
        </pc:spChg>
      </pc:sldChg>
      <pc:sldMasterChg chg="modSp mod">
        <pc:chgData name="mahmoud albashayreh" userId="b82cd840-d444-4a5e-b9e1-eb0b71e9c5d2" providerId="ADAL" clId="{52A83580-F80B-41CB-8A7C-5ABA5260466E}" dt="2023-12-26T12:35:11.422" v="36" actId="14100"/>
        <pc:sldMasterMkLst>
          <pc:docMk/>
          <pc:sldMasterMk cId="1719295273" sldId="2147483672"/>
        </pc:sldMasterMkLst>
        <pc:spChg chg="mod">
          <ac:chgData name="mahmoud albashayreh" userId="b82cd840-d444-4a5e-b9e1-eb0b71e9c5d2" providerId="ADAL" clId="{52A83580-F80B-41CB-8A7C-5ABA5260466E}" dt="2023-12-26T12:30:26.184" v="1" actId="14100"/>
          <ac:spMkLst>
            <pc:docMk/>
            <pc:sldMasterMk cId="1719295273" sldId="2147483672"/>
            <ac:spMk id="2" creationId="{00000000-0000-0000-0000-000000000000}"/>
          </ac:spMkLst>
        </pc:spChg>
        <pc:spChg chg="mod">
          <ac:chgData name="mahmoud albashayreh" userId="b82cd840-d444-4a5e-b9e1-eb0b71e9c5d2" providerId="ADAL" clId="{52A83580-F80B-41CB-8A7C-5ABA5260466E}" dt="2023-12-26T12:32:28.597" v="15" actId="12"/>
          <ac:spMkLst>
            <pc:docMk/>
            <pc:sldMasterMk cId="1719295273" sldId="2147483672"/>
            <ac:spMk id="3" creationId="{00000000-0000-0000-0000-000000000000}"/>
          </ac:spMkLst>
        </pc:spChg>
        <pc:spChg chg="mod">
          <ac:chgData name="mahmoud albashayreh" userId="b82cd840-d444-4a5e-b9e1-eb0b71e9c5d2" providerId="ADAL" clId="{52A83580-F80B-41CB-8A7C-5ABA5260466E}" dt="2023-12-26T12:35:07.558" v="35" actId="14100"/>
          <ac:spMkLst>
            <pc:docMk/>
            <pc:sldMasterMk cId="1719295273" sldId="2147483672"/>
            <ac:spMk id="4" creationId="{00000000-0000-0000-0000-000000000000}"/>
          </ac:spMkLst>
        </pc:spChg>
        <pc:spChg chg="mod">
          <ac:chgData name="mahmoud albashayreh" userId="b82cd840-d444-4a5e-b9e1-eb0b71e9c5d2" providerId="ADAL" clId="{52A83580-F80B-41CB-8A7C-5ABA5260466E}" dt="2023-12-26T12:35:11.422" v="36" actId="14100"/>
          <ac:spMkLst>
            <pc:docMk/>
            <pc:sldMasterMk cId="1719295273" sldId="2147483672"/>
            <ac:spMk id="5" creationId="{00000000-0000-0000-0000-000000000000}"/>
          </ac:spMkLst>
        </pc:spChg>
        <pc:spChg chg="mod">
          <ac:chgData name="mahmoud albashayreh" userId="b82cd840-d444-4a5e-b9e1-eb0b71e9c5d2" providerId="ADAL" clId="{52A83580-F80B-41CB-8A7C-5ABA5260466E}" dt="2023-12-26T12:30:38.807" v="3" actId="14100"/>
          <ac:spMkLst>
            <pc:docMk/>
            <pc:sldMasterMk cId="1719295273" sldId="2147483672"/>
            <ac:spMk id="6" creationId="{00000000-0000-0000-0000-000000000000}"/>
          </ac:spMkLst>
        </pc:spChg>
        <pc:cxnChg chg="mod">
          <ac:chgData name="mahmoud albashayreh" userId="b82cd840-d444-4a5e-b9e1-eb0b71e9c5d2" providerId="ADAL" clId="{52A83580-F80B-41CB-8A7C-5ABA5260466E}" dt="2023-12-26T12:30:48.279" v="5" actId="14100"/>
          <ac:cxnSpMkLst>
            <pc:docMk/>
            <pc:sldMasterMk cId="1719295273" sldId="2147483672"/>
            <ac:cxnSpMk id="10" creationId="{00000000-0000-0000-0000-000000000000}"/>
          </ac:cxnSpMkLst>
        </pc:cxnChg>
      </pc:sldMasterChg>
    </pc:docChg>
  </pc:docChgLst>
  <pc:docChgLst>
    <pc:chgData name="Bara Hamadeh" userId="S::b_hamadeh@asu.edu.jo::ba91a99f-f3ba-46e6-ad5d-582794b375a9" providerId="AD" clId="Web-{5A9CD9C3-EE83-EC27-D3C3-F87C46D860E5}"/>
    <pc:docChg chg="modSld">
      <pc:chgData name="Bara Hamadeh" userId="S::b_hamadeh@asu.edu.jo::ba91a99f-f3ba-46e6-ad5d-582794b375a9" providerId="AD" clId="Web-{5A9CD9C3-EE83-EC27-D3C3-F87C46D860E5}" dt="2024-02-25T22:58:05.489" v="1" actId="20577"/>
      <pc:docMkLst>
        <pc:docMk/>
      </pc:docMkLst>
      <pc:sldChg chg="modSp">
        <pc:chgData name="Bara Hamadeh" userId="S::b_hamadeh@asu.edu.jo::ba91a99f-f3ba-46e6-ad5d-582794b375a9" providerId="AD" clId="Web-{5A9CD9C3-EE83-EC27-D3C3-F87C46D860E5}" dt="2024-02-25T22:58:05.489" v="1" actId="20577"/>
        <pc:sldMkLst>
          <pc:docMk/>
          <pc:sldMk cId="98556299" sldId="256"/>
        </pc:sldMkLst>
        <pc:spChg chg="mod">
          <ac:chgData name="Bara Hamadeh" userId="S::b_hamadeh@asu.edu.jo::ba91a99f-f3ba-46e6-ad5d-582794b375a9" providerId="AD" clId="Web-{5A9CD9C3-EE83-EC27-D3C3-F87C46D860E5}" dt="2024-02-25T22:58:05.489" v="1" actId="20577"/>
          <ac:spMkLst>
            <pc:docMk/>
            <pc:sldMk cId="98556299" sldId="256"/>
            <ac:spMk id="3" creationId="{F67DB7FE-4890-3792-0238-F23914BC3E4F}"/>
          </ac:spMkLst>
        </pc:spChg>
      </pc:sldChg>
    </pc:docChg>
  </pc:docChgLst>
  <pc:docChgLst>
    <pc:chgData name="Bara Hamadeh" userId="S::b_hamadeh@asu.edu.jo::ba91a99f-f3ba-46e6-ad5d-582794b375a9" providerId="AD" clId="Web-{EFF77755-FFCE-848B-E742-67EAF04B1F1A}"/>
    <pc:docChg chg="mod modSld modMainMaster">
      <pc:chgData name="Bara Hamadeh" userId="S::b_hamadeh@asu.edu.jo::ba91a99f-f3ba-46e6-ad5d-582794b375a9" providerId="AD" clId="Web-{EFF77755-FFCE-848B-E742-67EAF04B1F1A}" dt="2024-02-25T22:57:31.076" v="154"/>
      <pc:docMkLst>
        <pc:docMk/>
      </pc:docMkLst>
      <pc:sldChg chg="delSp modSp modTransition">
        <pc:chgData name="Bara Hamadeh" userId="S::b_hamadeh@asu.edu.jo::ba91a99f-f3ba-46e6-ad5d-582794b375a9" providerId="AD" clId="Web-{EFF77755-FFCE-848B-E742-67EAF04B1F1A}" dt="2024-02-25T22:57:31.076" v="154"/>
        <pc:sldMkLst>
          <pc:docMk/>
          <pc:sldMk cId="98556299" sldId="256"/>
        </pc:sldMkLst>
        <pc:spChg chg="mod">
          <ac:chgData name="Bara Hamadeh" userId="S::b_hamadeh@asu.edu.jo::ba91a99f-f3ba-46e6-ad5d-582794b375a9" providerId="AD" clId="Web-{EFF77755-FFCE-848B-E742-67EAF04B1F1A}" dt="2024-02-25T22:56:14.745" v="20" actId="20577"/>
          <ac:spMkLst>
            <pc:docMk/>
            <pc:sldMk cId="98556299" sldId="256"/>
            <ac:spMk id="2" creationId="{0E3426FD-D193-2F6D-1700-2CC522B16D18}"/>
          </ac:spMkLst>
        </pc:spChg>
        <pc:spChg chg="mod">
          <ac:chgData name="Bara Hamadeh" userId="S::b_hamadeh@asu.edu.jo::ba91a99f-f3ba-46e6-ad5d-582794b375a9" providerId="AD" clId="Web-{EFF77755-FFCE-848B-E742-67EAF04B1F1A}" dt="2024-02-25T22:56:54.403" v="27" actId="20577"/>
          <ac:spMkLst>
            <pc:docMk/>
            <pc:sldMk cId="98556299" sldId="256"/>
            <ac:spMk id="3" creationId="{F67DB7FE-4890-3792-0238-F23914BC3E4F}"/>
          </ac:spMkLst>
        </pc:spChg>
        <pc:spChg chg="del">
          <ac:chgData name="Bara Hamadeh" userId="S::b_hamadeh@asu.edu.jo::ba91a99f-f3ba-46e6-ad5d-582794b375a9" providerId="AD" clId="Web-{EFF77755-FFCE-848B-E742-67EAF04B1F1A}" dt="2024-02-25T22:57:02.966" v="28"/>
          <ac:spMkLst>
            <pc:docMk/>
            <pc:sldMk cId="98556299" sldId="256"/>
            <ac:spMk id="4" creationId="{3E2AE632-31A0-217D-FD10-0A342181E0D1}"/>
          </ac:spMkLst>
        </pc:spChg>
      </pc:sldChg>
      <pc:sldChg chg="modTransition">
        <pc:chgData name="Bara Hamadeh" userId="S::b_hamadeh@asu.edu.jo::ba91a99f-f3ba-46e6-ad5d-582794b375a9" providerId="AD" clId="Web-{EFF77755-FFCE-848B-E742-67EAF04B1F1A}" dt="2024-02-25T22:57:28.388" v="152"/>
        <pc:sldMkLst>
          <pc:docMk/>
          <pc:sldMk cId="763895569" sldId="257"/>
        </pc:sldMkLst>
      </pc:sldChg>
      <pc:sldChg chg="modTransition">
        <pc:chgData name="Bara Hamadeh" userId="S::b_hamadeh@asu.edu.jo::ba91a99f-f3ba-46e6-ad5d-582794b375a9" providerId="AD" clId="Web-{EFF77755-FFCE-848B-E742-67EAF04B1F1A}" dt="2024-02-25T22:57:28.373" v="103"/>
        <pc:sldMkLst>
          <pc:docMk/>
          <pc:sldMk cId="2201219679" sldId="258"/>
        </pc:sldMkLst>
      </pc:sldChg>
      <pc:sldChg chg="modTransition">
        <pc:chgData name="Bara Hamadeh" userId="S::b_hamadeh@asu.edu.jo::ba91a99f-f3ba-46e6-ad5d-582794b375a9" providerId="AD" clId="Web-{EFF77755-FFCE-848B-E742-67EAF04B1F1A}" dt="2024-02-25T22:57:28.373" v="104"/>
        <pc:sldMkLst>
          <pc:docMk/>
          <pc:sldMk cId="1823405729" sldId="270"/>
        </pc:sldMkLst>
      </pc:sldChg>
      <pc:sldChg chg="modTransition">
        <pc:chgData name="Bara Hamadeh" userId="S::b_hamadeh@asu.edu.jo::ba91a99f-f3ba-46e6-ad5d-582794b375a9" providerId="AD" clId="Web-{EFF77755-FFCE-848B-E742-67EAF04B1F1A}" dt="2024-02-25T22:57:28.373" v="105"/>
        <pc:sldMkLst>
          <pc:docMk/>
          <pc:sldMk cId="929410266" sldId="271"/>
        </pc:sldMkLst>
      </pc:sldChg>
      <pc:sldChg chg="modTransition">
        <pc:chgData name="Bara Hamadeh" userId="S::b_hamadeh@asu.edu.jo::ba91a99f-f3ba-46e6-ad5d-582794b375a9" providerId="AD" clId="Web-{EFF77755-FFCE-848B-E742-67EAF04B1F1A}" dt="2024-02-25T22:57:28.373" v="106"/>
        <pc:sldMkLst>
          <pc:docMk/>
          <pc:sldMk cId="438494095" sldId="272"/>
        </pc:sldMkLst>
      </pc:sldChg>
      <pc:sldChg chg="modTransition">
        <pc:chgData name="Bara Hamadeh" userId="S::b_hamadeh@asu.edu.jo::ba91a99f-f3ba-46e6-ad5d-582794b375a9" providerId="AD" clId="Web-{EFF77755-FFCE-848B-E742-67EAF04B1F1A}" dt="2024-02-25T22:57:28.373" v="107"/>
        <pc:sldMkLst>
          <pc:docMk/>
          <pc:sldMk cId="2205240147" sldId="273"/>
        </pc:sldMkLst>
      </pc:sldChg>
      <pc:sldChg chg="modTransition">
        <pc:chgData name="Bara Hamadeh" userId="S::b_hamadeh@asu.edu.jo::ba91a99f-f3ba-46e6-ad5d-582794b375a9" providerId="AD" clId="Web-{EFF77755-FFCE-848B-E742-67EAF04B1F1A}" dt="2024-02-25T22:57:28.373" v="108"/>
        <pc:sldMkLst>
          <pc:docMk/>
          <pc:sldMk cId="673564993" sldId="274"/>
        </pc:sldMkLst>
      </pc:sldChg>
      <pc:sldChg chg="modTransition">
        <pc:chgData name="Bara Hamadeh" userId="S::b_hamadeh@asu.edu.jo::ba91a99f-f3ba-46e6-ad5d-582794b375a9" providerId="AD" clId="Web-{EFF77755-FFCE-848B-E742-67EAF04B1F1A}" dt="2024-02-25T22:57:28.373" v="109"/>
        <pc:sldMkLst>
          <pc:docMk/>
          <pc:sldMk cId="3387604837" sldId="275"/>
        </pc:sldMkLst>
      </pc:sldChg>
      <pc:sldChg chg="modTransition">
        <pc:chgData name="Bara Hamadeh" userId="S::b_hamadeh@asu.edu.jo::ba91a99f-f3ba-46e6-ad5d-582794b375a9" providerId="AD" clId="Web-{EFF77755-FFCE-848B-E742-67EAF04B1F1A}" dt="2024-02-25T22:57:28.373" v="110"/>
        <pc:sldMkLst>
          <pc:docMk/>
          <pc:sldMk cId="2430681133" sldId="276"/>
        </pc:sldMkLst>
      </pc:sldChg>
      <pc:sldChg chg="modTransition">
        <pc:chgData name="Bara Hamadeh" userId="S::b_hamadeh@asu.edu.jo::ba91a99f-f3ba-46e6-ad5d-582794b375a9" providerId="AD" clId="Web-{EFF77755-FFCE-848B-E742-67EAF04B1F1A}" dt="2024-02-25T22:57:28.388" v="111"/>
        <pc:sldMkLst>
          <pc:docMk/>
          <pc:sldMk cId="3533348817" sldId="277"/>
        </pc:sldMkLst>
      </pc:sldChg>
      <pc:sldChg chg="modTransition">
        <pc:chgData name="Bara Hamadeh" userId="S::b_hamadeh@asu.edu.jo::ba91a99f-f3ba-46e6-ad5d-582794b375a9" providerId="AD" clId="Web-{EFF77755-FFCE-848B-E742-67EAF04B1F1A}" dt="2024-02-25T22:57:28.388" v="113"/>
        <pc:sldMkLst>
          <pc:docMk/>
          <pc:sldMk cId="3124691522" sldId="278"/>
        </pc:sldMkLst>
      </pc:sldChg>
      <pc:sldChg chg="modTransition">
        <pc:chgData name="Bara Hamadeh" userId="S::b_hamadeh@asu.edu.jo::ba91a99f-f3ba-46e6-ad5d-582794b375a9" providerId="AD" clId="Web-{EFF77755-FFCE-848B-E742-67EAF04B1F1A}" dt="2024-02-25T22:57:28.388" v="115"/>
        <pc:sldMkLst>
          <pc:docMk/>
          <pc:sldMk cId="647134722" sldId="279"/>
        </pc:sldMkLst>
      </pc:sldChg>
      <pc:sldChg chg="modTransition">
        <pc:chgData name="Bara Hamadeh" userId="S::b_hamadeh@asu.edu.jo::ba91a99f-f3ba-46e6-ad5d-582794b375a9" providerId="AD" clId="Web-{EFF77755-FFCE-848B-E742-67EAF04B1F1A}" dt="2024-02-25T22:57:28.388" v="116"/>
        <pc:sldMkLst>
          <pc:docMk/>
          <pc:sldMk cId="1328811764" sldId="280"/>
        </pc:sldMkLst>
      </pc:sldChg>
      <pc:sldChg chg="modTransition">
        <pc:chgData name="Bara Hamadeh" userId="S::b_hamadeh@asu.edu.jo::ba91a99f-f3ba-46e6-ad5d-582794b375a9" providerId="AD" clId="Web-{EFF77755-FFCE-848B-E742-67EAF04B1F1A}" dt="2024-02-25T22:57:28.388" v="117"/>
        <pc:sldMkLst>
          <pc:docMk/>
          <pc:sldMk cId="484251594" sldId="281"/>
        </pc:sldMkLst>
      </pc:sldChg>
      <pc:sldChg chg="modTransition">
        <pc:chgData name="Bara Hamadeh" userId="S::b_hamadeh@asu.edu.jo::ba91a99f-f3ba-46e6-ad5d-582794b375a9" providerId="AD" clId="Web-{EFF77755-FFCE-848B-E742-67EAF04B1F1A}" dt="2024-02-25T22:57:28.388" v="118"/>
        <pc:sldMkLst>
          <pc:docMk/>
          <pc:sldMk cId="3637511771" sldId="282"/>
        </pc:sldMkLst>
      </pc:sldChg>
      <pc:sldChg chg="modTransition">
        <pc:chgData name="Bara Hamadeh" userId="S::b_hamadeh@asu.edu.jo::ba91a99f-f3ba-46e6-ad5d-582794b375a9" providerId="AD" clId="Web-{EFF77755-FFCE-848B-E742-67EAF04B1F1A}" dt="2024-02-25T22:57:28.388" v="112"/>
        <pc:sldMkLst>
          <pc:docMk/>
          <pc:sldMk cId="1339282972" sldId="283"/>
        </pc:sldMkLst>
      </pc:sldChg>
      <pc:sldChg chg="modTransition">
        <pc:chgData name="Bara Hamadeh" userId="S::b_hamadeh@asu.edu.jo::ba91a99f-f3ba-46e6-ad5d-582794b375a9" providerId="AD" clId="Web-{EFF77755-FFCE-848B-E742-67EAF04B1F1A}" dt="2024-02-25T22:57:28.388" v="114"/>
        <pc:sldMkLst>
          <pc:docMk/>
          <pc:sldMk cId="2070985869" sldId="284"/>
        </pc:sldMkLst>
      </pc:sldChg>
      <pc:sldChg chg="modTransition">
        <pc:chgData name="Bara Hamadeh" userId="S::b_hamadeh@asu.edu.jo::ba91a99f-f3ba-46e6-ad5d-582794b375a9" providerId="AD" clId="Web-{EFF77755-FFCE-848B-E742-67EAF04B1F1A}" dt="2024-02-25T22:57:28.388" v="119"/>
        <pc:sldMkLst>
          <pc:docMk/>
          <pc:sldMk cId="1079231064" sldId="285"/>
        </pc:sldMkLst>
      </pc:sldChg>
      <pc:sldChg chg="modTransition">
        <pc:chgData name="Bara Hamadeh" userId="S::b_hamadeh@asu.edu.jo::ba91a99f-f3ba-46e6-ad5d-582794b375a9" providerId="AD" clId="Web-{EFF77755-FFCE-848B-E742-67EAF04B1F1A}" dt="2024-02-25T22:57:28.388" v="120"/>
        <pc:sldMkLst>
          <pc:docMk/>
          <pc:sldMk cId="563056815" sldId="286"/>
        </pc:sldMkLst>
      </pc:sldChg>
      <pc:sldChg chg="modTransition">
        <pc:chgData name="Bara Hamadeh" userId="S::b_hamadeh@asu.edu.jo::ba91a99f-f3ba-46e6-ad5d-582794b375a9" providerId="AD" clId="Web-{EFF77755-FFCE-848B-E742-67EAF04B1F1A}" dt="2024-02-25T22:57:28.388" v="121"/>
        <pc:sldMkLst>
          <pc:docMk/>
          <pc:sldMk cId="2918399256" sldId="287"/>
        </pc:sldMkLst>
      </pc:sldChg>
      <pc:sldChg chg="modTransition">
        <pc:chgData name="Bara Hamadeh" userId="S::b_hamadeh@asu.edu.jo::ba91a99f-f3ba-46e6-ad5d-582794b375a9" providerId="AD" clId="Web-{EFF77755-FFCE-848B-E742-67EAF04B1F1A}" dt="2024-02-25T22:57:28.388" v="122"/>
        <pc:sldMkLst>
          <pc:docMk/>
          <pc:sldMk cId="3950963537" sldId="288"/>
        </pc:sldMkLst>
      </pc:sldChg>
      <pc:sldChg chg="modTransition">
        <pc:chgData name="Bara Hamadeh" userId="S::b_hamadeh@asu.edu.jo::ba91a99f-f3ba-46e6-ad5d-582794b375a9" providerId="AD" clId="Web-{EFF77755-FFCE-848B-E742-67EAF04B1F1A}" dt="2024-02-25T22:57:28.388" v="123"/>
        <pc:sldMkLst>
          <pc:docMk/>
          <pc:sldMk cId="566080341" sldId="289"/>
        </pc:sldMkLst>
      </pc:sldChg>
      <pc:sldChg chg="modTransition">
        <pc:chgData name="Bara Hamadeh" userId="S::b_hamadeh@asu.edu.jo::ba91a99f-f3ba-46e6-ad5d-582794b375a9" providerId="AD" clId="Web-{EFF77755-FFCE-848B-E742-67EAF04B1F1A}" dt="2024-02-25T22:57:28.388" v="124"/>
        <pc:sldMkLst>
          <pc:docMk/>
          <pc:sldMk cId="2989461448" sldId="290"/>
        </pc:sldMkLst>
      </pc:sldChg>
      <pc:sldChg chg="modTransition">
        <pc:chgData name="Bara Hamadeh" userId="S::b_hamadeh@asu.edu.jo::ba91a99f-f3ba-46e6-ad5d-582794b375a9" providerId="AD" clId="Web-{EFF77755-FFCE-848B-E742-67EAF04B1F1A}" dt="2024-02-25T22:57:28.388" v="125"/>
        <pc:sldMkLst>
          <pc:docMk/>
          <pc:sldMk cId="3993648301" sldId="291"/>
        </pc:sldMkLst>
      </pc:sldChg>
      <pc:sldChg chg="modTransition">
        <pc:chgData name="Bara Hamadeh" userId="S::b_hamadeh@asu.edu.jo::ba91a99f-f3ba-46e6-ad5d-582794b375a9" providerId="AD" clId="Web-{EFF77755-FFCE-848B-E742-67EAF04B1F1A}" dt="2024-02-25T22:57:28.388" v="126"/>
        <pc:sldMkLst>
          <pc:docMk/>
          <pc:sldMk cId="989738598" sldId="292"/>
        </pc:sldMkLst>
      </pc:sldChg>
      <pc:sldChg chg="modTransition">
        <pc:chgData name="Bara Hamadeh" userId="S::b_hamadeh@asu.edu.jo::ba91a99f-f3ba-46e6-ad5d-582794b375a9" providerId="AD" clId="Web-{EFF77755-FFCE-848B-E742-67EAF04B1F1A}" dt="2024-02-25T22:57:28.388" v="127"/>
        <pc:sldMkLst>
          <pc:docMk/>
          <pc:sldMk cId="1638555484" sldId="293"/>
        </pc:sldMkLst>
      </pc:sldChg>
      <pc:sldChg chg="modTransition">
        <pc:chgData name="Bara Hamadeh" userId="S::b_hamadeh@asu.edu.jo::ba91a99f-f3ba-46e6-ad5d-582794b375a9" providerId="AD" clId="Web-{EFF77755-FFCE-848B-E742-67EAF04B1F1A}" dt="2024-02-25T22:57:28.388" v="128"/>
        <pc:sldMkLst>
          <pc:docMk/>
          <pc:sldMk cId="762673483" sldId="294"/>
        </pc:sldMkLst>
      </pc:sldChg>
      <pc:sldChg chg="modTransition">
        <pc:chgData name="Bara Hamadeh" userId="S::b_hamadeh@asu.edu.jo::ba91a99f-f3ba-46e6-ad5d-582794b375a9" providerId="AD" clId="Web-{EFF77755-FFCE-848B-E742-67EAF04B1F1A}" dt="2024-02-25T22:57:28.388" v="129"/>
        <pc:sldMkLst>
          <pc:docMk/>
          <pc:sldMk cId="2320340895" sldId="295"/>
        </pc:sldMkLst>
      </pc:sldChg>
      <pc:sldChg chg="modTransition">
        <pc:chgData name="Bara Hamadeh" userId="S::b_hamadeh@asu.edu.jo::ba91a99f-f3ba-46e6-ad5d-582794b375a9" providerId="AD" clId="Web-{EFF77755-FFCE-848B-E742-67EAF04B1F1A}" dt="2024-02-25T22:57:28.388" v="130"/>
        <pc:sldMkLst>
          <pc:docMk/>
          <pc:sldMk cId="725108513" sldId="296"/>
        </pc:sldMkLst>
      </pc:sldChg>
      <pc:sldChg chg="modTransition">
        <pc:chgData name="Bara Hamadeh" userId="S::b_hamadeh@asu.edu.jo::ba91a99f-f3ba-46e6-ad5d-582794b375a9" providerId="AD" clId="Web-{EFF77755-FFCE-848B-E742-67EAF04B1F1A}" dt="2024-02-25T22:57:28.388" v="131"/>
        <pc:sldMkLst>
          <pc:docMk/>
          <pc:sldMk cId="1090311832" sldId="297"/>
        </pc:sldMkLst>
      </pc:sldChg>
      <pc:sldChg chg="modTransition">
        <pc:chgData name="Bara Hamadeh" userId="S::b_hamadeh@asu.edu.jo::ba91a99f-f3ba-46e6-ad5d-582794b375a9" providerId="AD" clId="Web-{EFF77755-FFCE-848B-E742-67EAF04B1F1A}" dt="2024-02-25T22:57:28.388" v="132"/>
        <pc:sldMkLst>
          <pc:docMk/>
          <pc:sldMk cId="2489115075" sldId="298"/>
        </pc:sldMkLst>
      </pc:sldChg>
      <pc:sldChg chg="modTransition">
        <pc:chgData name="Bara Hamadeh" userId="S::b_hamadeh@asu.edu.jo::ba91a99f-f3ba-46e6-ad5d-582794b375a9" providerId="AD" clId="Web-{EFF77755-FFCE-848B-E742-67EAF04B1F1A}" dt="2024-02-25T22:57:28.388" v="133"/>
        <pc:sldMkLst>
          <pc:docMk/>
          <pc:sldMk cId="1668873758" sldId="299"/>
        </pc:sldMkLst>
      </pc:sldChg>
      <pc:sldChg chg="modTransition">
        <pc:chgData name="Bara Hamadeh" userId="S::b_hamadeh@asu.edu.jo::ba91a99f-f3ba-46e6-ad5d-582794b375a9" providerId="AD" clId="Web-{EFF77755-FFCE-848B-E742-67EAF04B1F1A}" dt="2024-02-25T22:57:28.388" v="134"/>
        <pc:sldMkLst>
          <pc:docMk/>
          <pc:sldMk cId="2505574513" sldId="300"/>
        </pc:sldMkLst>
      </pc:sldChg>
      <pc:sldChg chg="modTransition">
        <pc:chgData name="Bara Hamadeh" userId="S::b_hamadeh@asu.edu.jo::ba91a99f-f3ba-46e6-ad5d-582794b375a9" providerId="AD" clId="Web-{EFF77755-FFCE-848B-E742-67EAF04B1F1A}" dt="2024-02-25T22:57:28.388" v="135"/>
        <pc:sldMkLst>
          <pc:docMk/>
          <pc:sldMk cId="87012485" sldId="301"/>
        </pc:sldMkLst>
      </pc:sldChg>
      <pc:sldChg chg="modTransition">
        <pc:chgData name="Bara Hamadeh" userId="S::b_hamadeh@asu.edu.jo::ba91a99f-f3ba-46e6-ad5d-582794b375a9" providerId="AD" clId="Web-{EFF77755-FFCE-848B-E742-67EAF04B1F1A}" dt="2024-02-25T22:57:28.388" v="137"/>
        <pc:sldMkLst>
          <pc:docMk/>
          <pc:sldMk cId="2698461710" sldId="305"/>
        </pc:sldMkLst>
      </pc:sldChg>
      <pc:sldChg chg="modTransition">
        <pc:chgData name="Bara Hamadeh" userId="S::b_hamadeh@asu.edu.jo::ba91a99f-f3ba-46e6-ad5d-582794b375a9" providerId="AD" clId="Web-{EFF77755-FFCE-848B-E742-67EAF04B1F1A}" dt="2024-02-25T22:57:28.388" v="138"/>
        <pc:sldMkLst>
          <pc:docMk/>
          <pc:sldMk cId="1125617543" sldId="306"/>
        </pc:sldMkLst>
      </pc:sldChg>
      <pc:sldChg chg="modTransition">
        <pc:chgData name="Bara Hamadeh" userId="S::b_hamadeh@asu.edu.jo::ba91a99f-f3ba-46e6-ad5d-582794b375a9" providerId="AD" clId="Web-{EFF77755-FFCE-848B-E742-67EAF04B1F1A}" dt="2024-02-25T22:57:28.388" v="139"/>
        <pc:sldMkLst>
          <pc:docMk/>
          <pc:sldMk cId="615627774" sldId="307"/>
        </pc:sldMkLst>
      </pc:sldChg>
      <pc:sldChg chg="modTransition">
        <pc:chgData name="Bara Hamadeh" userId="S::b_hamadeh@asu.edu.jo::ba91a99f-f3ba-46e6-ad5d-582794b375a9" providerId="AD" clId="Web-{EFF77755-FFCE-848B-E742-67EAF04B1F1A}" dt="2024-02-25T22:57:28.388" v="140"/>
        <pc:sldMkLst>
          <pc:docMk/>
          <pc:sldMk cId="84720062" sldId="308"/>
        </pc:sldMkLst>
      </pc:sldChg>
      <pc:sldChg chg="modTransition">
        <pc:chgData name="Bara Hamadeh" userId="S::b_hamadeh@asu.edu.jo::ba91a99f-f3ba-46e6-ad5d-582794b375a9" providerId="AD" clId="Web-{EFF77755-FFCE-848B-E742-67EAF04B1F1A}" dt="2024-02-25T22:57:28.388" v="141"/>
        <pc:sldMkLst>
          <pc:docMk/>
          <pc:sldMk cId="2024109889" sldId="309"/>
        </pc:sldMkLst>
      </pc:sldChg>
      <pc:sldChg chg="modTransition">
        <pc:chgData name="Bara Hamadeh" userId="S::b_hamadeh@asu.edu.jo::ba91a99f-f3ba-46e6-ad5d-582794b375a9" providerId="AD" clId="Web-{EFF77755-FFCE-848B-E742-67EAF04B1F1A}" dt="2024-02-25T22:57:28.388" v="150"/>
        <pc:sldMkLst>
          <pc:docMk/>
          <pc:sldMk cId="2699791274" sldId="310"/>
        </pc:sldMkLst>
      </pc:sldChg>
      <pc:sldChg chg="modTransition">
        <pc:chgData name="Bara Hamadeh" userId="S::b_hamadeh@asu.edu.jo::ba91a99f-f3ba-46e6-ad5d-582794b375a9" providerId="AD" clId="Web-{EFF77755-FFCE-848B-E742-67EAF04B1F1A}" dt="2024-02-25T22:57:28.388" v="136"/>
        <pc:sldMkLst>
          <pc:docMk/>
          <pc:sldMk cId="2730249457" sldId="312"/>
        </pc:sldMkLst>
      </pc:sldChg>
      <pc:sldChg chg="modTransition">
        <pc:chgData name="Bara Hamadeh" userId="S::b_hamadeh@asu.edu.jo::ba91a99f-f3ba-46e6-ad5d-582794b375a9" providerId="AD" clId="Web-{EFF77755-FFCE-848B-E742-67EAF04B1F1A}" dt="2024-02-25T22:57:28.388" v="151"/>
        <pc:sldMkLst>
          <pc:docMk/>
          <pc:sldMk cId="1077123618" sldId="313"/>
        </pc:sldMkLst>
      </pc:sldChg>
      <pc:sldChg chg="modTransition">
        <pc:chgData name="Bara Hamadeh" userId="S::b_hamadeh@asu.edu.jo::ba91a99f-f3ba-46e6-ad5d-582794b375a9" providerId="AD" clId="Web-{EFF77755-FFCE-848B-E742-67EAF04B1F1A}" dt="2024-02-25T22:57:28.373" v="92"/>
        <pc:sldMkLst>
          <pc:docMk/>
          <pc:sldMk cId="2417962480" sldId="314"/>
        </pc:sldMkLst>
      </pc:sldChg>
      <pc:sldChg chg="modTransition">
        <pc:chgData name="Bara Hamadeh" userId="S::b_hamadeh@asu.edu.jo::ba91a99f-f3ba-46e6-ad5d-582794b375a9" providerId="AD" clId="Web-{EFF77755-FFCE-848B-E742-67EAF04B1F1A}" dt="2024-02-25T22:57:28.388" v="142"/>
        <pc:sldMkLst>
          <pc:docMk/>
          <pc:sldMk cId="2689654010" sldId="315"/>
        </pc:sldMkLst>
      </pc:sldChg>
      <pc:sldChg chg="modTransition">
        <pc:chgData name="Bara Hamadeh" userId="S::b_hamadeh@asu.edu.jo::ba91a99f-f3ba-46e6-ad5d-582794b375a9" providerId="AD" clId="Web-{EFF77755-FFCE-848B-E742-67EAF04B1F1A}" dt="2024-02-25T22:57:28.388" v="143"/>
        <pc:sldMkLst>
          <pc:docMk/>
          <pc:sldMk cId="3419899654" sldId="316"/>
        </pc:sldMkLst>
      </pc:sldChg>
      <pc:sldChg chg="modTransition">
        <pc:chgData name="Bara Hamadeh" userId="S::b_hamadeh@asu.edu.jo::ba91a99f-f3ba-46e6-ad5d-582794b375a9" providerId="AD" clId="Web-{EFF77755-FFCE-848B-E742-67EAF04B1F1A}" dt="2024-02-25T22:57:28.388" v="144"/>
        <pc:sldMkLst>
          <pc:docMk/>
          <pc:sldMk cId="3578989137" sldId="317"/>
        </pc:sldMkLst>
      </pc:sldChg>
      <pc:sldChg chg="modTransition">
        <pc:chgData name="Bara Hamadeh" userId="S::b_hamadeh@asu.edu.jo::ba91a99f-f3ba-46e6-ad5d-582794b375a9" providerId="AD" clId="Web-{EFF77755-FFCE-848B-E742-67EAF04B1F1A}" dt="2024-02-25T22:57:28.388" v="146"/>
        <pc:sldMkLst>
          <pc:docMk/>
          <pc:sldMk cId="2836892683" sldId="318"/>
        </pc:sldMkLst>
      </pc:sldChg>
      <pc:sldChg chg="modTransition">
        <pc:chgData name="Bara Hamadeh" userId="S::b_hamadeh@asu.edu.jo::ba91a99f-f3ba-46e6-ad5d-582794b375a9" providerId="AD" clId="Web-{EFF77755-FFCE-848B-E742-67EAF04B1F1A}" dt="2024-02-25T22:57:28.388" v="145"/>
        <pc:sldMkLst>
          <pc:docMk/>
          <pc:sldMk cId="3663706740" sldId="319"/>
        </pc:sldMkLst>
      </pc:sldChg>
      <pc:sldChg chg="modTransition">
        <pc:chgData name="Bara Hamadeh" userId="S::b_hamadeh@asu.edu.jo::ba91a99f-f3ba-46e6-ad5d-582794b375a9" providerId="AD" clId="Web-{EFF77755-FFCE-848B-E742-67EAF04B1F1A}" dt="2024-02-25T22:57:28.388" v="148"/>
        <pc:sldMkLst>
          <pc:docMk/>
          <pc:sldMk cId="1191997959" sldId="320"/>
        </pc:sldMkLst>
      </pc:sldChg>
      <pc:sldChg chg="modTransition">
        <pc:chgData name="Bara Hamadeh" userId="S::b_hamadeh@asu.edu.jo::ba91a99f-f3ba-46e6-ad5d-582794b375a9" providerId="AD" clId="Web-{EFF77755-FFCE-848B-E742-67EAF04B1F1A}" dt="2024-02-25T22:57:28.388" v="149"/>
        <pc:sldMkLst>
          <pc:docMk/>
          <pc:sldMk cId="1207593916" sldId="321"/>
        </pc:sldMkLst>
      </pc:sldChg>
      <pc:sldChg chg="modTransition">
        <pc:chgData name="Bara Hamadeh" userId="S::b_hamadeh@asu.edu.jo::ba91a99f-f3ba-46e6-ad5d-582794b375a9" providerId="AD" clId="Web-{EFF77755-FFCE-848B-E742-67EAF04B1F1A}" dt="2024-02-25T22:57:28.388" v="147"/>
        <pc:sldMkLst>
          <pc:docMk/>
          <pc:sldMk cId="4005511593" sldId="324"/>
        </pc:sldMkLst>
      </pc:sldChg>
      <pc:sldChg chg="modTransition">
        <pc:chgData name="Bara Hamadeh" userId="S::b_hamadeh@asu.edu.jo::ba91a99f-f3ba-46e6-ad5d-582794b375a9" providerId="AD" clId="Web-{EFF77755-FFCE-848B-E742-67EAF04B1F1A}" dt="2024-02-25T22:57:28.373" v="93"/>
        <pc:sldMkLst>
          <pc:docMk/>
          <pc:sldMk cId="641044297" sldId="325"/>
        </pc:sldMkLst>
      </pc:sldChg>
      <pc:sldChg chg="modTransition">
        <pc:chgData name="Bara Hamadeh" userId="S::b_hamadeh@asu.edu.jo::ba91a99f-f3ba-46e6-ad5d-582794b375a9" providerId="AD" clId="Web-{EFF77755-FFCE-848B-E742-67EAF04B1F1A}" dt="2024-02-25T22:57:28.373" v="94"/>
        <pc:sldMkLst>
          <pc:docMk/>
          <pc:sldMk cId="2238632215" sldId="326"/>
        </pc:sldMkLst>
      </pc:sldChg>
      <pc:sldChg chg="modTransition">
        <pc:chgData name="Bara Hamadeh" userId="S::b_hamadeh@asu.edu.jo::ba91a99f-f3ba-46e6-ad5d-582794b375a9" providerId="AD" clId="Web-{EFF77755-FFCE-848B-E742-67EAF04B1F1A}" dt="2024-02-25T22:57:28.373" v="95"/>
        <pc:sldMkLst>
          <pc:docMk/>
          <pc:sldMk cId="2294299928" sldId="327"/>
        </pc:sldMkLst>
      </pc:sldChg>
      <pc:sldChg chg="modTransition">
        <pc:chgData name="Bara Hamadeh" userId="S::b_hamadeh@asu.edu.jo::ba91a99f-f3ba-46e6-ad5d-582794b375a9" providerId="AD" clId="Web-{EFF77755-FFCE-848B-E742-67EAF04B1F1A}" dt="2024-02-25T22:57:28.373" v="96"/>
        <pc:sldMkLst>
          <pc:docMk/>
          <pc:sldMk cId="4262302907" sldId="328"/>
        </pc:sldMkLst>
      </pc:sldChg>
      <pc:sldChg chg="modTransition">
        <pc:chgData name="Bara Hamadeh" userId="S::b_hamadeh@asu.edu.jo::ba91a99f-f3ba-46e6-ad5d-582794b375a9" providerId="AD" clId="Web-{EFF77755-FFCE-848B-E742-67EAF04B1F1A}" dt="2024-02-25T22:57:28.373" v="97"/>
        <pc:sldMkLst>
          <pc:docMk/>
          <pc:sldMk cId="751761977" sldId="329"/>
        </pc:sldMkLst>
      </pc:sldChg>
      <pc:sldChg chg="modTransition">
        <pc:chgData name="Bara Hamadeh" userId="S::b_hamadeh@asu.edu.jo::ba91a99f-f3ba-46e6-ad5d-582794b375a9" providerId="AD" clId="Web-{EFF77755-FFCE-848B-E742-67EAF04B1F1A}" dt="2024-02-25T22:57:28.373" v="98"/>
        <pc:sldMkLst>
          <pc:docMk/>
          <pc:sldMk cId="3239478214" sldId="330"/>
        </pc:sldMkLst>
      </pc:sldChg>
      <pc:sldChg chg="modTransition">
        <pc:chgData name="Bara Hamadeh" userId="S::b_hamadeh@asu.edu.jo::ba91a99f-f3ba-46e6-ad5d-582794b375a9" providerId="AD" clId="Web-{EFF77755-FFCE-848B-E742-67EAF04B1F1A}" dt="2024-02-25T22:57:28.373" v="99"/>
        <pc:sldMkLst>
          <pc:docMk/>
          <pc:sldMk cId="545556524" sldId="331"/>
        </pc:sldMkLst>
      </pc:sldChg>
      <pc:sldChg chg="modTransition">
        <pc:chgData name="Bara Hamadeh" userId="S::b_hamadeh@asu.edu.jo::ba91a99f-f3ba-46e6-ad5d-582794b375a9" providerId="AD" clId="Web-{EFF77755-FFCE-848B-E742-67EAF04B1F1A}" dt="2024-02-25T22:57:28.373" v="100"/>
        <pc:sldMkLst>
          <pc:docMk/>
          <pc:sldMk cId="4188821564" sldId="332"/>
        </pc:sldMkLst>
      </pc:sldChg>
      <pc:sldChg chg="modTransition">
        <pc:chgData name="Bara Hamadeh" userId="S::b_hamadeh@asu.edu.jo::ba91a99f-f3ba-46e6-ad5d-582794b375a9" providerId="AD" clId="Web-{EFF77755-FFCE-848B-E742-67EAF04B1F1A}" dt="2024-02-25T22:57:28.373" v="102"/>
        <pc:sldMkLst>
          <pc:docMk/>
          <pc:sldMk cId="2939680095" sldId="334"/>
        </pc:sldMkLst>
      </pc:sldChg>
      <pc:sldChg chg="modTransition">
        <pc:chgData name="Bara Hamadeh" userId="S::b_hamadeh@asu.edu.jo::ba91a99f-f3ba-46e6-ad5d-582794b375a9" providerId="AD" clId="Web-{EFF77755-FFCE-848B-E742-67EAF04B1F1A}" dt="2024-02-25T22:57:28.373" v="101"/>
        <pc:sldMkLst>
          <pc:docMk/>
          <pc:sldMk cId="3486902441" sldId="335"/>
        </pc:sldMkLst>
      </pc:sldChg>
      <pc:sldMasterChg chg="mod modSldLayout">
        <pc:chgData name="Bara Hamadeh" userId="S::b_hamadeh@asu.edu.jo::ba91a99f-f3ba-46e6-ad5d-582794b375a9" providerId="AD" clId="Web-{EFF77755-FFCE-848B-E742-67EAF04B1F1A}" dt="2024-02-25T22:57:10.919" v="29"/>
        <pc:sldMasterMkLst>
          <pc:docMk/>
          <pc:sldMasterMk cId="1719295273" sldId="2147483672"/>
        </pc:sldMasterMkLst>
        <pc:sldLayoutChg chg="mod">
          <pc:chgData name="Bara Hamadeh" userId="S::b_hamadeh@asu.edu.jo::ba91a99f-f3ba-46e6-ad5d-582794b375a9" providerId="AD" clId="Web-{EFF77755-FFCE-848B-E742-67EAF04B1F1A}" dt="2024-02-25T22:57:10.919" v="29"/>
          <pc:sldLayoutMkLst>
            <pc:docMk/>
            <pc:sldMasterMk cId="1719295273" sldId="2147483672"/>
            <pc:sldLayoutMk cId="1136942225" sldId="2147483673"/>
          </pc:sldLayoutMkLst>
        </pc:sldLayoutChg>
        <pc:sldLayoutChg chg="mod">
          <pc:chgData name="Bara Hamadeh" userId="S::b_hamadeh@asu.edu.jo::ba91a99f-f3ba-46e6-ad5d-582794b375a9" providerId="AD" clId="Web-{EFF77755-FFCE-848B-E742-67EAF04B1F1A}" dt="2024-02-25T22:57:10.919" v="29"/>
          <pc:sldLayoutMkLst>
            <pc:docMk/>
            <pc:sldMasterMk cId="1719295273" sldId="2147483672"/>
            <pc:sldLayoutMk cId="543625086" sldId="2147483674"/>
          </pc:sldLayoutMkLst>
        </pc:sldLayoutChg>
        <pc:sldLayoutChg chg="mod">
          <pc:chgData name="Bara Hamadeh" userId="S::b_hamadeh@asu.edu.jo::ba91a99f-f3ba-46e6-ad5d-582794b375a9" providerId="AD" clId="Web-{EFF77755-FFCE-848B-E742-67EAF04B1F1A}" dt="2024-02-25T22:57:10.919" v="29"/>
          <pc:sldLayoutMkLst>
            <pc:docMk/>
            <pc:sldMasterMk cId="1719295273" sldId="2147483672"/>
            <pc:sldLayoutMk cId="695053800" sldId="2147483675"/>
          </pc:sldLayoutMkLst>
        </pc:sldLayoutChg>
        <pc:sldLayoutChg chg="mod">
          <pc:chgData name="Bara Hamadeh" userId="S::b_hamadeh@asu.edu.jo::ba91a99f-f3ba-46e6-ad5d-582794b375a9" providerId="AD" clId="Web-{EFF77755-FFCE-848B-E742-67EAF04B1F1A}" dt="2024-02-25T22:57:10.919" v="29"/>
          <pc:sldLayoutMkLst>
            <pc:docMk/>
            <pc:sldMasterMk cId="1719295273" sldId="2147483672"/>
            <pc:sldLayoutMk cId="1555795183" sldId="2147483676"/>
          </pc:sldLayoutMkLst>
        </pc:sldLayoutChg>
        <pc:sldLayoutChg chg="mod">
          <pc:chgData name="Bara Hamadeh" userId="S::b_hamadeh@asu.edu.jo::ba91a99f-f3ba-46e6-ad5d-582794b375a9" providerId="AD" clId="Web-{EFF77755-FFCE-848B-E742-67EAF04B1F1A}" dt="2024-02-25T22:57:10.919" v="29"/>
          <pc:sldLayoutMkLst>
            <pc:docMk/>
            <pc:sldMasterMk cId="1719295273" sldId="2147483672"/>
            <pc:sldLayoutMk cId="3154714844" sldId="2147483677"/>
          </pc:sldLayoutMkLst>
        </pc:sldLayoutChg>
        <pc:sldLayoutChg chg="mod">
          <pc:chgData name="Bara Hamadeh" userId="S::b_hamadeh@asu.edu.jo::ba91a99f-f3ba-46e6-ad5d-582794b375a9" providerId="AD" clId="Web-{EFF77755-FFCE-848B-E742-67EAF04B1F1A}" dt="2024-02-25T22:57:10.919" v="29"/>
          <pc:sldLayoutMkLst>
            <pc:docMk/>
            <pc:sldMasterMk cId="1719295273" sldId="2147483672"/>
            <pc:sldLayoutMk cId="1943265441" sldId="2147483678"/>
          </pc:sldLayoutMkLst>
        </pc:sldLayoutChg>
        <pc:sldLayoutChg chg="mod">
          <pc:chgData name="Bara Hamadeh" userId="S::b_hamadeh@asu.edu.jo::ba91a99f-f3ba-46e6-ad5d-582794b375a9" providerId="AD" clId="Web-{EFF77755-FFCE-848B-E742-67EAF04B1F1A}" dt="2024-02-25T22:57:10.919" v="29"/>
          <pc:sldLayoutMkLst>
            <pc:docMk/>
            <pc:sldMasterMk cId="1719295273" sldId="2147483672"/>
            <pc:sldLayoutMk cId="1103728720" sldId="2147483679"/>
          </pc:sldLayoutMkLst>
        </pc:sldLayoutChg>
        <pc:sldLayoutChg chg="mod">
          <pc:chgData name="Bara Hamadeh" userId="S::b_hamadeh@asu.edu.jo::ba91a99f-f3ba-46e6-ad5d-582794b375a9" providerId="AD" clId="Web-{EFF77755-FFCE-848B-E742-67EAF04B1F1A}" dt="2024-02-25T22:57:10.919" v="29"/>
          <pc:sldLayoutMkLst>
            <pc:docMk/>
            <pc:sldMasterMk cId="1719295273" sldId="2147483672"/>
            <pc:sldLayoutMk cId="3199667561" sldId="2147483680"/>
          </pc:sldLayoutMkLst>
        </pc:sldLayoutChg>
        <pc:sldLayoutChg chg="mod">
          <pc:chgData name="Bara Hamadeh" userId="S::b_hamadeh@asu.edu.jo::ba91a99f-f3ba-46e6-ad5d-582794b375a9" providerId="AD" clId="Web-{EFF77755-FFCE-848B-E742-67EAF04B1F1A}" dt="2024-02-25T22:57:10.919" v="29"/>
          <pc:sldLayoutMkLst>
            <pc:docMk/>
            <pc:sldMasterMk cId="1719295273" sldId="2147483672"/>
            <pc:sldLayoutMk cId="1593807278" sldId="2147483681"/>
          </pc:sldLayoutMkLst>
        </pc:sldLayoutChg>
        <pc:sldLayoutChg chg="mod">
          <pc:chgData name="Bara Hamadeh" userId="S::b_hamadeh@asu.edu.jo::ba91a99f-f3ba-46e6-ad5d-582794b375a9" providerId="AD" clId="Web-{EFF77755-FFCE-848B-E742-67EAF04B1F1A}" dt="2024-02-25T22:57:10.919" v="29"/>
          <pc:sldLayoutMkLst>
            <pc:docMk/>
            <pc:sldMasterMk cId="1719295273" sldId="2147483672"/>
            <pc:sldLayoutMk cId="4052592978" sldId="2147483682"/>
          </pc:sldLayoutMkLst>
        </pc:sldLayoutChg>
        <pc:sldLayoutChg chg="mod">
          <pc:chgData name="Bara Hamadeh" userId="S::b_hamadeh@asu.edu.jo::ba91a99f-f3ba-46e6-ad5d-582794b375a9" providerId="AD" clId="Web-{EFF77755-FFCE-848B-E742-67EAF04B1F1A}" dt="2024-02-25T22:57:10.919" v="29"/>
          <pc:sldLayoutMkLst>
            <pc:docMk/>
            <pc:sldMasterMk cId="1719295273" sldId="2147483672"/>
            <pc:sldLayoutMk cId="2606264647" sldId="2147483683"/>
          </pc:sldLayoutMkLst>
        </pc:sldLayoutChg>
      </pc:sldMasterChg>
    </pc:docChg>
  </pc:docChgLst>
  <pc:docChgLst>
    <pc:chgData name="Bara Hamadeh" userId="S::b_hamadeh@asu.edu.jo::ba91a99f-f3ba-46e6-ad5d-582794b375a9" providerId="AD" clId="Web-{3D7D8D1C-63E9-6C48-720D-6523066D5F6E}"/>
    <pc:docChg chg="modSld modMainMaster">
      <pc:chgData name="Bara Hamadeh" userId="S::b_hamadeh@asu.edu.jo::ba91a99f-f3ba-46e6-ad5d-582794b375a9" providerId="AD" clId="Web-{3D7D8D1C-63E9-6C48-720D-6523066D5F6E}" dt="2024-02-25T10:22:04.849" v="1"/>
      <pc:docMkLst>
        <pc:docMk/>
      </pc:docMkLst>
      <pc:sldChg chg="modSp">
        <pc:chgData name="Bara Hamadeh" userId="S::b_hamadeh@asu.edu.jo::ba91a99f-f3ba-46e6-ad5d-582794b375a9" providerId="AD" clId="Web-{3D7D8D1C-63E9-6C48-720D-6523066D5F6E}" dt="2024-02-25T10:21:55.692" v="0"/>
        <pc:sldMkLst>
          <pc:docMk/>
          <pc:sldMk cId="98556299" sldId="256"/>
        </pc:sldMkLst>
        <pc:spChg chg="mod">
          <ac:chgData name="Bara Hamadeh" userId="S::b_hamadeh@asu.edu.jo::ba91a99f-f3ba-46e6-ad5d-582794b375a9" providerId="AD" clId="Web-{3D7D8D1C-63E9-6C48-720D-6523066D5F6E}" dt="2024-02-25T10:21:55.692" v="0"/>
          <ac:spMkLst>
            <pc:docMk/>
            <pc:sldMk cId="98556299" sldId="256"/>
            <ac:spMk id="4" creationId="{3E2AE632-31A0-217D-FD10-0A342181E0D1}"/>
          </ac:spMkLst>
        </pc:spChg>
      </pc:sldChg>
      <pc:sldChg chg="modSp">
        <pc:chgData name="Bara Hamadeh" userId="S::b_hamadeh@asu.edu.jo::ba91a99f-f3ba-46e6-ad5d-582794b375a9" providerId="AD" clId="Web-{3D7D8D1C-63E9-6C48-720D-6523066D5F6E}" dt="2024-02-25T10:22:04.849" v="1"/>
        <pc:sldMkLst>
          <pc:docMk/>
          <pc:sldMk cId="763895569" sldId="257"/>
        </pc:sldMkLst>
        <pc:spChg chg="mod">
          <ac:chgData name="Bara Hamadeh" userId="S::b_hamadeh@asu.edu.jo::ba91a99f-f3ba-46e6-ad5d-582794b375a9" providerId="AD" clId="Web-{3D7D8D1C-63E9-6C48-720D-6523066D5F6E}" dt="2024-02-25T10:22:04.849" v="1"/>
          <ac:spMkLst>
            <pc:docMk/>
            <pc:sldMk cId="763895569" sldId="257"/>
            <ac:spMk id="4" creationId="{8258CA88-4CE1-2FF4-DD8D-F6AFF13B654D}"/>
          </ac:spMkLst>
        </pc:spChg>
      </pc:sldChg>
      <pc:sldChg chg="modSp">
        <pc:chgData name="Bara Hamadeh" userId="S::b_hamadeh@asu.edu.jo::ba91a99f-f3ba-46e6-ad5d-582794b375a9" providerId="AD" clId="Web-{3D7D8D1C-63E9-6C48-720D-6523066D5F6E}" dt="2024-02-25T10:22:04.849" v="1"/>
        <pc:sldMkLst>
          <pc:docMk/>
          <pc:sldMk cId="2201219679" sldId="258"/>
        </pc:sldMkLst>
        <pc:spChg chg="mod">
          <ac:chgData name="Bara Hamadeh" userId="S::b_hamadeh@asu.edu.jo::ba91a99f-f3ba-46e6-ad5d-582794b375a9" providerId="AD" clId="Web-{3D7D8D1C-63E9-6C48-720D-6523066D5F6E}" dt="2024-02-25T10:22:04.849" v="1"/>
          <ac:spMkLst>
            <pc:docMk/>
            <pc:sldMk cId="2201219679" sldId="258"/>
            <ac:spMk id="4" creationId="{66738BBB-0AA8-3DCA-D70D-202ADE3D7914}"/>
          </ac:spMkLst>
        </pc:spChg>
      </pc:sldChg>
      <pc:sldChg chg="modSp">
        <pc:chgData name="Bara Hamadeh" userId="S::b_hamadeh@asu.edu.jo::ba91a99f-f3ba-46e6-ad5d-582794b375a9" providerId="AD" clId="Web-{3D7D8D1C-63E9-6C48-720D-6523066D5F6E}" dt="2024-02-25T10:22:04.849" v="1"/>
        <pc:sldMkLst>
          <pc:docMk/>
          <pc:sldMk cId="1823405729" sldId="270"/>
        </pc:sldMkLst>
        <pc:spChg chg="mod">
          <ac:chgData name="Bara Hamadeh" userId="S::b_hamadeh@asu.edu.jo::ba91a99f-f3ba-46e6-ad5d-582794b375a9" providerId="AD" clId="Web-{3D7D8D1C-63E9-6C48-720D-6523066D5F6E}" dt="2024-02-25T10:22:04.849" v="1"/>
          <ac:spMkLst>
            <pc:docMk/>
            <pc:sldMk cId="1823405729" sldId="270"/>
            <ac:spMk id="4" creationId="{66738BBB-0AA8-3DCA-D70D-202ADE3D7914}"/>
          </ac:spMkLst>
        </pc:spChg>
      </pc:sldChg>
      <pc:sldChg chg="modSp">
        <pc:chgData name="Bara Hamadeh" userId="S::b_hamadeh@asu.edu.jo::ba91a99f-f3ba-46e6-ad5d-582794b375a9" providerId="AD" clId="Web-{3D7D8D1C-63E9-6C48-720D-6523066D5F6E}" dt="2024-02-25T10:22:04.849" v="1"/>
        <pc:sldMkLst>
          <pc:docMk/>
          <pc:sldMk cId="929410266" sldId="271"/>
        </pc:sldMkLst>
        <pc:spChg chg="mod">
          <ac:chgData name="Bara Hamadeh" userId="S::b_hamadeh@asu.edu.jo::ba91a99f-f3ba-46e6-ad5d-582794b375a9" providerId="AD" clId="Web-{3D7D8D1C-63E9-6C48-720D-6523066D5F6E}" dt="2024-02-25T10:22:04.849" v="1"/>
          <ac:spMkLst>
            <pc:docMk/>
            <pc:sldMk cId="929410266" sldId="271"/>
            <ac:spMk id="4" creationId="{66738BBB-0AA8-3DCA-D70D-202ADE3D7914}"/>
          </ac:spMkLst>
        </pc:spChg>
      </pc:sldChg>
      <pc:sldChg chg="modSp">
        <pc:chgData name="Bara Hamadeh" userId="S::b_hamadeh@asu.edu.jo::ba91a99f-f3ba-46e6-ad5d-582794b375a9" providerId="AD" clId="Web-{3D7D8D1C-63E9-6C48-720D-6523066D5F6E}" dt="2024-02-25T10:22:04.849" v="1"/>
        <pc:sldMkLst>
          <pc:docMk/>
          <pc:sldMk cId="438494095" sldId="272"/>
        </pc:sldMkLst>
        <pc:spChg chg="mod">
          <ac:chgData name="Bara Hamadeh" userId="S::b_hamadeh@asu.edu.jo::ba91a99f-f3ba-46e6-ad5d-582794b375a9" providerId="AD" clId="Web-{3D7D8D1C-63E9-6C48-720D-6523066D5F6E}" dt="2024-02-25T10:22:04.849" v="1"/>
          <ac:spMkLst>
            <pc:docMk/>
            <pc:sldMk cId="438494095" sldId="272"/>
            <ac:spMk id="4" creationId="{66738BBB-0AA8-3DCA-D70D-202ADE3D7914}"/>
          </ac:spMkLst>
        </pc:spChg>
      </pc:sldChg>
      <pc:sldChg chg="modSp">
        <pc:chgData name="Bara Hamadeh" userId="S::b_hamadeh@asu.edu.jo::ba91a99f-f3ba-46e6-ad5d-582794b375a9" providerId="AD" clId="Web-{3D7D8D1C-63E9-6C48-720D-6523066D5F6E}" dt="2024-02-25T10:22:04.849" v="1"/>
        <pc:sldMkLst>
          <pc:docMk/>
          <pc:sldMk cId="2205240147" sldId="273"/>
        </pc:sldMkLst>
        <pc:spChg chg="mod">
          <ac:chgData name="Bara Hamadeh" userId="S::b_hamadeh@asu.edu.jo::ba91a99f-f3ba-46e6-ad5d-582794b375a9" providerId="AD" clId="Web-{3D7D8D1C-63E9-6C48-720D-6523066D5F6E}" dt="2024-02-25T10:22:04.849" v="1"/>
          <ac:spMkLst>
            <pc:docMk/>
            <pc:sldMk cId="2205240147" sldId="273"/>
            <ac:spMk id="4" creationId="{66738BBB-0AA8-3DCA-D70D-202ADE3D7914}"/>
          </ac:spMkLst>
        </pc:spChg>
      </pc:sldChg>
      <pc:sldChg chg="modSp">
        <pc:chgData name="Bara Hamadeh" userId="S::b_hamadeh@asu.edu.jo::ba91a99f-f3ba-46e6-ad5d-582794b375a9" providerId="AD" clId="Web-{3D7D8D1C-63E9-6C48-720D-6523066D5F6E}" dt="2024-02-25T10:22:04.849" v="1"/>
        <pc:sldMkLst>
          <pc:docMk/>
          <pc:sldMk cId="673564993" sldId="274"/>
        </pc:sldMkLst>
        <pc:spChg chg="mod">
          <ac:chgData name="Bara Hamadeh" userId="S::b_hamadeh@asu.edu.jo::ba91a99f-f3ba-46e6-ad5d-582794b375a9" providerId="AD" clId="Web-{3D7D8D1C-63E9-6C48-720D-6523066D5F6E}" dt="2024-02-25T10:22:04.849" v="1"/>
          <ac:spMkLst>
            <pc:docMk/>
            <pc:sldMk cId="673564993" sldId="274"/>
            <ac:spMk id="4" creationId="{66738BBB-0AA8-3DCA-D70D-202ADE3D7914}"/>
          </ac:spMkLst>
        </pc:spChg>
      </pc:sldChg>
      <pc:sldChg chg="modSp">
        <pc:chgData name="Bara Hamadeh" userId="S::b_hamadeh@asu.edu.jo::ba91a99f-f3ba-46e6-ad5d-582794b375a9" providerId="AD" clId="Web-{3D7D8D1C-63E9-6C48-720D-6523066D5F6E}" dt="2024-02-25T10:22:04.849" v="1"/>
        <pc:sldMkLst>
          <pc:docMk/>
          <pc:sldMk cId="3387604837" sldId="275"/>
        </pc:sldMkLst>
        <pc:spChg chg="mod">
          <ac:chgData name="Bara Hamadeh" userId="S::b_hamadeh@asu.edu.jo::ba91a99f-f3ba-46e6-ad5d-582794b375a9" providerId="AD" clId="Web-{3D7D8D1C-63E9-6C48-720D-6523066D5F6E}" dt="2024-02-25T10:22:04.849" v="1"/>
          <ac:spMkLst>
            <pc:docMk/>
            <pc:sldMk cId="3387604837" sldId="275"/>
            <ac:spMk id="4" creationId="{66738BBB-0AA8-3DCA-D70D-202ADE3D7914}"/>
          </ac:spMkLst>
        </pc:spChg>
      </pc:sldChg>
      <pc:sldChg chg="modSp">
        <pc:chgData name="Bara Hamadeh" userId="S::b_hamadeh@asu.edu.jo::ba91a99f-f3ba-46e6-ad5d-582794b375a9" providerId="AD" clId="Web-{3D7D8D1C-63E9-6C48-720D-6523066D5F6E}" dt="2024-02-25T10:22:04.849" v="1"/>
        <pc:sldMkLst>
          <pc:docMk/>
          <pc:sldMk cId="2430681133" sldId="276"/>
        </pc:sldMkLst>
        <pc:spChg chg="mod">
          <ac:chgData name="Bara Hamadeh" userId="S::b_hamadeh@asu.edu.jo::ba91a99f-f3ba-46e6-ad5d-582794b375a9" providerId="AD" clId="Web-{3D7D8D1C-63E9-6C48-720D-6523066D5F6E}" dt="2024-02-25T10:22:04.849" v="1"/>
          <ac:spMkLst>
            <pc:docMk/>
            <pc:sldMk cId="2430681133" sldId="276"/>
            <ac:spMk id="4" creationId="{66738BBB-0AA8-3DCA-D70D-202ADE3D7914}"/>
          </ac:spMkLst>
        </pc:spChg>
      </pc:sldChg>
      <pc:sldChg chg="modSp">
        <pc:chgData name="Bara Hamadeh" userId="S::b_hamadeh@asu.edu.jo::ba91a99f-f3ba-46e6-ad5d-582794b375a9" providerId="AD" clId="Web-{3D7D8D1C-63E9-6C48-720D-6523066D5F6E}" dt="2024-02-25T10:22:04.849" v="1"/>
        <pc:sldMkLst>
          <pc:docMk/>
          <pc:sldMk cId="3533348817" sldId="277"/>
        </pc:sldMkLst>
        <pc:spChg chg="mod">
          <ac:chgData name="Bara Hamadeh" userId="S::b_hamadeh@asu.edu.jo::ba91a99f-f3ba-46e6-ad5d-582794b375a9" providerId="AD" clId="Web-{3D7D8D1C-63E9-6C48-720D-6523066D5F6E}" dt="2024-02-25T10:22:04.849" v="1"/>
          <ac:spMkLst>
            <pc:docMk/>
            <pc:sldMk cId="3533348817" sldId="277"/>
            <ac:spMk id="4" creationId="{66738BBB-0AA8-3DCA-D70D-202ADE3D7914}"/>
          </ac:spMkLst>
        </pc:spChg>
      </pc:sldChg>
      <pc:sldChg chg="modSp">
        <pc:chgData name="Bara Hamadeh" userId="S::b_hamadeh@asu.edu.jo::ba91a99f-f3ba-46e6-ad5d-582794b375a9" providerId="AD" clId="Web-{3D7D8D1C-63E9-6C48-720D-6523066D5F6E}" dt="2024-02-25T10:22:04.849" v="1"/>
        <pc:sldMkLst>
          <pc:docMk/>
          <pc:sldMk cId="3124691522" sldId="278"/>
        </pc:sldMkLst>
        <pc:spChg chg="mod">
          <ac:chgData name="Bara Hamadeh" userId="S::b_hamadeh@asu.edu.jo::ba91a99f-f3ba-46e6-ad5d-582794b375a9" providerId="AD" clId="Web-{3D7D8D1C-63E9-6C48-720D-6523066D5F6E}" dt="2024-02-25T10:22:04.849" v="1"/>
          <ac:spMkLst>
            <pc:docMk/>
            <pc:sldMk cId="3124691522" sldId="278"/>
            <ac:spMk id="4" creationId="{66738BBB-0AA8-3DCA-D70D-202ADE3D7914}"/>
          </ac:spMkLst>
        </pc:spChg>
      </pc:sldChg>
      <pc:sldChg chg="modSp">
        <pc:chgData name="Bara Hamadeh" userId="S::b_hamadeh@asu.edu.jo::ba91a99f-f3ba-46e6-ad5d-582794b375a9" providerId="AD" clId="Web-{3D7D8D1C-63E9-6C48-720D-6523066D5F6E}" dt="2024-02-25T10:22:04.849" v="1"/>
        <pc:sldMkLst>
          <pc:docMk/>
          <pc:sldMk cId="647134722" sldId="279"/>
        </pc:sldMkLst>
        <pc:spChg chg="mod">
          <ac:chgData name="Bara Hamadeh" userId="S::b_hamadeh@asu.edu.jo::ba91a99f-f3ba-46e6-ad5d-582794b375a9" providerId="AD" clId="Web-{3D7D8D1C-63E9-6C48-720D-6523066D5F6E}" dt="2024-02-25T10:22:04.849" v="1"/>
          <ac:spMkLst>
            <pc:docMk/>
            <pc:sldMk cId="647134722" sldId="279"/>
            <ac:spMk id="4" creationId="{66738BBB-0AA8-3DCA-D70D-202ADE3D7914}"/>
          </ac:spMkLst>
        </pc:spChg>
      </pc:sldChg>
      <pc:sldChg chg="modSp">
        <pc:chgData name="Bara Hamadeh" userId="S::b_hamadeh@asu.edu.jo::ba91a99f-f3ba-46e6-ad5d-582794b375a9" providerId="AD" clId="Web-{3D7D8D1C-63E9-6C48-720D-6523066D5F6E}" dt="2024-02-25T10:22:04.849" v="1"/>
        <pc:sldMkLst>
          <pc:docMk/>
          <pc:sldMk cId="1328811764" sldId="280"/>
        </pc:sldMkLst>
        <pc:spChg chg="mod">
          <ac:chgData name="Bara Hamadeh" userId="S::b_hamadeh@asu.edu.jo::ba91a99f-f3ba-46e6-ad5d-582794b375a9" providerId="AD" clId="Web-{3D7D8D1C-63E9-6C48-720D-6523066D5F6E}" dt="2024-02-25T10:22:04.849" v="1"/>
          <ac:spMkLst>
            <pc:docMk/>
            <pc:sldMk cId="1328811764" sldId="280"/>
            <ac:spMk id="4" creationId="{66738BBB-0AA8-3DCA-D70D-202ADE3D7914}"/>
          </ac:spMkLst>
        </pc:spChg>
      </pc:sldChg>
      <pc:sldChg chg="modSp">
        <pc:chgData name="Bara Hamadeh" userId="S::b_hamadeh@asu.edu.jo::ba91a99f-f3ba-46e6-ad5d-582794b375a9" providerId="AD" clId="Web-{3D7D8D1C-63E9-6C48-720D-6523066D5F6E}" dt="2024-02-25T10:22:04.849" v="1"/>
        <pc:sldMkLst>
          <pc:docMk/>
          <pc:sldMk cId="484251594" sldId="281"/>
        </pc:sldMkLst>
        <pc:spChg chg="mod">
          <ac:chgData name="Bara Hamadeh" userId="S::b_hamadeh@asu.edu.jo::ba91a99f-f3ba-46e6-ad5d-582794b375a9" providerId="AD" clId="Web-{3D7D8D1C-63E9-6C48-720D-6523066D5F6E}" dt="2024-02-25T10:22:04.849" v="1"/>
          <ac:spMkLst>
            <pc:docMk/>
            <pc:sldMk cId="484251594" sldId="281"/>
            <ac:spMk id="4" creationId="{66738BBB-0AA8-3DCA-D70D-202ADE3D7914}"/>
          </ac:spMkLst>
        </pc:spChg>
      </pc:sldChg>
      <pc:sldChg chg="modSp">
        <pc:chgData name="Bara Hamadeh" userId="S::b_hamadeh@asu.edu.jo::ba91a99f-f3ba-46e6-ad5d-582794b375a9" providerId="AD" clId="Web-{3D7D8D1C-63E9-6C48-720D-6523066D5F6E}" dt="2024-02-25T10:22:04.849" v="1"/>
        <pc:sldMkLst>
          <pc:docMk/>
          <pc:sldMk cId="3637511771" sldId="282"/>
        </pc:sldMkLst>
        <pc:spChg chg="mod">
          <ac:chgData name="Bara Hamadeh" userId="S::b_hamadeh@asu.edu.jo::ba91a99f-f3ba-46e6-ad5d-582794b375a9" providerId="AD" clId="Web-{3D7D8D1C-63E9-6C48-720D-6523066D5F6E}" dt="2024-02-25T10:22:04.849" v="1"/>
          <ac:spMkLst>
            <pc:docMk/>
            <pc:sldMk cId="3637511771" sldId="282"/>
            <ac:spMk id="4" creationId="{66738BBB-0AA8-3DCA-D70D-202ADE3D7914}"/>
          </ac:spMkLst>
        </pc:spChg>
      </pc:sldChg>
      <pc:sldChg chg="modSp">
        <pc:chgData name="Bara Hamadeh" userId="S::b_hamadeh@asu.edu.jo::ba91a99f-f3ba-46e6-ad5d-582794b375a9" providerId="AD" clId="Web-{3D7D8D1C-63E9-6C48-720D-6523066D5F6E}" dt="2024-02-25T10:22:04.849" v="1"/>
        <pc:sldMkLst>
          <pc:docMk/>
          <pc:sldMk cId="1339282972" sldId="283"/>
        </pc:sldMkLst>
        <pc:spChg chg="mod">
          <ac:chgData name="Bara Hamadeh" userId="S::b_hamadeh@asu.edu.jo::ba91a99f-f3ba-46e6-ad5d-582794b375a9" providerId="AD" clId="Web-{3D7D8D1C-63E9-6C48-720D-6523066D5F6E}" dt="2024-02-25T10:22:04.849" v="1"/>
          <ac:spMkLst>
            <pc:docMk/>
            <pc:sldMk cId="1339282972" sldId="283"/>
            <ac:spMk id="4" creationId="{66738BBB-0AA8-3DCA-D70D-202ADE3D7914}"/>
          </ac:spMkLst>
        </pc:spChg>
      </pc:sldChg>
      <pc:sldChg chg="modSp">
        <pc:chgData name="Bara Hamadeh" userId="S::b_hamadeh@asu.edu.jo::ba91a99f-f3ba-46e6-ad5d-582794b375a9" providerId="AD" clId="Web-{3D7D8D1C-63E9-6C48-720D-6523066D5F6E}" dt="2024-02-25T10:22:04.849" v="1"/>
        <pc:sldMkLst>
          <pc:docMk/>
          <pc:sldMk cId="2070985869" sldId="284"/>
        </pc:sldMkLst>
        <pc:spChg chg="mod">
          <ac:chgData name="Bara Hamadeh" userId="S::b_hamadeh@asu.edu.jo::ba91a99f-f3ba-46e6-ad5d-582794b375a9" providerId="AD" clId="Web-{3D7D8D1C-63E9-6C48-720D-6523066D5F6E}" dt="2024-02-25T10:22:04.849" v="1"/>
          <ac:spMkLst>
            <pc:docMk/>
            <pc:sldMk cId="2070985869" sldId="284"/>
            <ac:spMk id="4" creationId="{66738BBB-0AA8-3DCA-D70D-202ADE3D7914}"/>
          </ac:spMkLst>
        </pc:spChg>
      </pc:sldChg>
      <pc:sldChg chg="modSp">
        <pc:chgData name="Bara Hamadeh" userId="S::b_hamadeh@asu.edu.jo::ba91a99f-f3ba-46e6-ad5d-582794b375a9" providerId="AD" clId="Web-{3D7D8D1C-63E9-6C48-720D-6523066D5F6E}" dt="2024-02-25T10:22:04.849" v="1"/>
        <pc:sldMkLst>
          <pc:docMk/>
          <pc:sldMk cId="1079231064" sldId="285"/>
        </pc:sldMkLst>
        <pc:spChg chg="mod">
          <ac:chgData name="Bara Hamadeh" userId="S::b_hamadeh@asu.edu.jo::ba91a99f-f3ba-46e6-ad5d-582794b375a9" providerId="AD" clId="Web-{3D7D8D1C-63E9-6C48-720D-6523066D5F6E}" dt="2024-02-25T10:22:04.849" v="1"/>
          <ac:spMkLst>
            <pc:docMk/>
            <pc:sldMk cId="1079231064" sldId="285"/>
            <ac:spMk id="4" creationId="{66738BBB-0AA8-3DCA-D70D-202ADE3D7914}"/>
          </ac:spMkLst>
        </pc:spChg>
      </pc:sldChg>
      <pc:sldChg chg="modSp">
        <pc:chgData name="Bara Hamadeh" userId="S::b_hamadeh@asu.edu.jo::ba91a99f-f3ba-46e6-ad5d-582794b375a9" providerId="AD" clId="Web-{3D7D8D1C-63E9-6C48-720D-6523066D5F6E}" dt="2024-02-25T10:22:04.849" v="1"/>
        <pc:sldMkLst>
          <pc:docMk/>
          <pc:sldMk cId="563056815" sldId="286"/>
        </pc:sldMkLst>
        <pc:spChg chg="mod">
          <ac:chgData name="Bara Hamadeh" userId="S::b_hamadeh@asu.edu.jo::ba91a99f-f3ba-46e6-ad5d-582794b375a9" providerId="AD" clId="Web-{3D7D8D1C-63E9-6C48-720D-6523066D5F6E}" dt="2024-02-25T10:22:04.849" v="1"/>
          <ac:spMkLst>
            <pc:docMk/>
            <pc:sldMk cId="563056815" sldId="286"/>
            <ac:spMk id="4" creationId="{66738BBB-0AA8-3DCA-D70D-202ADE3D7914}"/>
          </ac:spMkLst>
        </pc:spChg>
      </pc:sldChg>
      <pc:sldChg chg="modSp">
        <pc:chgData name="Bara Hamadeh" userId="S::b_hamadeh@asu.edu.jo::ba91a99f-f3ba-46e6-ad5d-582794b375a9" providerId="AD" clId="Web-{3D7D8D1C-63E9-6C48-720D-6523066D5F6E}" dt="2024-02-25T10:22:04.849" v="1"/>
        <pc:sldMkLst>
          <pc:docMk/>
          <pc:sldMk cId="2918399256" sldId="287"/>
        </pc:sldMkLst>
        <pc:spChg chg="mod">
          <ac:chgData name="Bara Hamadeh" userId="S::b_hamadeh@asu.edu.jo::ba91a99f-f3ba-46e6-ad5d-582794b375a9" providerId="AD" clId="Web-{3D7D8D1C-63E9-6C48-720D-6523066D5F6E}" dt="2024-02-25T10:22:04.849" v="1"/>
          <ac:spMkLst>
            <pc:docMk/>
            <pc:sldMk cId="2918399256" sldId="287"/>
            <ac:spMk id="4" creationId="{66738BBB-0AA8-3DCA-D70D-202ADE3D7914}"/>
          </ac:spMkLst>
        </pc:spChg>
      </pc:sldChg>
      <pc:sldChg chg="modSp">
        <pc:chgData name="Bara Hamadeh" userId="S::b_hamadeh@asu.edu.jo::ba91a99f-f3ba-46e6-ad5d-582794b375a9" providerId="AD" clId="Web-{3D7D8D1C-63E9-6C48-720D-6523066D5F6E}" dt="2024-02-25T10:22:04.849" v="1"/>
        <pc:sldMkLst>
          <pc:docMk/>
          <pc:sldMk cId="3950963537" sldId="288"/>
        </pc:sldMkLst>
        <pc:spChg chg="mod">
          <ac:chgData name="Bara Hamadeh" userId="S::b_hamadeh@asu.edu.jo::ba91a99f-f3ba-46e6-ad5d-582794b375a9" providerId="AD" clId="Web-{3D7D8D1C-63E9-6C48-720D-6523066D5F6E}" dt="2024-02-25T10:22:04.849" v="1"/>
          <ac:spMkLst>
            <pc:docMk/>
            <pc:sldMk cId="3950963537" sldId="288"/>
            <ac:spMk id="4" creationId="{66738BBB-0AA8-3DCA-D70D-202ADE3D7914}"/>
          </ac:spMkLst>
        </pc:spChg>
      </pc:sldChg>
      <pc:sldChg chg="modSp">
        <pc:chgData name="Bara Hamadeh" userId="S::b_hamadeh@asu.edu.jo::ba91a99f-f3ba-46e6-ad5d-582794b375a9" providerId="AD" clId="Web-{3D7D8D1C-63E9-6C48-720D-6523066D5F6E}" dt="2024-02-25T10:22:04.849" v="1"/>
        <pc:sldMkLst>
          <pc:docMk/>
          <pc:sldMk cId="566080341" sldId="289"/>
        </pc:sldMkLst>
        <pc:spChg chg="mod">
          <ac:chgData name="Bara Hamadeh" userId="S::b_hamadeh@asu.edu.jo::ba91a99f-f3ba-46e6-ad5d-582794b375a9" providerId="AD" clId="Web-{3D7D8D1C-63E9-6C48-720D-6523066D5F6E}" dt="2024-02-25T10:22:04.849" v="1"/>
          <ac:spMkLst>
            <pc:docMk/>
            <pc:sldMk cId="566080341" sldId="289"/>
            <ac:spMk id="4" creationId="{66738BBB-0AA8-3DCA-D70D-202ADE3D7914}"/>
          </ac:spMkLst>
        </pc:spChg>
      </pc:sldChg>
      <pc:sldChg chg="modSp">
        <pc:chgData name="Bara Hamadeh" userId="S::b_hamadeh@asu.edu.jo::ba91a99f-f3ba-46e6-ad5d-582794b375a9" providerId="AD" clId="Web-{3D7D8D1C-63E9-6C48-720D-6523066D5F6E}" dt="2024-02-25T10:22:04.849" v="1"/>
        <pc:sldMkLst>
          <pc:docMk/>
          <pc:sldMk cId="2989461448" sldId="290"/>
        </pc:sldMkLst>
        <pc:spChg chg="mod">
          <ac:chgData name="Bara Hamadeh" userId="S::b_hamadeh@asu.edu.jo::ba91a99f-f3ba-46e6-ad5d-582794b375a9" providerId="AD" clId="Web-{3D7D8D1C-63E9-6C48-720D-6523066D5F6E}" dt="2024-02-25T10:22:04.849" v="1"/>
          <ac:spMkLst>
            <pc:docMk/>
            <pc:sldMk cId="2989461448" sldId="290"/>
            <ac:spMk id="4" creationId="{66738BBB-0AA8-3DCA-D70D-202ADE3D7914}"/>
          </ac:spMkLst>
        </pc:spChg>
      </pc:sldChg>
      <pc:sldChg chg="modSp">
        <pc:chgData name="Bara Hamadeh" userId="S::b_hamadeh@asu.edu.jo::ba91a99f-f3ba-46e6-ad5d-582794b375a9" providerId="AD" clId="Web-{3D7D8D1C-63E9-6C48-720D-6523066D5F6E}" dt="2024-02-25T10:22:04.849" v="1"/>
        <pc:sldMkLst>
          <pc:docMk/>
          <pc:sldMk cId="3993648301" sldId="291"/>
        </pc:sldMkLst>
        <pc:spChg chg="mod">
          <ac:chgData name="Bara Hamadeh" userId="S::b_hamadeh@asu.edu.jo::ba91a99f-f3ba-46e6-ad5d-582794b375a9" providerId="AD" clId="Web-{3D7D8D1C-63E9-6C48-720D-6523066D5F6E}" dt="2024-02-25T10:22:04.849" v="1"/>
          <ac:spMkLst>
            <pc:docMk/>
            <pc:sldMk cId="3993648301" sldId="291"/>
            <ac:spMk id="4" creationId="{66738BBB-0AA8-3DCA-D70D-202ADE3D7914}"/>
          </ac:spMkLst>
        </pc:spChg>
      </pc:sldChg>
      <pc:sldChg chg="modSp">
        <pc:chgData name="Bara Hamadeh" userId="S::b_hamadeh@asu.edu.jo::ba91a99f-f3ba-46e6-ad5d-582794b375a9" providerId="AD" clId="Web-{3D7D8D1C-63E9-6C48-720D-6523066D5F6E}" dt="2024-02-25T10:22:04.849" v="1"/>
        <pc:sldMkLst>
          <pc:docMk/>
          <pc:sldMk cId="989738598" sldId="292"/>
        </pc:sldMkLst>
        <pc:spChg chg="mod">
          <ac:chgData name="Bara Hamadeh" userId="S::b_hamadeh@asu.edu.jo::ba91a99f-f3ba-46e6-ad5d-582794b375a9" providerId="AD" clId="Web-{3D7D8D1C-63E9-6C48-720D-6523066D5F6E}" dt="2024-02-25T10:22:04.849" v="1"/>
          <ac:spMkLst>
            <pc:docMk/>
            <pc:sldMk cId="989738598" sldId="292"/>
            <ac:spMk id="4" creationId="{66738BBB-0AA8-3DCA-D70D-202ADE3D7914}"/>
          </ac:spMkLst>
        </pc:spChg>
      </pc:sldChg>
      <pc:sldChg chg="modSp">
        <pc:chgData name="Bara Hamadeh" userId="S::b_hamadeh@asu.edu.jo::ba91a99f-f3ba-46e6-ad5d-582794b375a9" providerId="AD" clId="Web-{3D7D8D1C-63E9-6C48-720D-6523066D5F6E}" dt="2024-02-25T10:22:04.849" v="1"/>
        <pc:sldMkLst>
          <pc:docMk/>
          <pc:sldMk cId="1638555484" sldId="293"/>
        </pc:sldMkLst>
        <pc:spChg chg="mod">
          <ac:chgData name="Bara Hamadeh" userId="S::b_hamadeh@asu.edu.jo::ba91a99f-f3ba-46e6-ad5d-582794b375a9" providerId="AD" clId="Web-{3D7D8D1C-63E9-6C48-720D-6523066D5F6E}" dt="2024-02-25T10:22:04.849" v="1"/>
          <ac:spMkLst>
            <pc:docMk/>
            <pc:sldMk cId="1638555484" sldId="293"/>
            <ac:spMk id="4" creationId="{66738BBB-0AA8-3DCA-D70D-202ADE3D7914}"/>
          </ac:spMkLst>
        </pc:spChg>
      </pc:sldChg>
      <pc:sldChg chg="modSp">
        <pc:chgData name="Bara Hamadeh" userId="S::b_hamadeh@asu.edu.jo::ba91a99f-f3ba-46e6-ad5d-582794b375a9" providerId="AD" clId="Web-{3D7D8D1C-63E9-6C48-720D-6523066D5F6E}" dt="2024-02-25T10:22:04.849" v="1"/>
        <pc:sldMkLst>
          <pc:docMk/>
          <pc:sldMk cId="762673483" sldId="294"/>
        </pc:sldMkLst>
        <pc:spChg chg="mod">
          <ac:chgData name="Bara Hamadeh" userId="S::b_hamadeh@asu.edu.jo::ba91a99f-f3ba-46e6-ad5d-582794b375a9" providerId="AD" clId="Web-{3D7D8D1C-63E9-6C48-720D-6523066D5F6E}" dt="2024-02-25T10:22:04.849" v="1"/>
          <ac:spMkLst>
            <pc:docMk/>
            <pc:sldMk cId="762673483" sldId="294"/>
            <ac:spMk id="4" creationId="{66738BBB-0AA8-3DCA-D70D-202ADE3D7914}"/>
          </ac:spMkLst>
        </pc:spChg>
      </pc:sldChg>
      <pc:sldChg chg="modSp">
        <pc:chgData name="Bara Hamadeh" userId="S::b_hamadeh@asu.edu.jo::ba91a99f-f3ba-46e6-ad5d-582794b375a9" providerId="AD" clId="Web-{3D7D8D1C-63E9-6C48-720D-6523066D5F6E}" dt="2024-02-25T10:22:04.849" v="1"/>
        <pc:sldMkLst>
          <pc:docMk/>
          <pc:sldMk cId="2320340895" sldId="295"/>
        </pc:sldMkLst>
        <pc:spChg chg="mod">
          <ac:chgData name="Bara Hamadeh" userId="S::b_hamadeh@asu.edu.jo::ba91a99f-f3ba-46e6-ad5d-582794b375a9" providerId="AD" clId="Web-{3D7D8D1C-63E9-6C48-720D-6523066D5F6E}" dt="2024-02-25T10:22:04.849" v="1"/>
          <ac:spMkLst>
            <pc:docMk/>
            <pc:sldMk cId="2320340895" sldId="295"/>
            <ac:spMk id="4" creationId="{66738BBB-0AA8-3DCA-D70D-202ADE3D7914}"/>
          </ac:spMkLst>
        </pc:spChg>
      </pc:sldChg>
      <pc:sldChg chg="modSp">
        <pc:chgData name="Bara Hamadeh" userId="S::b_hamadeh@asu.edu.jo::ba91a99f-f3ba-46e6-ad5d-582794b375a9" providerId="AD" clId="Web-{3D7D8D1C-63E9-6C48-720D-6523066D5F6E}" dt="2024-02-25T10:22:04.849" v="1"/>
        <pc:sldMkLst>
          <pc:docMk/>
          <pc:sldMk cId="725108513" sldId="296"/>
        </pc:sldMkLst>
        <pc:spChg chg="mod">
          <ac:chgData name="Bara Hamadeh" userId="S::b_hamadeh@asu.edu.jo::ba91a99f-f3ba-46e6-ad5d-582794b375a9" providerId="AD" clId="Web-{3D7D8D1C-63E9-6C48-720D-6523066D5F6E}" dt="2024-02-25T10:22:04.849" v="1"/>
          <ac:spMkLst>
            <pc:docMk/>
            <pc:sldMk cId="725108513" sldId="296"/>
            <ac:spMk id="4" creationId="{66738BBB-0AA8-3DCA-D70D-202ADE3D7914}"/>
          </ac:spMkLst>
        </pc:spChg>
      </pc:sldChg>
      <pc:sldChg chg="modSp">
        <pc:chgData name="Bara Hamadeh" userId="S::b_hamadeh@asu.edu.jo::ba91a99f-f3ba-46e6-ad5d-582794b375a9" providerId="AD" clId="Web-{3D7D8D1C-63E9-6C48-720D-6523066D5F6E}" dt="2024-02-25T10:22:04.849" v="1"/>
        <pc:sldMkLst>
          <pc:docMk/>
          <pc:sldMk cId="1090311832" sldId="297"/>
        </pc:sldMkLst>
        <pc:spChg chg="mod">
          <ac:chgData name="Bara Hamadeh" userId="S::b_hamadeh@asu.edu.jo::ba91a99f-f3ba-46e6-ad5d-582794b375a9" providerId="AD" clId="Web-{3D7D8D1C-63E9-6C48-720D-6523066D5F6E}" dt="2024-02-25T10:22:04.849" v="1"/>
          <ac:spMkLst>
            <pc:docMk/>
            <pc:sldMk cId="1090311832" sldId="297"/>
            <ac:spMk id="4" creationId="{66738BBB-0AA8-3DCA-D70D-202ADE3D7914}"/>
          </ac:spMkLst>
        </pc:spChg>
      </pc:sldChg>
      <pc:sldChg chg="modSp">
        <pc:chgData name="Bara Hamadeh" userId="S::b_hamadeh@asu.edu.jo::ba91a99f-f3ba-46e6-ad5d-582794b375a9" providerId="AD" clId="Web-{3D7D8D1C-63E9-6C48-720D-6523066D5F6E}" dt="2024-02-25T10:22:04.849" v="1"/>
        <pc:sldMkLst>
          <pc:docMk/>
          <pc:sldMk cId="2489115075" sldId="298"/>
        </pc:sldMkLst>
        <pc:spChg chg="mod">
          <ac:chgData name="Bara Hamadeh" userId="S::b_hamadeh@asu.edu.jo::ba91a99f-f3ba-46e6-ad5d-582794b375a9" providerId="AD" clId="Web-{3D7D8D1C-63E9-6C48-720D-6523066D5F6E}" dt="2024-02-25T10:22:04.849" v="1"/>
          <ac:spMkLst>
            <pc:docMk/>
            <pc:sldMk cId="2489115075" sldId="298"/>
            <ac:spMk id="4" creationId="{66738BBB-0AA8-3DCA-D70D-202ADE3D7914}"/>
          </ac:spMkLst>
        </pc:spChg>
      </pc:sldChg>
      <pc:sldChg chg="modSp">
        <pc:chgData name="Bara Hamadeh" userId="S::b_hamadeh@asu.edu.jo::ba91a99f-f3ba-46e6-ad5d-582794b375a9" providerId="AD" clId="Web-{3D7D8D1C-63E9-6C48-720D-6523066D5F6E}" dt="2024-02-25T10:22:04.849" v="1"/>
        <pc:sldMkLst>
          <pc:docMk/>
          <pc:sldMk cId="1668873758" sldId="299"/>
        </pc:sldMkLst>
        <pc:spChg chg="mod">
          <ac:chgData name="Bara Hamadeh" userId="S::b_hamadeh@asu.edu.jo::ba91a99f-f3ba-46e6-ad5d-582794b375a9" providerId="AD" clId="Web-{3D7D8D1C-63E9-6C48-720D-6523066D5F6E}" dt="2024-02-25T10:22:04.849" v="1"/>
          <ac:spMkLst>
            <pc:docMk/>
            <pc:sldMk cId="1668873758" sldId="299"/>
            <ac:spMk id="4" creationId="{66738BBB-0AA8-3DCA-D70D-202ADE3D7914}"/>
          </ac:spMkLst>
        </pc:spChg>
      </pc:sldChg>
      <pc:sldChg chg="modSp">
        <pc:chgData name="Bara Hamadeh" userId="S::b_hamadeh@asu.edu.jo::ba91a99f-f3ba-46e6-ad5d-582794b375a9" providerId="AD" clId="Web-{3D7D8D1C-63E9-6C48-720D-6523066D5F6E}" dt="2024-02-25T10:22:04.849" v="1"/>
        <pc:sldMkLst>
          <pc:docMk/>
          <pc:sldMk cId="2505574513" sldId="300"/>
        </pc:sldMkLst>
        <pc:spChg chg="mod">
          <ac:chgData name="Bara Hamadeh" userId="S::b_hamadeh@asu.edu.jo::ba91a99f-f3ba-46e6-ad5d-582794b375a9" providerId="AD" clId="Web-{3D7D8D1C-63E9-6C48-720D-6523066D5F6E}" dt="2024-02-25T10:22:04.849" v="1"/>
          <ac:spMkLst>
            <pc:docMk/>
            <pc:sldMk cId="2505574513" sldId="300"/>
            <ac:spMk id="4" creationId="{66738BBB-0AA8-3DCA-D70D-202ADE3D7914}"/>
          </ac:spMkLst>
        </pc:spChg>
      </pc:sldChg>
      <pc:sldChg chg="modSp">
        <pc:chgData name="Bara Hamadeh" userId="S::b_hamadeh@asu.edu.jo::ba91a99f-f3ba-46e6-ad5d-582794b375a9" providerId="AD" clId="Web-{3D7D8D1C-63E9-6C48-720D-6523066D5F6E}" dt="2024-02-25T10:22:04.849" v="1"/>
        <pc:sldMkLst>
          <pc:docMk/>
          <pc:sldMk cId="87012485" sldId="301"/>
        </pc:sldMkLst>
        <pc:spChg chg="mod">
          <ac:chgData name="Bara Hamadeh" userId="S::b_hamadeh@asu.edu.jo::ba91a99f-f3ba-46e6-ad5d-582794b375a9" providerId="AD" clId="Web-{3D7D8D1C-63E9-6C48-720D-6523066D5F6E}" dt="2024-02-25T10:22:04.849" v="1"/>
          <ac:spMkLst>
            <pc:docMk/>
            <pc:sldMk cId="87012485" sldId="301"/>
            <ac:spMk id="4" creationId="{66738BBB-0AA8-3DCA-D70D-202ADE3D7914}"/>
          </ac:spMkLst>
        </pc:spChg>
      </pc:sldChg>
      <pc:sldChg chg="modSp">
        <pc:chgData name="Bara Hamadeh" userId="S::b_hamadeh@asu.edu.jo::ba91a99f-f3ba-46e6-ad5d-582794b375a9" providerId="AD" clId="Web-{3D7D8D1C-63E9-6C48-720D-6523066D5F6E}" dt="2024-02-25T10:22:04.849" v="1"/>
        <pc:sldMkLst>
          <pc:docMk/>
          <pc:sldMk cId="2698461710" sldId="305"/>
        </pc:sldMkLst>
        <pc:spChg chg="mod">
          <ac:chgData name="Bara Hamadeh" userId="S::b_hamadeh@asu.edu.jo::ba91a99f-f3ba-46e6-ad5d-582794b375a9" providerId="AD" clId="Web-{3D7D8D1C-63E9-6C48-720D-6523066D5F6E}" dt="2024-02-25T10:22:04.849" v="1"/>
          <ac:spMkLst>
            <pc:docMk/>
            <pc:sldMk cId="2698461710" sldId="305"/>
            <ac:spMk id="4" creationId="{66738BBB-0AA8-3DCA-D70D-202ADE3D7914}"/>
          </ac:spMkLst>
        </pc:spChg>
      </pc:sldChg>
      <pc:sldChg chg="modSp">
        <pc:chgData name="Bara Hamadeh" userId="S::b_hamadeh@asu.edu.jo::ba91a99f-f3ba-46e6-ad5d-582794b375a9" providerId="AD" clId="Web-{3D7D8D1C-63E9-6C48-720D-6523066D5F6E}" dt="2024-02-25T10:22:04.849" v="1"/>
        <pc:sldMkLst>
          <pc:docMk/>
          <pc:sldMk cId="1125617543" sldId="306"/>
        </pc:sldMkLst>
        <pc:spChg chg="mod">
          <ac:chgData name="Bara Hamadeh" userId="S::b_hamadeh@asu.edu.jo::ba91a99f-f3ba-46e6-ad5d-582794b375a9" providerId="AD" clId="Web-{3D7D8D1C-63E9-6C48-720D-6523066D5F6E}" dt="2024-02-25T10:22:04.849" v="1"/>
          <ac:spMkLst>
            <pc:docMk/>
            <pc:sldMk cId="1125617543" sldId="306"/>
            <ac:spMk id="4" creationId="{66738BBB-0AA8-3DCA-D70D-202ADE3D7914}"/>
          </ac:spMkLst>
        </pc:spChg>
      </pc:sldChg>
      <pc:sldChg chg="modSp">
        <pc:chgData name="Bara Hamadeh" userId="S::b_hamadeh@asu.edu.jo::ba91a99f-f3ba-46e6-ad5d-582794b375a9" providerId="AD" clId="Web-{3D7D8D1C-63E9-6C48-720D-6523066D5F6E}" dt="2024-02-25T10:22:04.849" v="1"/>
        <pc:sldMkLst>
          <pc:docMk/>
          <pc:sldMk cId="615627774" sldId="307"/>
        </pc:sldMkLst>
        <pc:spChg chg="mod">
          <ac:chgData name="Bara Hamadeh" userId="S::b_hamadeh@asu.edu.jo::ba91a99f-f3ba-46e6-ad5d-582794b375a9" providerId="AD" clId="Web-{3D7D8D1C-63E9-6C48-720D-6523066D5F6E}" dt="2024-02-25T10:22:04.849" v="1"/>
          <ac:spMkLst>
            <pc:docMk/>
            <pc:sldMk cId="615627774" sldId="307"/>
            <ac:spMk id="4" creationId="{66738BBB-0AA8-3DCA-D70D-202ADE3D7914}"/>
          </ac:spMkLst>
        </pc:spChg>
      </pc:sldChg>
      <pc:sldChg chg="modSp">
        <pc:chgData name="Bara Hamadeh" userId="S::b_hamadeh@asu.edu.jo::ba91a99f-f3ba-46e6-ad5d-582794b375a9" providerId="AD" clId="Web-{3D7D8D1C-63E9-6C48-720D-6523066D5F6E}" dt="2024-02-25T10:22:04.849" v="1"/>
        <pc:sldMkLst>
          <pc:docMk/>
          <pc:sldMk cId="84720062" sldId="308"/>
        </pc:sldMkLst>
        <pc:spChg chg="mod">
          <ac:chgData name="Bara Hamadeh" userId="S::b_hamadeh@asu.edu.jo::ba91a99f-f3ba-46e6-ad5d-582794b375a9" providerId="AD" clId="Web-{3D7D8D1C-63E9-6C48-720D-6523066D5F6E}" dt="2024-02-25T10:22:04.849" v="1"/>
          <ac:spMkLst>
            <pc:docMk/>
            <pc:sldMk cId="84720062" sldId="308"/>
            <ac:spMk id="4" creationId="{66738BBB-0AA8-3DCA-D70D-202ADE3D7914}"/>
          </ac:spMkLst>
        </pc:spChg>
      </pc:sldChg>
      <pc:sldChg chg="modSp">
        <pc:chgData name="Bara Hamadeh" userId="S::b_hamadeh@asu.edu.jo::ba91a99f-f3ba-46e6-ad5d-582794b375a9" providerId="AD" clId="Web-{3D7D8D1C-63E9-6C48-720D-6523066D5F6E}" dt="2024-02-25T10:22:04.849" v="1"/>
        <pc:sldMkLst>
          <pc:docMk/>
          <pc:sldMk cId="2024109889" sldId="309"/>
        </pc:sldMkLst>
        <pc:spChg chg="mod">
          <ac:chgData name="Bara Hamadeh" userId="S::b_hamadeh@asu.edu.jo::ba91a99f-f3ba-46e6-ad5d-582794b375a9" providerId="AD" clId="Web-{3D7D8D1C-63E9-6C48-720D-6523066D5F6E}" dt="2024-02-25T10:22:04.849" v="1"/>
          <ac:spMkLst>
            <pc:docMk/>
            <pc:sldMk cId="2024109889" sldId="309"/>
            <ac:spMk id="4" creationId="{66738BBB-0AA8-3DCA-D70D-202ADE3D7914}"/>
          </ac:spMkLst>
        </pc:spChg>
      </pc:sldChg>
      <pc:sldChg chg="modSp">
        <pc:chgData name="Bara Hamadeh" userId="S::b_hamadeh@asu.edu.jo::ba91a99f-f3ba-46e6-ad5d-582794b375a9" providerId="AD" clId="Web-{3D7D8D1C-63E9-6C48-720D-6523066D5F6E}" dt="2024-02-25T10:22:04.849" v="1"/>
        <pc:sldMkLst>
          <pc:docMk/>
          <pc:sldMk cId="2699791274" sldId="310"/>
        </pc:sldMkLst>
        <pc:spChg chg="mod">
          <ac:chgData name="Bara Hamadeh" userId="S::b_hamadeh@asu.edu.jo::ba91a99f-f3ba-46e6-ad5d-582794b375a9" providerId="AD" clId="Web-{3D7D8D1C-63E9-6C48-720D-6523066D5F6E}" dt="2024-02-25T10:22:04.849" v="1"/>
          <ac:spMkLst>
            <pc:docMk/>
            <pc:sldMk cId="2699791274" sldId="310"/>
            <ac:spMk id="4" creationId="{66738BBB-0AA8-3DCA-D70D-202ADE3D7914}"/>
          </ac:spMkLst>
        </pc:spChg>
      </pc:sldChg>
      <pc:sldChg chg="modSp">
        <pc:chgData name="Bara Hamadeh" userId="S::b_hamadeh@asu.edu.jo::ba91a99f-f3ba-46e6-ad5d-582794b375a9" providerId="AD" clId="Web-{3D7D8D1C-63E9-6C48-720D-6523066D5F6E}" dt="2024-02-25T10:22:04.849" v="1"/>
        <pc:sldMkLst>
          <pc:docMk/>
          <pc:sldMk cId="2730249457" sldId="312"/>
        </pc:sldMkLst>
        <pc:spChg chg="mod">
          <ac:chgData name="Bara Hamadeh" userId="S::b_hamadeh@asu.edu.jo::ba91a99f-f3ba-46e6-ad5d-582794b375a9" providerId="AD" clId="Web-{3D7D8D1C-63E9-6C48-720D-6523066D5F6E}" dt="2024-02-25T10:22:04.849" v="1"/>
          <ac:spMkLst>
            <pc:docMk/>
            <pc:sldMk cId="2730249457" sldId="312"/>
            <ac:spMk id="4" creationId="{66738BBB-0AA8-3DCA-D70D-202ADE3D7914}"/>
          </ac:spMkLst>
        </pc:spChg>
      </pc:sldChg>
      <pc:sldChg chg="modSp">
        <pc:chgData name="Bara Hamadeh" userId="S::b_hamadeh@asu.edu.jo::ba91a99f-f3ba-46e6-ad5d-582794b375a9" providerId="AD" clId="Web-{3D7D8D1C-63E9-6C48-720D-6523066D5F6E}" dt="2024-02-25T10:22:04.849" v="1"/>
        <pc:sldMkLst>
          <pc:docMk/>
          <pc:sldMk cId="1077123618" sldId="313"/>
        </pc:sldMkLst>
        <pc:spChg chg="mod">
          <ac:chgData name="Bara Hamadeh" userId="S::b_hamadeh@asu.edu.jo::ba91a99f-f3ba-46e6-ad5d-582794b375a9" providerId="AD" clId="Web-{3D7D8D1C-63E9-6C48-720D-6523066D5F6E}" dt="2024-02-25T10:22:04.849" v="1"/>
          <ac:spMkLst>
            <pc:docMk/>
            <pc:sldMk cId="1077123618" sldId="313"/>
            <ac:spMk id="4" creationId="{66738BBB-0AA8-3DCA-D70D-202ADE3D7914}"/>
          </ac:spMkLst>
        </pc:spChg>
      </pc:sldChg>
      <pc:sldChg chg="modSp">
        <pc:chgData name="Bara Hamadeh" userId="S::b_hamadeh@asu.edu.jo::ba91a99f-f3ba-46e6-ad5d-582794b375a9" providerId="AD" clId="Web-{3D7D8D1C-63E9-6C48-720D-6523066D5F6E}" dt="2024-02-25T10:22:04.849" v="1"/>
        <pc:sldMkLst>
          <pc:docMk/>
          <pc:sldMk cId="2417962480" sldId="314"/>
        </pc:sldMkLst>
        <pc:spChg chg="mod">
          <ac:chgData name="Bara Hamadeh" userId="S::b_hamadeh@asu.edu.jo::ba91a99f-f3ba-46e6-ad5d-582794b375a9" providerId="AD" clId="Web-{3D7D8D1C-63E9-6C48-720D-6523066D5F6E}" dt="2024-02-25T10:22:04.849" v="1"/>
          <ac:spMkLst>
            <pc:docMk/>
            <pc:sldMk cId="2417962480" sldId="314"/>
            <ac:spMk id="4" creationId="{66738BBB-0AA8-3DCA-D70D-202ADE3D7914}"/>
          </ac:spMkLst>
        </pc:spChg>
      </pc:sldChg>
      <pc:sldChg chg="modSp">
        <pc:chgData name="Bara Hamadeh" userId="S::b_hamadeh@asu.edu.jo::ba91a99f-f3ba-46e6-ad5d-582794b375a9" providerId="AD" clId="Web-{3D7D8D1C-63E9-6C48-720D-6523066D5F6E}" dt="2024-02-25T10:22:04.849" v="1"/>
        <pc:sldMkLst>
          <pc:docMk/>
          <pc:sldMk cId="2689654010" sldId="315"/>
        </pc:sldMkLst>
        <pc:spChg chg="mod">
          <ac:chgData name="Bara Hamadeh" userId="S::b_hamadeh@asu.edu.jo::ba91a99f-f3ba-46e6-ad5d-582794b375a9" providerId="AD" clId="Web-{3D7D8D1C-63E9-6C48-720D-6523066D5F6E}" dt="2024-02-25T10:22:04.849" v="1"/>
          <ac:spMkLst>
            <pc:docMk/>
            <pc:sldMk cId="2689654010" sldId="315"/>
            <ac:spMk id="4" creationId="{66738BBB-0AA8-3DCA-D70D-202ADE3D7914}"/>
          </ac:spMkLst>
        </pc:spChg>
      </pc:sldChg>
      <pc:sldChg chg="modSp">
        <pc:chgData name="Bara Hamadeh" userId="S::b_hamadeh@asu.edu.jo::ba91a99f-f3ba-46e6-ad5d-582794b375a9" providerId="AD" clId="Web-{3D7D8D1C-63E9-6C48-720D-6523066D5F6E}" dt="2024-02-25T10:22:04.849" v="1"/>
        <pc:sldMkLst>
          <pc:docMk/>
          <pc:sldMk cId="3419899654" sldId="316"/>
        </pc:sldMkLst>
        <pc:spChg chg="mod">
          <ac:chgData name="Bara Hamadeh" userId="S::b_hamadeh@asu.edu.jo::ba91a99f-f3ba-46e6-ad5d-582794b375a9" providerId="AD" clId="Web-{3D7D8D1C-63E9-6C48-720D-6523066D5F6E}" dt="2024-02-25T10:22:04.849" v="1"/>
          <ac:spMkLst>
            <pc:docMk/>
            <pc:sldMk cId="3419899654" sldId="316"/>
            <ac:spMk id="4" creationId="{66738BBB-0AA8-3DCA-D70D-202ADE3D7914}"/>
          </ac:spMkLst>
        </pc:spChg>
      </pc:sldChg>
      <pc:sldChg chg="modSp">
        <pc:chgData name="Bara Hamadeh" userId="S::b_hamadeh@asu.edu.jo::ba91a99f-f3ba-46e6-ad5d-582794b375a9" providerId="AD" clId="Web-{3D7D8D1C-63E9-6C48-720D-6523066D5F6E}" dt="2024-02-25T10:22:04.849" v="1"/>
        <pc:sldMkLst>
          <pc:docMk/>
          <pc:sldMk cId="3578989137" sldId="317"/>
        </pc:sldMkLst>
        <pc:spChg chg="mod">
          <ac:chgData name="Bara Hamadeh" userId="S::b_hamadeh@asu.edu.jo::ba91a99f-f3ba-46e6-ad5d-582794b375a9" providerId="AD" clId="Web-{3D7D8D1C-63E9-6C48-720D-6523066D5F6E}" dt="2024-02-25T10:22:04.849" v="1"/>
          <ac:spMkLst>
            <pc:docMk/>
            <pc:sldMk cId="3578989137" sldId="317"/>
            <ac:spMk id="4" creationId="{66738BBB-0AA8-3DCA-D70D-202ADE3D7914}"/>
          </ac:spMkLst>
        </pc:spChg>
      </pc:sldChg>
      <pc:sldChg chg="modSp">
        <pc:chgData name="Bara Hamadeh" userId="S::b_hamadeh@asu.edu.jo::ba91a99f-f3ba-46e6-ad5d-582794b375a9" providerId="AD" clId="Web-{3D7D8D1C-63E9-6C48-720D-6523066D5F6E}" dt="2024-02-25T10:22:04.849" v="1"/>
        <pc:sldMkLst>
          <pc:docMk/>
          <pc:sldMk cId="2836892683" sldId="318"/>
        </pc:sldMkLst>
        <pc:spChg chg="mod">
          <ac:chgData name="Bara Hamadeh" userId="S::b_hamadeh@asu.edu.jo::ba91a99f-f3ba-46e6-ad5d-582794b375a9" providerId="AD" clId="Web-{3D7D8D1C-63E9-6C48-720D-6523066D5F6E}" dt="2024-02-25T10:22:04.849" v="1"/>
          <ac:spMkLst>
            <pc:docMk/>
            <pc:sldMk cId="2836892683" sldId="318"/>
            <ac:spMk id="4" creationId="{66738BBB-0AA8-3DCA-D70D-202ADE3D7914}"/>
          </ac:spMkLst>
        </pc:spChg>
      </pc:sldChg>
      <pc:sldChg chg="modSp">
        <pc:chgData name="Bara Hamadeh" userId="S::b_hamadeh@asu.edu.jo::ba91a99f-f3ba-46e6-ad5d-582794b375a9" providerId="AD" clId="Web-{3D7D8D1C-63E9-6C48-720D-6523066D5F6E}" dt="2024-02-25T10:22:04.849" v="1"/>
        <pc:sldMkLst>
          <pc:docMk/>
          <pc:sldMk cId="3663706740" sldId="319"/>
        </pc:sldMkLst>
        <pc:spChg chg="mod">
          <ac:chgData name="Bara Hamadeh" userId="S::b_hamadeh@asu.edu.jo::ba91a99f-f3ba-46e6-ad5d-582794b375a9" providerId="AD" clId="Web-{3D7D8D1C-63E9-6C48-720D-6523066D5F6E}" dt="2024-02-25T10:22:04.849" v="1"/>
          <ac:spMkLst>
            <pc:docMk/>
            <pc:sldMk cId="3663706740" sldId="319"/>
            <ac:spMk id="4" creationId="{66738BBB-0AA8-3DCA-D70D-202ADE3D7914}"/>
          </ac:spMkLst>
        </pc:spChg>
      </pc:sldChg>
      <pc:sldChg chg="modSp">
        <pc:chgData name="Bara Hamadeh" userId="S::b_hamadeh@asu.edu.jo::ba91a99f-f3ba-46e6-ad5d-582794b375a9" providerId="AD" clId="Web-{3D7D8D1C-63E9-6C48-720D-6523066D5F6E}" dt="2024-02-25T10:22:04.849" v="1"/>
        <pc:sldMkLst>
          <pc:docMk/>
          <pc:sldMk cId="1191997959" sldId="320"/>
        </pc:sldMkLst>
        <pc:spChg chg="mod">
          <ac:chgData name="Bara Hamadeh" userId="S::b_hamadeh@asu.edu.jo::ba91a99f-f3ba-46e6-ad5d-582794b375a9" providerId="AD" clId="Web-{3D7D8D1C-63E9-6C48-720D-6523066D5F6E}" dt="2024-02-25T10:22:04.849" v="1"/>
          <ac:spMkLst>
            <pc:docMk/>
            <pc:sldMk cId="1191997959" sldId="320"/>
            <ac:spMk id="4" creationId="{66738BBB-0AA8-3DCA-D70D-202ADE3D7914}"/>
          </ac:spMkLst>
        </pc:spChg>
      </pc:sldChg>
      <pc:sldChg chg="modSp">
        <pc:chgData name="Bara Hamadeh" userId="S::b_hamadeh@asu.edu.jo::ba91a99f-f3ba-46e6-ad5d-582794b375a9" providerId="AD" clId="Web-{3D7D8D1C-63E9-6C48-720D-6523066D5F6E}" dt="2024-02-25T10:22:04.849" v="1"/>
        <pc:sldMkLst>
          <pc:docMk/>
          <pc:sldMk cId="1207593916" sldId="321"/>
        </pc:sldMkLst>
        <pc:spChg chg="mod">
          <ac:chgData name="Bara Hamadeh" userId="S::b_hamadeh@asu.edu.jo::ba91a99f-f3ba-46e6-ad5d-582794b375a9" providerId="AD" clId="Web-{3D7D8D1C-63E9-6C48-720D-6523066D5F6E}" dt="2024-02-25T10:22:04.849" v="1"/>
          <ac:spMkLst>
            <pc:docMk/>
            <pc:sldMk cId="1207593916" sldId="321"/>
            <ac:spMk id="4" creationId="{66738BBB-0AA8-3DCA-D70D-202ADE3D7914}"/>
          </ac:spMkLst>
        </pc:spChg>
      </pc:sldChg>
      <pc:sldChg chg="modSp">
        <pc:chgData name="Bara Hamadeh" userId="S::b_hamadeh@asu.edu.jo::ba91a99f-f3ba-46e6-ad5d-582794b375a9" providerId="AD" clId="Web-{3D7D8D1C-63E9-6C48-720D-6523066D5F6E}" dt="2024-02-25T10:22:04.849" v="1"/>
        <pc:sldMkLst>
          <pc:docMk/>
          <pc:sldMk cId="4005511593" sldId="324"/>
        </pc:sldMkLst>
        <pc:spChg chg="mod">
          <ac:chgData name="Bara Hamadeh" userId="S::b_hamadeh@asu.edu.jo::ba91a99f-f3ba-46e6-ad5d-582794b375a9" providerId="AD" clId="Web-{3D7D8D1C-63E9-6C48-720D-6523066D5F6E}" dt="2024-02-25T10:22:04.849" v="1"/>
          <ac:spMkLst>
            <pc:docMk/>
            <pc:sldMk cId="4005511593" sldId="324"/>
            <ac:spMk id="4" creationId="{66738BBB-0AA8-3DCA-D70D-202ADE3D7914}"/>
          </ac:spMkLst>
        </pc:spChg>
      </pc:sldChg>
      <pc:sldChg chg="modSp">
        <pc:chgData name="Bara Hamadeh" userId="S::b_hamadeh@asu.edu.jo::ba91a99f-f3ba-46e6-ad5d-582794b375a9" providerId="AD" clId="Web-{3D7D8D1C-63E9-6C48-720D-6523066D5F6E}" dt="2024-02-25T10:22:04.849" v="1"/>
        <pc:sldMkLst>
          <pc:docMk/>
          <pc:sldMk cId="641044297" sldId="325"/>
        </pc:sldMkLst>
        <pc:spChg chg="mod">
          <ac:chgData name="Bara Hamadeh" userId="S::b_hamadeh@asu.edu.jo::ba91a99f-f3ba-46e6-ad5d-582794b375a9" providerId="AD" clId="Web-{3D7D8D1C-63E9-6C48-720D-6523066D5F6E}" dt="2024-02-25T10:22:04.849" v="1"/>
          <ac:spMkLst>
            <pc:docMk/>
            <pc:sldMk cId="641044297" sldId="325"/>
            <ac:spMk id="4" creationId="{66738BBB-0AA8-3DCA-D70D-202ADE3D7914}"/>
          </ac:spMkLst>
        </pc:spChg>
      </pc:sldChg>
      <pc:sldChg chg="modSp">
        <pc:chgData name="Bara Hamadeh" userId="S::b_hamadeh@asu.edu.jo::ba91a99f-f3ba-46e6-ad5d-582794b375a9" providerId="AD" clId="Web-{3D7D8D1C-63E9-6C48-720D-6523066D5F6E}" dt="2024-02-25T10:22:04.849" v="1"/>
        <pc:sldMkLst>
          <pc:docMk/>
          <pc:sldMk cId="2238632215" sldId="326"/>
        </pc:sldMkLst>
        <pc:spChg chg="mod">
          <ac:chgData name="Bara Hamadeh" userId="S::b_hamadeh@asu.edu.jo::ba91a99f-f3ba-46e6-ad5d-582794b375a9" providerId="AD" clId="Web-{3D7D8D1C-63E9-6C48-720D-6523066D5F6E}" dt="2024-02-25T10:22:04.849" v="1"/>
          <ac:spMkLst>
            <pc:docMk/>
            <pc:sldMk cId="2238632215" sldId="326"/>
            <ac:spMk id="4" creationId="{66738BBB-0AA8-3DCA-D70D-202ADE3D7914}"/>
          </ac:spMkLst>
        </pc:spChg>
      </pc:sldChg>
      <pc:sldChg chg="modSp">
        <pc:chgData name="Bara Hamadeh" userId="S::b_hamadeh@asu.edu.jo::ba91a99f-f3ba-46e6-ad5d-582794b375a9" providerId="AD" clId="Web-{3D7D8D1C-63E9-6C48-720D-6523066D5F6E}" dt="2024-02-25T10:22:04.849" v="1"/>
        <pc:sldMkLst>
          <pc:docMk/>
          <pc:sldMk cId="2294299928" sldId="327"/>
        </pc:sldMkLst>
        <pc:spChg chg="mod">
          <ac:chgData name="Bara Hamadeh" userId="S::b_hamadeh@asu.edu.jo::ba91a99f-f3ba-46e6-ad5d-582794b375a9" providerId="AD" clId="Web-{3D7D8D1C-63E9-6C48-720D-6523066D5F6E}" dt="2024-02-25T10:22:04.849" v="1"/>
          <ac:spMkLst>
            <pc:docMk/>
            <pc:sldMk cId="2294299928" sldId="327"/>
            <ac:spMk id="4" creationId="{66738BBB-0AA8-3DCA-D70D-202ADE3D7914}"/>
          </ac:spMkLst>
        </pc:spChg>
      </pc:sldChg>
      <pc:sldChg chg="modSp">
        <pc:chgData name="Bara Hamadeh" userId="S::b_hamadeh@asu.edu.jo::ba91a99f-f3ba-46e6-ad5d-582794b375a9" providerId="AD" clId="Web-{3D7D8D1C-63E9-6C48-720D-6523066D5F6E}" dt="2024-02-25T10:22:04.849" v="1"/>
        <pc:sldMkLst>
          <pc:docMk/>
          <pc:sldMk cId="4262302907" sldId="328"/>
        </pc:sldMkLst>
        <pc:spChg chg="mod">
          <ac:chgData name="Bara Hamadeh" userId="S::b_hamadeh@asu.edu.jo::ba91a99f-f3ba-46e6-ad5d-582794b375a9" providerId="AD" clId="Web-{3D7D8D1C-63E9-6C48-720D-6523066D5F6E}" dt="2024-02-25T10:22:04.849" v="1"/>
          <ac:spMkLst>
            <pc:docMk/>
            <pc:sldMk cId="4262302907" sldId="328"/>
            <ac:spMk id="4" creationId="{66738BBB-0AA8-3DCA-D70D-202ADE3D7914}"/>
          </ac:spMkLst>
        </pc:spChg>
      </pc:sldChg>
      <pc:sldChg chg="modSp">
        <pc:chgData name="Bara Hamadeh" userId="S::b_hamadeh@asu.edu.jo::ba91a99f-f3ba-46e6-ad5d-582794b375a9" providerId="AD" clId="Web-{3D7D8D1C-63E9-6C48-720D-6523066D5F6E}" dt="2024-02-25T10:22:04.849" v="1"/>
        <pc:sldMkLst>
          <pc:docMk/>
          <pc:sldMk cId="751761977" sldId="329"/>
        </pc:sldMkLst>
        <pc:spChg chg="mod">
          <ac:chgData name="Bara Hamadeh" userId="S::b_hamadeh@asu.edu.jo::ba91a99f-f3ba-46e6-ad5d-582794b375a9" providerId="AD" clId="Web-{3D7D8D1C-63E9-6C48-720D-6523066D5F6E}" dt="2024-02-25T10:22:04.849" v="1"/>
          <ac:spMkLst>
            <pc:docMk/>
            <pc:sldMk cId="751761977" sldId="329"/>
            <ac:spMk id="4" creationId="{66738BBB-0AA8-3DCA-D70D-202ADE3D7914}"/>
          </ac:spMkLst>
        </pc:spChg>
      </pc:sldChg>
      <pc:sldChg chg="modSp">
        <pc:chgData name="Bara Hamadeh" userId="S::b_hamadeh@asu.edu.jo::ba91a99f-f3ba-46e6-ad5d-582794b375a9" providerId="AD" clId="Web-{3D7D8D1C-63E9-6C48-720D-6523066D5F6E}" dt="2024-02-25T10:22:04.849" v="1"/>
        <pc:sldMkLst>
          <pc:docMk/>
          <pc:sldMk cId="3239478214" sldId="330"/>
        </pc:sldMkLst>
        <pc:spChg chg="mod">
          <ac:chgData name="Bara Hamadeh" userId="S::b_hamadeh@asu.edu.jo::ba91a99f-f3ba-46e6-ad5d-582794b375a9" providerId="AD" clId="Web-{3D7D8D1C-63E9-6C48-720D-6523066D5F6E}" dt="2024-02-25T10:22:04.849" v="1"/>
          <ac:spMkLst>
            <pc:docMk/>
            <pc:sldMk cId="3239478214" sldId="330"/>
            <ac:spMk id="4" creationId="{66738BBB-0AA8-3DCA-D70D-202ADE3D7914}"/>
          </ac:spMkLst>
        </pc:spChg>
      </pc:sldChg>
      <pc:sldChg chg="modSp">
        <pc:chgData name="Bara Hamadeh" userId="S::b_hamadeh@asu.edu.jo::ba91a99f-f3ba-46e6-ad5d-582794b375a9" providerId="AD" clId="Web-{3D7D8D1C-63E9-6C48-720D-6523066D5F6E}" dt="2024-02-25T10:22:04.849" v="1"/>
        <pc:sldMkLst>
          <pc:docMk/>
          <pc:sldMk cId="545556524" sldId="331"/>
        </pc:sldMkLst>
        <pc:spChg chg="mod">
          <ac:chgData name="Bara Hamadeh" userId="S::b_hamadeh@asu.edu.jo::ba91a99f-f3ba-46e6-ad5d-582794b375a9" providerId="AD" clId="Web-{3D7D8D1C-63E9-6C48-720D-6523066D5F6E}" dt="2024-02-25T10:22:04.849" v="1"/>
          <ac:spMkLst>
            <pc:docMk/>
            <pc:sldMk cId="545556524" sldId="331"/>
            <ac:spMk id="4" creationId="{66738BBB-0AA8-3DCA-D70D-202ADE3D7914}"/>
          </ac:spMkLst>
        </pc:spChg>
      </pc:sldChg>
      <pc:sldChg chg="modSp">
        <pc:chgData name="Bara Hamadeh" userId="S::b_hamadeh@asu.edu.jo::ba91a99f-f3ba-46e6-ad5d-582794b375a9" providerId="AD" clId="Web-{3D7D8D1C-63E9-6C48-720D-6523066D5F6E}" dt="2024-02-25T10:22:04.849" v="1"/>
        <pc:sldMkLst>
          <pc:docMk/>
          <pc:sldMk cId="4188821564" sldId="332"/>
        </pc:sldMkLst>
        <pc:spChg chg="mod">
          <ac:chgData name="Bara Hamadeh" userId="S::b_hamadeh@asu.edu.jo::ba91a99f-f3ba-46e6-ad5d-582794b375a9" providerId="AD" clId="Web-{3D7D8D1C-63E9-6C48-720D-6523066D5F6E}" dt="2024-02-25T10:22:04.849" v="1"/>
          <ac:spMkLst>
            <pc:docMk/>
            <pc:sldMk cId="4188821564" sldId="332"/>
            <ac:spMk id="4" creationId="{66738BBB-0AA8-3DCA-D70D-202ADE3D7914}"/>
          </ac:spMkLst>
        </pc:spChg>
      </pc:sldChg>
      <pc:sldChg chg="modSp">
        <pc:chgData name="Bara Hamadeh" userId="S::b_hamadeh@asu.edu.jo::ba91a99f-f3ba-46e6-ad5d-582794b375a9" providerId="AD" clId="Web-{3D7D8D1C-63E9-6C48-720D-6523066D5F6E}" dt="2024-02-25T10:22:04.849" v="1"/>
        <pc:sldMkLst>
          <pc:docMk/>
          <pc:sldMk cId="2939680095" sldId="334"/>
        </pc:sldMkLst>
        <pc:spChg chg="mod">
          <ac:chgData name="Bara Hamadeh" userId="S::b_hamadeh@asu.edu.jo::ba91a99f-f3ba-46e6-ad5d-582794b375a9" providerId="AD" clId="Web-{3D7D8D1C-63E9-6C48-720D-6523066D5F6E}" dt="2024-02-25T10:22:04.849" v="1"/>
          <ac:spMkLst>
            <pc:docMk/>
            <pc:sldMk cId="2939680095" sldId="334"/>
            <ac:spMk id="4" creationId="{66738BBB-0AA8-3DCA-D70D-202ADE3D7914}"/>
          </ac:spMkLst>
        </pc:spChg>
      </pc:sldChg>
      <pc:sldChg chg="modSp">
        <pc:chgData name="Bara Hamadeh" userId="S::b_hamadeh@asu.edu.jo::ba91a99f-f3ba-46e6-ad5d-582794b375a9" providerId="AD" clId="Web-{3D7D8D1C-63E9-6C48-720D-6523066D5F6E}" dt="2024-02-25T10:22:04.849" v="1"/>
        <pc:sldMkLst>
          <pc:docMk/>
          <pc:sldMk cId="3486902441" sldId="335"/>
        </pc:sldMkLst>
        <pc:spChg chg="mod">
          <ac:chgData name="Bara Hamadeh" userId="S::b_hamadeh@asu.edu.jo::ba91a99f-f3ba-46e6-ad5d-582794b375a9" providerId="AD" clId="Web-{3D7D8D1C-63E9-6C48-720D-6523066D5F6E}" dt="2024-02-25T10:22:04.849" v="1"/>
          <ac:spMkLst>
            <pc:docMk/>
            <pc:sldMk cId="3486902441" sldId="335"/>
            <ac:spMk id="4" creationId="{66738BBB-0AA8-3DCA-D70D-202ADE3D7914}"/>
          </ac:spMkLst>
        </pc:spChg>
      </pc:sldChg>
      <pc:sldMasterChg chg="modSp mod modSldLayout">
        <pc:chgData name="Bara Hamadeh" userId="S::b_hamadeh@asu.edu.jo::ba91a99f-f3ba-46e6-ad5d-582794b375a9" providerId="AD" clId="Web-{3D7D8D1C-63E9-6C48-720D-6523066D5F6E}" dt="2024-02-25T10:22:04.849" v="1"/>
        <pc:sldMasterMkLst>
          <pc:docMk/>
          <pc:sldMasterMk cId="1719295273" sldId="2147483672"/>
        </pc:sldMasterMkLst>
        <pc:spChg chg="mod">
          <ac:chgData name="Bara Hamadeh" userId="S::b_hamadeh@asu.edu.jo::ba91a99f-f3ba-46e6-ad5d-582794b375a9" providerId="AD" clId="Web-{3D7D8D1C-63E9-6C48-720D-6523066D5F6E}" dt="2024-02-25T10:22:04.849" v="1"/>
          <ac:spMkLst>
            <pc:docMk/>
            <pc:sldMasterMk cId="1719295273" sldId="2147483672"/>
            <ac:spMk id="5" creationId="{00000000-0000-0000-0000-000000000000}"/>
          </ac:spMkLst>
        </pc:spChg>
        <pc:sldLayoutChg chg="modSp mod">
          <pc:chgData name="Bara Hamadeh" userId="S::b_hamadeh@asu.edu.jo::ba91a99f-f3ba-46e6-ad5d-582794b375a9" providerId="AD" clId="Web-{3D7D8D1C-63E9-6C48-720D-6523066D5F6E}" dt="2024-02-25T10:22:04.849" v="1"/>
          <pc:sldLayoutMkLst>
            <pc:docMk/>
            <pc:sldMasterMk cId="1719295273" sldId="2147483672"/>
            <pc:sldLayoutMk cId="1136942225" sldId="2147483673"/>
          </pc:sldLayoutMkLst>
          <pc:spChg chg="mod">
            <ac:chgData name="Bara Hamadeh" userId="S::b_hamadeh@asu.edu.jo::ba91a99f-f3ba-46e6-ad5d-582794b375a9" providerId="AD" clId="Web-{3D7D8D1C-63E9-6C48-720D-6523066D5F6E}" dt="2024-02-25T10:22:04.849" v="1"/>
            <ac:spMkLst>
              <pc:docMk/>
              <pc:sldMasterMk cId="1719295273" sldId="2147483672"/>
              <pc:sldLayoutMk cId="1136942225" sldId="2147483673"/>
              <ac:spMk id="5" creationId="{00000000-0000-0000-0000-000000000000}"/>
            </ac:spMkLst>
          </pc:spChg>
        </pc:sldLayoutChg>
        <pc:sldLayoutChg chg="modSp mod">
          <pc:chgData name="Bara Hamadeh" userId="S::b_hamadeh@asu.edu.jo::ba91a99f-f3ba-46e6-ad5d-582794b375a9" providerId="AD" clId="Web-{3D7D8D1C-63E9-6C48-720D-6523066D5F6E}" dt="2024-02-25T10:22:04.849" v="1"/>
          <pc:sldLayoutMkLst>
            <pc:docMk/>
            <pc:sldMasterMk cId="1719295273" sldId="2147483672"/>
            <pc:sldLayoutMk cId="543625086" sldId="2147483674"/>
          </pc:sldLayoutMkLst>
          <pc:spChg chg="mod">
            <ac:chgData name="Bara Hamadeh" userId="S::b_hamadeh@asu.edu.jo::ba91a99f-f3ba-46e6-ad5d-582794b375a9" providerId="AD" clId="Web-{3D7D8D1C-63E9-6C48-720D-6523066D5F6E}" dt="2024-02-25T10:22:04.849" v="1"/>
            <ac:spMkLst>
              <pc:docMk/>
              <pc:sldMasterMk cId="1719295273" sldId="2147483672"/>
              <pc:sldLayoutMk cId="543625086" sldId="2147483674"/>
              <ac:spMk id="5" creationId="{00000000-0000-0000-0000-000000000000}"/>
            </ac:spMkLst>
          </pc:spChg>
        </pc:sldLayoutChg>
        <pc:sldLayoutChg chg="modSp mod">
          <pc:chgData name="Bara Hamadeh" userId="S::b_hamadeh@asu.edu.jo::ba91a99f-f3ba-46e6-ad5d-582794b375a9" providerId="AD" clId="Web-{3D7D8D1C-63E9-6C48-720D-6523066D5F6E}" dt="2024-02-25T10:22:04.849" v="1"/>
          <pc:sldLayoutMkLst>
            <pc:docMk/>
            <pc:sldMasterMk cId="1719295273" sldId="2147483672"/>
            <pc:sldLayoutMk cId="695053800" sldId="2147483675"/>
          </pc:sldLayoutMkLst>
          <pc:spChg chg="mod">
            <ac:chgData name="Bara Hamadeh" userId="S::b_hamadeh@asu.edu.jo::ba91a99f-f3ba-46e6-ad5d-582794b375a9" providerId="AD" clId="Web-{3D7D8D1C-63E9-6C48-720D-6523066D5F6E}" dt="2024-02-25T10:22:04.849" v="1"/>
            <ac:spMkLst>
              <pc:docMk/>
              <pc:sldMasterMk cId="1719295273" sldId="2147483672"/>
              <pc:sldLayoutMk cId="695053800" sldId="2147483675"/>
              <ac:spMk id="5" creationId="{00000000-0000-0000-0000-000000000000}"/>
            </ac:spMkLst>
          </pc:spChg>
        </pc:sldLayoutChg>
        <pc:sldLayoutChg chg="modSp mod">
          <pc:chgData name="Bara Hamadeh" userId="S::b_hamadeh@asu.edu.jo::ba91a99f-f3ba-46e6-ad5d-582794b375a9" providerId="AD" clId="Web-{3D7D8D1C-63E9-6C48-720D-6523066D5F6E}" dt="2024-02-25T10:22:04.849" v="1"/>
          <pc:sldLayoutMkLst>
            <pc:docMk/>
            <pc:sldMasterMk cId="1719295273" sldId="2147483672"/>
            <pc:sldLayoutMk cId="1555795183" sldId="2147483676"/>
          </pc:sldLayoutMkLst>
          <pc:spChg chg="mod">
            <ac:chgData name="Bara Hamadeh" userId="S::b_hamadeh@asu.edu.jo::ba91a99f-f3ba-46e6-ad5d-582794b375a9" providerId="AD" clId="Web-{3D7D8D1C-63E9-6C48-720D-6523066D5F6E}" dt="2024-02-25T10:22:04.849" v="1"/>
            <ac:spMkLst>
              <pc:docMk/>
              <pc:sldMasterMk cId="1719295273" sldId="2147483672"/>
              <pc:sldLayoutMk cId="1555795183" sldId="2147483676"/>
              <ac:spMk id="6" creationId="{00000000-0000-0000-0000-000000000000}"/>
            </ac:spMkLst>
          </pc:spChg>
        </pc:sldLayoutChg>
        <pc:sldLayoutChg chg="modSp mod">
          <pc:chgData name="Bara Hamadeh" userId="S::b_hamadeh@asu.edu.jo::ba91a99f-f3ba-46e6-ad5d-582794b375a9" providerId="AD" clId="Web-{3D7D8D1C-63E9-6C48-720D-6523066D5F6E}" dt="2024-02-25T10:22:04.849" v="1"/>
          <pc:sldLayoutMkLst>
            <pc:docMk/>
            <pc:sldMasterMk cId="1719295273" sldId="2147483672"/>
            <pc:sldLayoutMk cId="3154714844" sldId="2147483677"/>
          </pc:sldLayoutMkLst>
          <pc:spChg chg="mod">
            <ac:chgData name="Bara Hamadeh" userId="S::b_hamadeh@asu.edu.jo::ba91a99f-f3ba-46e6-ad5d-582794b375a9" providerId="AD" clId="Web-{3D7D8D1C-63E9-6C48-720D-6523066D5F6E}" dt="2024-02-25T10:22:04.849" v="1"/>
            <ac:spMkLst>
              <pc:docMk/>
              <pc:sldMasterMk cId="1719295273" sldId="2147483672"/>
              <pc:sldLayoutMk cId="3154714844" sldId="2147483677"/>
              <ac:spMk id="8" creationId="{00000000-0000-0000-0000-000000000000}"/>
            </ac:spMkLst>
          </pc:spChg>
        </pc:sldLayoutChg>
        <pc:sldLayoutChg chg="modSp mod">
          <pc:chgData name="Bara Hamadeh" userId="S::b_hamadeh@asu.edu.jo::ba91a99f-f3ba-46e6-ad5d-582794b375a9" providerId="AD" clId="Web-{3D7D8D1C-63E9-6C48-720D-6523066D5F6E}" dt="2024-02-25T10:22:04.849" v="1"/>
          <pc:sldLayoutMkLst>
            <pc:docMk/>
            <pc:sldMasterMk cId="1719295273" sldId="2147483672"/>
            <pc:sldLayoutMk cId="1943265441" sldId="2147483678"/>
          </pc:sldLayoutMkLst>
          <pc:spChg chg="mod">
            <ac:chgData name="Bara Hamadeh" userId="S::b_hamadeh@asu.edu.jo::ba91a99f-f3ba-46e6-ad5d-582794b375a9" providerId="AD" clId="Web-{3D7D8D1C-63E9-6C48-720D-6523066D5F6E}" dt="2024-02-25T10:22:04.849" v="1"/>
            <ac:spMkLst>
              <pc:docMk/>
              <pc:sldMasterMk cId="1719295273" sldId="2147483672"/>
              <pc:sldLayoutMk cId="1943265441" sldId="2147483678"/>
              <ac:spMk id="4" creationId="{00000000-0000-0000-0000-000000000000}"/>
            </ac:spMkLst>
          </pc:spChg>
        </pc:sldLayoutChg>
        <pc:sldLayoutChg chg="modSp mod">
          <pc:chgData name="Bara Hamadeh" userId="S::b_hamadeh@asu.edu.jo::ba91a99f-f3ba-46e6-ad5d-582794b375a9" providerId="AD" clId="Web-{3D7D8D1C-63E9-6C48-720D-6523066D5F6E}" dt="2024-02-25T10:22:04.849" v="1"/>
          <pc:sldLayoutMkLst>
            <pc:docMk/>
            <pc:sldMasterMk cId="1719295273" sldId="2147483672"/>
            <pc:sldLayoutMk cId="1103728720" sldId="2147483679"/>
          </pc:sldLayoutMkLst>
          <pc:spChg chg="mod">
            <ac:chgData name="Bara Hamadeh" userId="S::b_hamadeh@asu.edu.jo::ba91a99f-f3ba-46e6-ad5d-582794b375a9" providerId="AD" clId="Web-{3D7D8D1C-63E9-6C48-720D-6523066D5F6E}" dt="2024-02-25T10:22:04.849" v="1"/>
            <ac:spMkLst>
              <pc:docMk/>
              <pc:sldMasterMk cId="1719295273" sldId="2147483672"/>
              <pc:sldLayoutMk cId="1103728720" sldId="2147483679"/>
              <ac:spMk id="8" creationId="{00000000-0000-0000-0000-000000000000}"/>
            </ac:spMkLst>
          </pc:spChg>
        </pc:sldLayoutChg>
        <pc:sldLayoutChg chg="modSp mod">
          <pc:chgData name="Bara Hamadeh" userId="S::b_hamadeh@asu.edu.jo::ba91a99f-f3ba-46e6-ad5d-582794b375a9" providerId="AD" clId="Web-{3D7D8D1C-63E9-6C48-720D-6523066D5F6E}" dt="2024-02-25T10:22:04.849" v="1"/>
          <pc:sldLayoutMkLst>
            <pc:docMk/>
            <pc:sldMasterMk cId="1719295273" sldId="2147483672"/>
            <pc:sldLayoutMk cId="3199667561" sldId="2147483680"/>
          </pc:sldLayoutMkLst>
          <pc:spChg chg="mod">
            <ac:chgData name="Bara Hamadeh" userId="S::b_hamadeh@asu.edu.jo::ba91a99f-f3ba-46e6-ad5d-582794b375a9" providerId="AD" clId="Web-{3D7D8D1C-63E9-6C48-720D-6523066D5F6E}" dt="2024-02-25T10:22:04.849" v="1"/>
            <ac:spMkLst>
              <pc:docMk/>
              <pc:sldMasterMk cId="1719295273" sldId="2147483672"/>
              <pc:sldLayoutMk cId="3199667561" sldId="2147483680"/>
              <ac:spMk id="6" creationId="{00000000-0000-0000-0000-000000000000}"/>
            </ac:spMkLst>
          </pc:spChg>
        </pc:sldLayoutChg>
        <pc:sldLayoutChg chg="modSp mod">
          <pc:chgData name="Bara Hamadeh" userId="S::b_hamadeh@asu.edu.jo::ba91a99f-f3ba-46e6-ad5d-582794b375a9" providerId="AD" clId="Web-{3D7D8D1C-63E9-6C48-720D-6523066D5F6E}" dt="2024-02-25T10:22:04.849" v="1"/>
          <pc:sldLayoutMkLst>
            <pc:docMk/>
            <pc:sldMasterMk cId="1719295273" sldId="2147483672"/>
            <pc:sldLayoutMk cId="1593807278" sldId="2147483681"/>
          </pc:sldLayoutMkLst>
          <pc:spChg chg="mod">
            <ac:chgData name="Bara Hamadeh" userId="S::b_hamadeh@asu.edu.jo::ba91a99f-f3ba-46e6-ad5d-582794b375a9" providerId="AD" clId="Web-{3D7D8D1C-63E9-6C48-720D-6523066D5F6E}" dt="2024-02-25T10:22:04.849" v="1"/>
            <ac:spMkLst>
              <pc:docMk/>
              <pc:sldMasterMk cId="1719295273" sldId="2147483672"/>
              <pc:sldLayoutMk cId="1593807278" sldId="2147483681"/>
              <ac:spMk id="6" creationId="{00000000-0000-0000-0000-000000000000}"/>
            </ac:spMkLst>
          </pc:spChg>
        </pc:sldLayoutChg>
        <pc:sldLayoutChg chg="modSp mod">
          <pc:chgData name="Bara Hamadeh" userId="S::b_hamadeh@asu.edu.jo::ba91a99f-f3ba-46e6-ad5d-582794b375a9" providerId="AD" clId="Web-{3D7D8D1C-63E9-6C48-720D-6523066D5F6E}" dt="2024-02-25T10:22:04.849" v="1"/>
          <pc:sldLayoutMkLst>
            <pc:docMk/>
            <pc:sldMasterMk cId="1719295273" sldId="2147483672"/>
            <pc:sldLayoutMk cId="4052592978" sldId="2147483682"/>
          </pc:sldLayoutMkLst>
          <pc:spChg chg="mod">
            <ac:chgData name="Bara Hamadeh" userId="S::b_hamadeh@asu.edu.jo::ba91a99f-f3ba-46e6-ad5d-582794b375a9" providerId="AD" clId="Web-{3D7D8D1C-63E9-6C48-720D-6523066D5F6E}" dt="2024-02-25T10:22:04.849" v="1"/>
            <ac:spMkLst>
              <pc:docMk/>
              <pc:sldMasterMk cId="1719295273" sldId="2147483672"/>
              <pc:sldLayoutMk cId="4052592978" sldId="2147483682"/>
              <ac:spMk id="5" creationId="{00000000-0000-0000-0000-000000000000}"/>
            </ac:spMkLst>
          </pc:spChg>
        </pc:sldLayoutChg>
        <pc:sldLayoutChg chg="modSp mod">
          <pc:chgData name="Bara Hamadeh" userId="S::b_hamadeh@asu.edu.jo::ba91a99f-f3ba-46e6-ad5d-582794b375a9" providerId="AD" clId="Web-{3D7D8D1C-63E9-6C48-720D-6523066D5F6E}" dt="2024-02-25T10:22:04.849" v="1"/>
          <pc:sldLayoutMkLst>
            <pc:docMk/>
            <pc:sldMasterMk cId="1719295273" sldId="2147483672"/>
            <pc:sldLayoutMk cId="2606264647" sldId="2147483683"/>
          </pc:sldLayoutMkLst>
          <pc:spChg chg="mod">
            <ac:chgData name="Bara Hamadeh" userId="S::b_hamadeh@asu.edu.jo::ba91a99f-f3ba-46e6-ad5d-582794b375a9" providerId="AD" clId="Web-{3D7D8D1C-63E9-6C48-720D-6523066D5F6E}" dt="2024-02-25T10:22:04.849" v="1"/>
            <ac:spMkLst>
              <pc:docMk/>
              <pc:sldMasterMk cId="1719295273" sldId="2147483672"/>
              <pc:sldLayoutMk cId="2606264647" sldId="2147483683"/>
              <ac:spMk id="5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5B87DE-9E73-458A-8E46-5005C259709B}" type="datetimeFigureOut">
              <a:rPr lang="en-US" smtClean="0"/>
              <a:t>3/22/2024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5C0B3B-8708-4C1B-BF63-D2C17A9533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3561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5C0B3B-8708-4C1B-BF63-D2C17A95331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6814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07FFA-75E0-4246-A8C9-30BCF76EC94D}" type="datetime1">
              <a:rPr lang="en-US" smtClean="0"/>
              <a:t>3/22/2024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96071-E751-40D2-A926-BDB6331B5672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694222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C27AC-6826-41A5-A303-A850ABE099A2}" type="datetime1">
              <a:rPr lang="en-US" smtClean="0"/>
              <a:t>3/22/2024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96071-E751-40D2-A926-BDB6331B56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625086"/>
      </p:ext>
    </p:extLst>
  </p:cSld>
  <p:clrMapOvr>
    <a:masterClrMapping/>
  </p:clrMapOvr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1BF5E-F130-40DF-B87D-DD4C54F8C18F}" type="datetime1">
              <a:rPr lang="en-US" smtClean="0"/>
              <a:t>3/22/2024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96071-E751-40D2-A926-BDB6331B5672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5053800"/>
      </p:ext>
    </p:extLst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23B7-BA15-4B18-A75B-2F6D6D553FE6}" type="datetime1">
              <a:rPr lang="en-US" smtClean="0"/>
              <a:t>3/22/2024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96071-E751-40D2-A926-BDB6331B56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795183"/>
      </p:ext>
    </p:extLst>
  </p:cSld>
  <p:clrMapOvr>
    <a:masterClrMapping/>
  </p:clrMapOvr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73A00-37F3-4518-A98D-A5989AACCAEE}" type="datetime1">
              <a:rPr lang="en-US" smtClean="0"/>
              <a:t>3/22/2024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96071-E751-40D2-A926-BDB6331B56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714844"/>
      </p:ext>
    </p:extLst>
  </p:cSld>
  <p:clrMapOvr>
    <a:masterClrMapping/>
  </p:clrMapOvr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56960-F078-488E-8855-A88D196BD275}" type="datetime1">
              <a:rPr lang="en-US" smtClean="0"/>
              <a:t>3/22/2024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96071-E751-40D2-A926-BDB6331B56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265441"/>
      </p:ext>
    </p:extLst>
  </p:cSld>
  <p:clrMapOvr>
    <a:masterClrMapping/>
  </p:clrMapOvr>
  <p:hf sldNum="0"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BBA58-07A5-4771-8875-2F8F87F2B417}" type="datetime1">
              <a:rPr lang="en-US" smtClean="0"/>
              <a:t>3/22/2024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96071-E751-40D2-A926-BDB6331B56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728720"/>
      </p:ext>
    </p:extLst>
  </p:cSld>
  <p:clrMapOvr>
    <a:masterClrMapping/>
  </p:clrMapOvr>
  <p:hf sldNum="0"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E2E8F0C-A755-49F8-BC48-AEB843EC7AD1}" type="datetime1">
              <a:rPr lang="en-US" smtClean="0"/>
              <a:t>3/22/2024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396071-E751-40D2-A926-BDB6331B56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667561"/>
      </p:ext>
    </p:extLst>
  </p:cSld>
  <p:clrMapOvr>
    <a:masterClrMapping/>
  </p:clrMapOvr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77142-FFF8-4B32-AA4A-77656FD2D049}" type="datetime1">
              <a:rPr lang="en-US" smtClean="0"/>
              <a:t>3/22/2024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96071-E751-40D2-A926-BDB6331B56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807278"/>
      </p:ext>
    </p:extLst>
  </p:cSld>
  <p:clrMapOvr>
    <a:masterClrMapping/>
  </p:clrMapOvr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5C920-1BF7-44FE-88EF-4E636CD858B1}" type="datetime1">
              <a:rPr lang="en-US" smtClean="0"/>
              <a:t>3/22/2024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96071-E751-40D2-A926-BDB6331B56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592978"/>
      </p:ext>
    </p:extLst>
  </p:cSld>
  <p:clrMapOvr>
    <a:masterClrMapping/>
  </p:clrMapOvr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560CE-6195-4A77-B40F-31285E799D7A}" type="datetime1">
              <a:rPr lang="en-US" smtClean="0"/>
              <a:t>3/22/2024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96071-E751-40D2-A926-BDB6331B56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264647"/>
      </p:ext>
    </p:extLst>
  </p:cSld>
  <p:clrMapOvr>
    <a:masterClrMapping/>
  </p:clrMapOvr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8791" y="286603"/>
            <a:ext cx="11481847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8791" y="1845734"/>
            <a:ext cx="11481847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8792" y="6459785"/>
            <a:ext cx="2422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EB37B5E-08DC-4034-9015-FCF22D27FD70}" type="datetime1">
              <a:rPr lang="en-US" smtClean="0"/>
              <a:t>3/22/2024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46895" y="6459785"/>
            <a:ext cx="69664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9301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C396071-E751-40D2-A926-BDB6331B5672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>
            <a:cxnSpLocks/>
          </p:cNvCxnSpPr>
          <p:nvPr/>
        </p:nvCxnSpPr>
        <p:spPr>
          <a:xfrm flipV="1">
            <a:off x="348791" y="1737360"/>
            <a:ext cx="11481847" cy="485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9295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180000" indent="-360000" algn="l" defTabSz="914400" rtl="0" eaLnBrk="1" latinLnBrk="0" hangingPunct="1">
        <a:lnSpc>
          <a:spcPct val="10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Wingdings" panose="05000000000000000000" pitchFamily="2" charset="2"/>
        <a:buChar char="§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0000" indent="-36000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080000" indent="-36000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wmf"/><Relationship Id="rId4" Type="http://schemas.openxmlformats.org/officeDocument/2006/relationships/oleObject" Target="../embeddings/oleObject8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package" Target="../embeddings/Microsoft_Word_Document_A1A57DCC.docx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wmf"/><Relationship Id="rId4" Type="http://schemas.openxmlformats.org/officeDocument/2006/relationships/oleObject" Target="../embeddings/oleObject11.bin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package" Target="../embeddings/Microsoft_Word_Document_C583D857.docx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package" Target="../embeddings/Microsoft_Word_Document_C583D8571.docx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package" Target="../embeddings/Microsoft_Word_Document_C583D8572.docx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package" Target="../embeddings/Microsoft_Word_Document_C583D8573.docx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package" Target="../embeddings/Microsoft_Word_Document_C583D8574.docx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package" Target="../embeddings/Microsoft_Word_Document_DAE1FBA9.docx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package" Target="../embeddings/Microsoft_Word_Document_C583D8575.docx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oleObject" Target="../embeddings/oleObject18.bin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426FD-D193-2F6D-1700-2CC522B16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/>
          <a:lstStyle/>
          <a:p>
            <a:r>
              <a:rPr lang="en-US"/>
              <a:t>Fundamental Programming in JAVA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7DB7FE-4890-3792-0238-F23914BC3E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rgbClr val="262626"/>
                </a:solidFill>
                <a:cs typeface="Arial"/>
              </a:rPr>
              <a:t>Predefined Classes &amp; User defined methods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5562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E5B45-8D88-ED12-F886-5CB527D7B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1" y="286603"/>
            <a:ext cx="11481847" cy="1450757"/>
          </a:xfrm>
        </p:spPr>
        <p:txBody>
          <a:bodyPr/>
          <a:lstStyle/>
          <a:p>
            <a:r>
              <a:rPr lang="en-US" altLang="ar-SA"/>
              <a:t>Objectives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E1710-1895-E34B-968E-9A6498584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791" y="1863306"/>
            <a:ext cx="11481847" cy="4373592"/>
          </a:xfrm>
        </p:spPr>
        <p:txBody>
          <a:bodyPr>
            <a:normAutofit lnSpcReduction="10000"/>
          </a:bodyPr>
          <a:lstStyle/>
          <a:p>
            <a:r>
              <a:rPr lang="en-US" altLang="en-US"/>
              <a:t>Solve mathematics problems by using the methods in the Math class.</a:t>
            </a:r>
          </a:p>
          <a:p>
            <a:r>
              <a:rPr lang="en-US" altLang="en-US"/>
              <a:t>Represent strings using the String objects.</a:t>
            </a:r>
          </a:p>
          <a:p>
            <a:r>
              <a:rPr lang="en-US" altLang="en-US"/>
              <a:t>Perform operations on String objects such as trimming ,concatenating, comparing, replacing strings etc.  </a:t>
            </a:r>
          </a:p>
          <a:p>
            <a:r>
              <a:rPr lang="en-US" altLang="en-US"/>
              <a:t>Define methods with formal parameters.</a:t>
            </a:r>
          </a:p>
          <a:p>
            <a:r>
              <a:rPr lang="en-US" altLang="en-US"/>
              <a:t>Invoke methods with actual parameters.</a:t>
            </a:r>
          </a:p>
          <a:p>
            <a:r>
              <a:rPr lang="en-US" altLang="en-US"/>
              <a:t>Define methods with a return value.</a:t>
            </a:r>
          </a:p>
          <a:p>
            <a:r>
              <a:rPr lang="en-US" altLang="en-US"/>
              <a:t>Define methods without a return value.</a:t>
            </a:r>
          </a:p>
          <a:p>
            <a:r>
              <a:rPr lang="en-US" altLang="en-US"/>
              <a:t>Pass arguments by value.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58CA88-4CE1-2FF4-DD8D-F6AFF13B6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6895" y="6459785"/>
            <a:ext cx="6966408" cy="365125"/>
          </a:xfrm>
        </p:spPr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</p:spTree>
    <p:extLst>
      <p:ext uri="{BB962C8B-B14F-4D97-AF65-F5344CB8AC3E}">
        <p14:creationId xmlns:p14="http://schemas.microsoft.com/office/powerpoint/2010/main" val="763895569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E5B45-8D88-ED12-F886-5CB527D7B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1" y="286603"/>
            <a:ext cx="11481847" cy="1450757"/>
          </a:xfrm>
        </p:spPr>
        <p:txBody>
          <a:bodyPr/>
          <a:lstStyle/>
          <a:p>
            <a:r>
              <a:rPr lang="en-US" altLang="en-US"/>
              <a:t>The String Class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E1710-1895-E34B-968E-9A6498584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791" y="1845734"/>
            <a:ext cx="11481847" cy="4023360"/>
          </a:xfrm>
        </p:spPr>
        <p:txBody>
          <a:bodyPr/>
          <a:lstStyle/>
          <a:p>
            <a:r>
              <a:rPr lang="en-US" altLang="en-US"/>
              <a:t>Java has no primitive data type that holds a series of characters.</a:t>
            </a:r>
          </a:p>
          <a:p>
            <a:r>
              <a:rPr lang="en-US" altLang="en-US"/>
              <a:t>The String class from the Java standard library is used for this purpose.</a:t>
            </a:r>
          </a:p>
          <a:p>
            <a:pPr marL="342900" indent="-342900"/>
            <a:r>
              <a:rPr lang="en-US" altLang="en-US"/>
              <a:t>In order to be useful, the a variable must be created to reference a String object.</a:t>
            </a:r>
          </a:p>
          <a:p>
            <a:pPr marL="882900" lvl="1" indent="-342900"/>
            <a:r>
              <a:rPr lang="en-US" altLang="en-US" err="1"/>
              <a:t>Eg.</a:t>
            </a:r>
            <a:r>
              <a:rPr lang="en-US" altLang="en-US"/>
              <a:t> </a:t>
            </a:r>
            <a:r>
              <a:rPr lang="en-US" altLang="en-US" b="1"/>
              <a:t>String number;</a:t>
            </a:r>
          </a:p>
          <a:p>
            <a:r>
              <a:rPr lang="en-US" altLang="en-US"/>
              <a:t>Notice the </a:t>
            </a:r>
            <a:r>
              <a:rPr lang="en-US" altLang="en-US" b="1" u="sng"/>
              <a:t>S</a:t>
            </a:r>
            <a:r>
              <a:rPr lang="en-US" altLang="en-US"/>
              <a:t> in </a:t>
            </a:r>
            <a:r>
              <a:rPr lang="en-US" altLang="en-US" b="1" i="1"/>
              <a:t>String</a:t>
            </a:r>
            <a:r>
              <a:rPr lang="en-US" altLang="en-US"/>
              <a:t> is upper case.</a:t>
            </a:r>
          </a:p>
          <a:p>
            <a:r>
              <a:rPr lang="en-US" altLang="en-US"/>
              <a:t>By convention, class names should always begin with an upper case character.</a:t>
            </a:r>
          </a:p>
          <a:p>
            <a:pPr lvl="1"/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738BBB-0AA8-3DCA-D70D-202ADE3D7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6895" y="6459785"/>
            <a:ext cx="6966408" cy="365125"/>
          </a:xfrm>
        </p:spPr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</p:spTree>
    <p:extLst>
      <p:ext uri="{BB962C8B-B14F-4D97-AF65-F5344CB8AC3E}">
        <p14:creationId xmlns:p14="http://schemas.microsoft.com/office/powerpoint/2010/main" val="2201219679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E5B45-8D88-ED12-F886-5CB527D7B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1" y="286603"/>
            <a:ext cx="11481847" cy="1450757"/>
          </a:xfrm>
        </p:spPr>
        <p:txBody>
          <a:bodyPr/>
          <a:lstStyle/>
          <a:p>
            <a:r>
              <a:rPr lang="en-US" altLang="en-US"/>
              <a:t>Primitive vs. Reference Variables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E1710-1895-E34B-968E-9A6498584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791" y="1845734"/>
            <a:ext cx="11481847" cy="4023360"/>
          </a:xfrm>
        </p:spPr>
        <p:txBody>
          <a:bodyPr/>
          <a:lstStyle/>
          <a:p>
            <a:r>
              <a:rPr lang="en-US" altLang="en-US"/>
              <a:t>Primitive variables actually contain the value that they have been assigned.</a:t>
            </a:r>
          </a:p>
          <a:p>
            <a:pPr lvl="1"/>
            <a:r>
              <a:rPr lang="en-US" altLang="en-US" err="1"/>
              <a:t>Eg.</a:t>
            </a:r>
            <a:r>
              <a:rPr lang="en-US" altLang="en-US"/>
              <a:t> </a:t>
            </a:r>
            <a:r>
              <a:rPr lang="en-US" altLang="en-US" b="1"/>
              <a:t>int number = 25;</a:t>
            </a:r>
          </a:p>
          <a:p>
            <a:r>
              <a:rPr lang="en-US" altLang="en-US"/>
              <a:t>The value 25 will be stored in the memory location associated with the variable number.</a:t>
            </a:r>
          </a:p>
          <a:p>
            <a:r>
              <a:rPr lang="en-US" altLang="en-US"/>
              <a:t>Objects are </a:t>
            </a:r>
            <a:r>
              <a:rPr lang="en-US" altLang="en-US" b="1"/>
              <a:t>not stored </a:t>
            </a:r>
            <a:r>
              <a:rPr lang="en-US" altLang="en-US"/>
              <a:t>in variables, however. Objects are </a:t>
            </a:r>
            <a:r>
              <a:rPr lang="en-US" altLang="en-US" b="1"/>
              <a:t>referenced</a:t>
            </a:r>
            <a:r>
              <a:rPr lang="en-US" altLang="en-US"/>
              <a:t> by variables.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738BBB-0AA8-3DCA-D70D-202ADE3D7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6895" y="6459785"/>
            <a:ext cx="6966408" cy="365125"/>
          </a:xfrm>
        </p:spPr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</p:spTree>
    <p:extLst>
      <p:ext uri="{BB962C8B-B14F-4D97-AF65-F5344CB8AC3E}">
        <p14:creationId xmlns:p14="http://schemas.microsoft.com/office/powerpoint/2010/main" val="1823405729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E5B45-8D88-ED12-F886-5CB527D7B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1" y="286603"/>
            <a:ext cx="11481847" cy="1450757"/>
          </a:xfrm>
        </p:spPr>
        <p:txBody>
          <a:bodyPr/>
          <a:lstStyle/>
          <a:p>
            <a:r>
              <a:rPr lang="en-US" altLang="en-US"/>
              <a:t>Primitive vs. Reference Variables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E1710-1895-E34B-968E-9A6498584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791" y="1845734"/>
            <a:ext cx="11481847" cy="4023360"/>
          </a:xfrm>
        </p:spPr>
        <p:txBody>
          <a:bodyPr/>
          <a:lstStyle/>
          <a:p>
            <a:r>
              <a:rPr lang="en-US" altLang="en-US"/>
              <a:t>When a variable references an object, it contains the memory address of the object’s location.</a:t>
            </a:r>
          </a:p>
          <a:p>
            <a:r>
              <a:rPr lang="en-US" altLang="en-US"/>
              <a:t>Then it is said that the variable </a:t>
            </a:r>
            <a:r>
              <a:rPr lang="en-US" altLang="en-US" b="1"/>
              <a:t>references</a:t>
            </a:r>
            <a:r>
              <a:rPr lang="en-US" altLang="en-US"/>
              <a:t> the object.</a:t>
            </a:r>
          </a:p>
          <a:p>
            <a:pPr lvl="1"/>
            <a:r>
              <a:rPr lang="en-US" altLang="en-US" err="1"/>
              <a:t>Eg.</a:t>
            </a:r>
            <a:r>
              <a:rPr lang="en-US" altLang="en-US"/>
              <a:t> </a:t>
            </a:r>
            <a:r>
              <a:rPr lang="en-US" altLang="en-US" b="1"/>
              <a:t>String </a:t>
            </a:r>
            <a:r>
              <a:rPr lang="en-US" altLang="en-US" b="1" err="1"/>
              <a:t>cityName</a:t>
            </a:r>
            <a:r>
              <a:rPr lang="en-US" altLang="en-US" b="1"/>
              <a:t> = “Amman";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738BBB-0AA8-3DCA-D70D-202ADE3D7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6895" y="6459785"/>
            <a:ext cx="6966408" cy="365125"/>
          </a:xfrm>
        </p:spPr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sp>
        <p:nvSpPr>
          <p:cNvPr id="5" name="Text Box 10">
            <a:extLst>
              <a:ext uri="{FF2B5EF4-FFF2-40B4-BE49-F238E27FC236}">
                <a16:creationId xmlns:a16="http://schemas.microsoft.com/office/drawing/2014/main" id="{F84EE4E0-99B1-D4C0-0600-BF3D9E7CC8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0812" y="3851276"/>
            <a:ext cx="3873176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ar-SA" sz="2000" b="1">
                <a:solidFill>
                  <a:srgbClr val="FF3300"/>
                </a:solidFill>
                <a:latin typeface="+mj-lt"/>
              </a:rPr>
              <a:t>The variable </a:t>
            </a:r>
            <a:r>
              <a:rPr lang="en-US" altLang="ar-SA" sz="2000" b="1">
                <a:solidFill>
                  <a:srgbClr val="0070C0"/>
                </a:solidFill>
                <a:latin typeface="+mj-lt"/>
              </a:rPr>
              <a:t>(</a:t>
            </a:r>
            <a:r>
              <a:rPr lang="en-US" altLang="ar-SA" sz="2000" b="1" err="1">
                <a:solidFill>
                  <a:srgbClr val="0070C0"/>
                </a:solidFill>
                <a:latin typeface="+mj-lt"/>
              </a:rPr>
              <a:t>cityName</a:t>
            </a:r>
            <a:r>
              <a:rPr lang="en-US" altLang="ar-SA" sz="2000" b="1">
                <a:solidFill>
                  <a:srgbClr val="0070C0"/>
                </a:solidFill>
                <a:latin typeface="+mj-lt"/>
              </a:rPr>
              <a:t>)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ar-SA" sz="2000" b="1">
                <a:solidFill>
                  <a:srgbClr val="0070C0"/>
                </a:solidFill>
                <a:latin typeface="+mj-lt"/>
              </a:rPr>
              <a:t> </a:t>
            </a:r>
            <a:r>
              <a:rPr lang="en-US" altLang="ar-SA" sz="2000" b="1">
                <a:solidFill>
                  <a:srgbClr val="FF3300"/>
                </a:solidFill>
                <a:latin typeface="+mj-lt"/>
              </a:rPr>
              <a:t>that contains the 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ar-SA" sz="2000" b="1">
                <a:solidFill>
                  <a:srgbClr val="FF3300"/>
                </a:solidFill>
                <a:latin typeface="+mj-lt"/>
              </a:rPr>
              <a:t>Memory </a:t>
            </a:r>
            <a:r>
              <a:rPr lang="en-US" altLang="ar-SA" sz="2000" b="1" i="1">
                <a:solidFill>
                  <a:srgbClr val="7030A0"/>
                </a:solidFill>
                <a:latin typeface="+mj-lt"/>
              </a:rPr>
              <a:t>Address</a:t>
            </a:r>
            <a:r>
              <a:rPr lang="en-US" altLang="ar-SA" sz="2000" b="1">
                <a:solidFill>
                  <a:srgbClr val="FF3300"/>
                </a:solidFill>
                <a:latin typeface="+mj-lt"/>
              </a:rPr>
              <a:t>  (references)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ar-SA" sz="2000" b="1">
                <a:solidFill>
                  <a:srgbClr val="FF3300"/>
                </a:solidFill>
                <a:latin typeface="+mj-lt"/>
              </a:rPr>
              <a:t> to the object</a:t>
            </a:r>
          </a:p>
        </p:txBody>
      </p:sp>
      <p:sp>
        <p:nvSpPr>
          <p:cNvPr id="6" name="Text Box 8">
            <a:extLst>
              <a:ext uri="{FF2B5EF4-FFF2-40B4-BE49-F238E27FC236}">
                <a16:creationId xmlns:a16="http://schemas.microsoft.com/office/drawing/2014/main" id="{D301BBA5-9405-6624-5F78-7944CD37FA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7931" y="5325270"/>
            <a:ext cx="1555234" cy="46166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D885E3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D885E3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D885E3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D885E3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D885E3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885E3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885E3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885E3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885E3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en-US" altLang="ar-SA" sz="2400" b="1" err="1">
                <a:solidFill>
                  <a:srgbClr val="0070C0"/>
                </a:solidFill>
                <a:latin typeface="+mj-lt"/>
                <a:cs typeface="+mn-cs"/>
              </a:rPr>
              <a:t>cityName</a:t>
            </a:r>
            <a:endParaRPr lang="en-US" altLang="ar-SA" sz="2400" b="1">
              <a:solidFill>
                <a:srgbClr val="0070C0"/>
              </a:solidFill>
              <a:latin typeface="+mj-lt"/>
              <a:cs typeface="+mn-cs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2E4ADACE-4726-2AD8-5816-86752EF83A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6369" y="4791075"/>
            <a:ext cx="2438400" cy="12954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D885E3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D885E3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D885E3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D885E3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D885E3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885E3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885E3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885E3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885E3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en-US" altLang="ar-SA" sz="2400" b="1">
                <a:latin typeface="+mj-lt"/>
                <a:cs typeface="+mn-cs"/>
              </a:rPr>
              <a:t>Amman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904AB3C-9A51-6321-955B-43A76ECC7E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5645" y="5310188"/>
            <a:ext cx="1074737" cy="461962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ar-SA" sz="1800" b="1" i="1">
                <a:solidFill>
                  <a:srgbClr val="7030A0"/>
                </a:solidFill>
                <a:latin typeface="+mj-lt"/>
              </a:rPr>
              <a:t>9304b1</a:t>
            </a:r>
          </a:p>
        </p:txBody>
      </p:sp>
      <p:sp>
        <p:nvSpPr>
          <p:cNvPr id="9" name="Line 9">
            <a:extLst>
              <a:ext uri="{FF2B5EF4-FFF2-40B4-BE49-F238E27FC236}">
                <a16:creationId xmlns:a16="http://schemas.microsoft.com/office/drawing/2014/main" id="{CA0E50ED-AB03-C88A-5B2A-8D679F157DC6}"/>
              </a:ext>
            </a:extLst>
          </p:cNvPr>
          <p:cNvSpPr>
            <a:spLocks noChangeShapeType="1"/>
          </p:cNvSpPr>
          <p:nvPr/>
        </p:nvSpPr>
        <p:spPr bwMode="auto">
          <a:xfrm>
            <a:off x="5590381" y="5540375"/>
            <a:ext cx="21859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Text Box 10">
            <a:extLst>
              <a:ext uri="{FF2B5EF4-FFF2-40B4-BE49-F238E27FC236}">
                <a16:creationId xmlns:a16="http://schemas.microsoft.com/office/drawing/2014/main" id="{178F1DAD-835C-A6F9-882A-8FA981ACB6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1648" y="3851276"/>
            <a:ext cx="3587842" cy="707886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D885E3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D885E3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D885E3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D885E3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D885E3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885E3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885E3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885E3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885E3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en-US" altLang="ar-SA" sz="2000" b="1">
                <a:solidFill>
                  <a:srgbClr val="FF3300"/>
                </a:solidFill>
                <a:latin typeface="+mj-lt"/>
              </a:rPr>
              <a:t>The object that contains the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en-US" altLang="ar-SA" sz="2000" b="1">
                <a:solidFill>
                  <a:srgbClr val="FF3300"/>
                </a:solidFill>
                <a:latin typeface="+mj-lt"/>
              </a:rPr>
              <a:t>string “</a:t>
            </a:r>
            <a:r>
              <a:rPr lang="en-US" altLang="ar-SA" sz="2000" b="1">
                <a:solidFill>
                  <a:srgbClr val="0070C0"/>
                </a:solidFill>
                <a:latin typeface="+mj-lt"/>
                <a:cs typeface="+mn-cs"/>
              </a:rPr>
              <a:t>Amman</a:t>
            </a:r>
            <a:r>
              <a:rPr lang="en-US" altLang="ar-SA" sz="2000" b="1">
                <a:solidFill>
                  <a:srgbClr val="FF3300"/>
                </a:solidFill>
                <a:latin typeface="+mj-lt"/>
              </a:rPr>
              <a:t>”</a:t>
            </a: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60676FB7-D70A-9B28-BEAE-2D9C30253B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85981" y="6110289"/>
            <a:ext cx="1074738" cy="4032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ar-SA" sz="1800" b="1" i="1">
                <a:solidFill>
                  <a:srgbClr val="7030A0"/>
                </a:solidFill>
                <a:latin typeface="+mj-lt"/>
              </a:rPr>
              <a:t>9304b1</a:t>
            </a:r>
          </a:p>
        </p:txBody>
      </p:sp>
    </p:spTree>
    <p:extLst>
      <p:ext uri="{BB962C8B-B14F-4D97-AF65-F5344CB8AC3E}">
        <p14:creationId xmlns:p14="http://schemas.microsoft.com/office/powerpoint/2010/main" val="929410266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E5B45-8D88-ED12-F886-5CB527D7B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1" y="286603"/>
            <a:ext cx="11481847" cy="1450757"/>
          </a:xfrm>
        </p:spPr>
        <p:txBody>
          <a:bodyPr/>
          <a:lstStyle/>
          <a:p>
            <a:r>
              <a:rPr lang="en-US" altLang="en-US"/>
              <a:t>String Objects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E1710-1895-E34B-968E-9A6498584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791" y="1845734"/>
            <a:ext cx="11481847" cy="4023360"/>
          </a:xfrm>
        </p:spPr>
        <p:txBody>
          <a:bodyPr/>
          <a:lstStyle/>
          <a:p>
            <a:r>
              <a:rPr lang="en-US" altLang="en-US"/>
              <a:t>A variable can be assigned a String literal.</a:t>
            </a:r>
            <a:br>
              <a:rPr lang="en-US" altLang="en-US"/>
            </a:br>
            <a:r>
              <a:rPr lang="en-US" altLang="en-US" b="1"/>
              <a:t>String value1 = “Welcome to Java";</a:t>
            </a:r>
          </a:p>
          <a:p>
            <a:r>
              <a:rPr lang="en-US" altLang="en-US" b="1"/>
              <a:t>Strings</a:t>
            </a:r>
            <a:r>
              <a:rPr lang="en-US" altLang="en-US"/>
              <a:t> are the only objects that can be created in this way.</a:t>
            </a:r>
          </a:p>
          <a:p>
            <a:r>
              <a:rPr lang="en-US" altLang="en-US"/>
              <a:t>A variable can be created using the </a:t>
            </a:r>
            <a:r>
              <a:rPr lang="en-US" altLang="en-US" b="1" i="1">
                <a:solidFill>
                  <a:srgbClr val="FF0000"/>
                </a:solidFill>
              </a:rPr>
              <a:t>new</a:t>
            </a:r>
            <a:r>
              <a:rPr lang="en-US" altLang="en-US"/>
              <a:t>  keyword.</a:t>
            </a:r>
            <a:br>
              <a:rPr lang="en-US" altLang="en-US"/>
            </a:br>
            <a:r>
              <a:rPr lang="en-US" altLang="en-US" b="1"/>
              <a:t>String value2 = new String("Java Programming");</a:t>
            </a:r>
          </a:p>
          <a:p>
            <a:r>
              <a:rPr lang="en-US" altLang="en-US"/>
              <a:t>This is the method that all other objects must use when they are created.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738BBB-0AA8-3DCA-D70D-202ADE3D7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6895" y="6459785"/>
            <a:ext cx="6966408" cy="365125"/>
          </a:xfrm>
        </p:spPr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</p:spTree>
    <p:extLst>
      <p:ext uri="{BB962C8B-B14F-4D97-AF65-F5344CB8AC3E}">
        <p14:creationId xmlns:p14="http://schemas.microsoft.com/office/powerpoint/2010/main" val="438494095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E5B45-8D88-ED12-F886-5CB527D7B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1" y="286603"/>
            <a:ext cx="11481847" cy="1450757"/>
          </a:xfrm>
        </p:spPr>
        <p:txBody>
          <a:bodyPr/>
          <a:lstStyle/>
          <a:p>
            <a:r>
              <a:rPr lang="en-US" altLang="en-US"/>
              <a:t>Strings Are Immutable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E1710-1895-E34B-968E-9A6498584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791" y="1845734"/>
            <a:ext cx="11481847" cy="4023360"/>
          </a:xfrm>
        </p:spPr>
        <p:txBody>
          <a:bodyPr/>
          <a:lstStyle/>
          <a:p>
            <a:r>
              <a:rPr lang="en-US" altLang="en-US"/>
              <a:t>A String object is immutable; its contents cannot be changed. Does the following code change the contents of the string? </a:t>
            </a:r>
            <a:br>
              <a:rPr lang="en-US" altLang="en-US"/>
            </a:br>
            <a:r>
              <a:rPr lang="en-US" altLang="en-US" b="1"/>
              <a:t>String s = "Java";</a:t>
            </a:r>
            <a:br>
              <a:rPr lang="en-US" altLang="en-US" b="1"/>
            </a:br>
            <a:r>
              <a:rPr lang="en-US" altLang="en-US" b="1"/>
              <a:t>s = "HTML";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738BBB-0AA8-3DCA-D70D-202ADE3D7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6895" y="6459785"/>
            <a:ext cx="6966408" cy="365125"/>
          </a:xfrm>
        </p:spPr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</p:spTree>
    <p:extLst>
      <p:ext uri="{BB962C8B-B14F-4D97-AF65-F5344CB8AC3E}">
        <p14:creationId xmlns:p14="http://schemas.microsoft.com/office/powerpoint/2010/main" val="2205240147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2">
            <a:extLst>
              <a:ext uri="{FF2B5EF4-FFF2-40B4-BE49-F238E27FC236}">
                <a16:creationId xmlns:a16="http://schemas.microsoft.com/office/drawing/2014/main" id="{CFE3A42C-123B-857C-B365-7175A91B14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3985" y="2225902"/>
            <a:ext cx="3124200" cy="457200"/>
          </a:xfrm>
          <a:prstGeom prst="rect">
            <a:avLst/>
          </a:prstGeom>
          <a:solidFill>
            <a:schemeClr val="bg1">
              <a:alpha val="44705"/>
            </a:schemeClr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7E5B45-8D88-ED12-F886-5CB527D7B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1" y="286603"/>
            <a:ext cx="11481847" cy="1450757"/>
          </a:xfrm>
        </p:spPr>
        <p:txBody>
          <a:bodyPr/>
          <a:lstStyle/>
          <a:p>
            <a:r>
              <a:rPr lang="en-US" altLang="en-US"/>
              <a:t>Trace Code (Two Slides)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738BBB-0AA8-3DCA-D70D-202ADE3D7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6895" y="6459785"/>
            <a:ext cx="6966408" cy="365125"/>
          </a:xfrm>
        </p:spPr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E60AF5E-3D09-2249-4A18-8C0DAD1CD4AE}"/>
              </a:ext>
            </a:extLst>
          </p:cNvPr>
          <p:cNvSpPr txBox="1">
            <a:spLocks noChangeArrowheads="1"/>
          </p:cNvSpPr>
          <p:nvPr/>
        </p:nvSpPr>
        <p:spPr>
          <a:xfrm>
            <a:off x="1905000" y="1682150"/>
            <a:ext cx="4419600" cy="14478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180000" indent="-3600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20000" indent="-360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2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80000" indent="-360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altLang="en-US">
                <a:solidFill>
                  <a:schemeClr val="tx2"/>
                </a:solidFill>
                <a:cs typeface="Times New Roman" panose="02020603050405020304" pitchFamily="18" charset="0"/>
              </a:rPr>
              <a:t>       String s = "Java";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>
                <a:solidFill>
                  <a:schemeClr val="tx2"/>
                </a:solidFill>
                <a:cs typeface="Times New Roman" panose="02020603050405020304" pitchFamily="18" charset="0"/>
              </a:rPr>
              <a:t>       s = "HTML";</a:t>
            </a:r>
          </a:p>
        </p:txBody>
      </p:sp>
      <p:graphicFrame>
        <p:nvGraphicFramePr>
          <p:cNvPr id="6" name="Object 11">
            <a:extLst>
              <a:ext uri="{FF2B5EF4-FFF2-40B4-BE49-F238E27FC236}">
                <a16:creationId xmlns:a16="http://schemas.microsoft.com/office/drawing/2014/main" id="{252F90C1-0A96-69A4-1BD0-16D9DEAF5A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0346485"/>
              </p:ext>
            </p:extLst>
          </p:nvPr>
        </p:nvGraphicFramePr>
        <p:xfrm>
          <a:off x="1676400" y="3815751"/>
          <a:ext cx="8839200" cy="233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5190744" imgH="1371600" progId="Word.Picture.8">
                  <p:embed/>
                </p:oleObj>
              </mc:Choice>
              <mc:Fallback>
                <p:oleObj name="Picture" r:id="rId2" imgW="5190744" imgH="1371600" progId="Word.Picture.8">
                  <p:embed/>
                  <p:pic>
                    <p:nvPicPr>
                      <p:cNvPr id="27660" name="Object 11">
                        <a:extLst>
                          <a:ext uri="{FF2B5EF4-FFF2-40B4-BE49-F238E27FC236}">
                            <a16:creationId xmlns:a16="http://schemas.microsoft.com/office/drawing/2014/main" id="{68FF0D4C-CA5C-1F43-6AD6-6415DA96D4C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3815751"/>
                        <a:ext cx="8839200" cy="2339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12">
            <a:extLst>
              <a:ext uri="{FF2B5EF4-FFF2-40B4-BE49-F238E27FC236}">
                <a16:creationId xmlns:a16="http://schemas.microsoft.com/office/drawing/2014/main" id="{61789027-CF69-7536-869C-932BF765BF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3985" y="1725426"/>
            <a:ext cx="3124200" cy="457200"/>
          </a:xfrm>
          <a:prstGeom prst="rect">
            <a:avLst/>
          </a:prstGeom>
          <a:solidFill>
            <a:srgbClr val="FF9900">
              <a:alpha val="4470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12388357-F929-4902-68AB-4A004AE5C2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3602968"/>
            <a:ext cx="4876800" cy="26670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11037DA6-4775-7516-B9E9-9CCE384115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8913" y="3456318"/>
            <a:ext cx="3433763" cy="2667000"/>
          </a:xfrm>
          <a:prstGeom prst="rect">
            <a:avLst/>
          </a:prstGeom>
          <a:solidFill>
            <a:srgbClr val="FF9900">
              <a:alpha val="45097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2E887C-2061-D885-B335-5BACA71161F6}"/>
              </a:ext>
            </a:extLst>
          </p:cNvPr>
          <p:cNvSpPr txBox="1"/>
          <p:nvPr/>
        </p:nvSpPr>
        <p:spPr>
          <a:xfrm>
            <a:off x="6780361" y="1871896"/>
            <a:ext cx="33729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rgbClr val="FFD18D"/>
                </a:solidFill>
              </a:rPr>
              <a:t>Code in Orange First</a:t>
            </a:r>
          </a:p>
        </p:txBody>
      </p:sp>
    </p:spTree>
    <p:extLst>
      <p:ext uri="{BB962C8B-B14F-4D97-AF65-F5344CB8AC3E}">
        <p14:creationId xmlns:p14="http://schemas.microsoft.com/office/powerpoint/2010/main" val="673564993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3">
            <a:extLst>
              <a:ext uri="{FF2B5EF4-FFF2-40B4-BE49-F238E27FC236}">
                <a16:creationId xmlns:a16="http://schemas.microsoft.com/office/drawing/2014/main" id="{9454DE0E-9E07-E763-3999-D7DB83226D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3602968"/>
            <a:ext cx="4876800" cy="2667000"/>
          </a:xfrm>
          <a:prstGeom prst="rect">
            <a:avLst/>
          </a:prstGeom>
          <a:solidFill>
            <a:srgbClr val="00B0F0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7E5B45-8D88-ED12-F886-5CB527D7B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1" y="286603"/>
            <a:ext cx="11481847" cy="1450757"/>
          </a:xfrm>
        </p:spPr>
        <p:txBody>
          <a:bodyPr/>
          <a:lstStyle/>
          <a:p>
            <a:r>
              <a:rPr lang="en-US" altLang="en-US"/>
              <a:t>Cont. Trace Code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738BBB-0AA8-3DCA-D70D-202ADE3D7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6895" y="6459785"/>
            <a:ext cx="6966408" cy="365125"/>
          </a:xfrm>
        </p:spPr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graphicFrame>
        <p:nvGraphicFramePr>
          <p:cNvPr id="7" name="Object 11">
            <a:extLst>
              <a:ext uri="{FF2B5EF4-FFF2-40B4-BE49-F238E27FC236}">
                <a16:creationId xmlns:a16="http://schemas.microsoft.com/office/drawing/2014/main" id="{561B1FF2-49C6-14D0-CFB7-D3377D9D57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3353651"/>
              </p:ext>
            </p:extLst>
          </p:nvPr>
        </p:nvGraphicFramePr>
        <p:xfrm>
          <a:off x="1676400" y="3815751"/>
          <a:ext cx="8839200" cy="233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5190744" imgH="1371600" progId="Word.Picture.8">
                  <p:embed/>
                </p:oleObj>
              </mc:Choice>
              <mc:Fallback>
                <p:oleObj name="Picture" r:id="rId2" imgW="5190744" imgH="1371600" progId="Word.Picture.8">
                  <p:embed/>
                  <p:pic>
                    <p:nvPicPr>
                      <p:cNvPr id="6" name="Object 11">
                        <a:extLst>
                          <a:ext uri="{FF2B5EF4-FFF2-40B4-BE49-F238E27FC236}">
                            <a16:creationId xmlns:a16="http://schemas.microsoft.com/office/drawing/2014/main" id="{252F90C1-0A96-69A4-1BD0-16D9DEAF5A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3815751"/>
                        <a:ext cx="8839200" cy="2339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12">
            <a:extLst>
              <a:ext uri="{FF2B5EF4-FFF2-40B4-BE49-F238E27FC236}">
                <a16:creationId xmlns:a16="http://schemas.microsoft.com/office/drawing/2014/main" id="{26B1A471-F920-C461-60C0-9E805B4E51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8913" y="3456318"/>
            <a:ext cx="3433763" cy="2667000"/>
          </a:xfrm>
          <a:prstGeom prst="rect">
            <a:avLst/>
          </a:prstGeom>
          <a:solidFill>
            <a:schemeClr val="bg1">
              <a:alpha val="45097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3B6B88-DD1B-5A4A-A7E1-90E38EAE2A09}"/>
              </a:ext>
            </a:extLst>
          </p:cNvPr>
          <p:cNvSpPr txBox="1"/>
          <p:nvPr/>
        </p:nvSpPr>
        <p:spPr>
          <a:xfrm>
            <a:off x="6780361" y="1871896"/>
            <a:ext cx="33729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rgbClr val="00B0F0"/>
                </a:solidFill>
              </a:rPr>
              <a:t>Code in Blue After</a:t>
            </a:r>
          </a:p>
        </p:txBody>
      </p:sp>
      <p:sp>
        <p:nvSpPr>
          <p:cNvPr id="12" name="Rectangle 12">
            <a:extLst>
              <a:ext uri="{FF2B5EF4-FFF2-40B4-BE49-F238E27FC236}">
                <a16:creationId xmlns:a16="http://schemas.microsoft.com/office/drawing/2014/main" id="{C79F83B6-ED4D-A91E-B3D8-6B1DB42F71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3985" y="2225902"/>
            <a:ext cx="3124200" cy="457200"/>
          </a:xfrm>
          <a:prstGeom prst="rect">
            <a:avLst/>
          </a:prstGeom>
          <a:solidFill>
            <a:srgbClr val="00B0F0">
              <a:alpha val="44705"/>
            </a:srgbClr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F2D90B6-40C2-8617-7655-73814197D4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3985" y="1725426"/>
            <a:ext cx="3124200" cy="457200"/>
          </a:xfrm>
          <a:prstGeom prst="rect">
            <a:avLst/>
          </a:prstGeom>
          <a:solidFill>
            <a:schemeClr val="bg1">
              <a:alpha val="44705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7CE049FB-5CB3-2E39-2541-583AD168FB2D}"/>
              </a:ext>
            </a:extLst>
          </p:cNvPr>
          <p:cNvSpPr txBox="1">
            <a:spLocks noChangeArrowheads="1"/>
          </p:cNvSpPr>
          <p:nvPr/>
        </p:nvSpPr>
        <p:spPr>
          <a:xfrm>
            <a:off x="1905000" y="1682150"/>
            <a:ext cx="4419600" cy="14478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180000" indent="-3600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20000" indent="-360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2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80000" indent="-360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altLang="en-US">
                <a:solidFill>
                  <a:schemeClr val="tx2"/>
                </a:solidFill>
                <a:cs typeface="Times New Roman" panose="02020603050405020304" pitchFamily="18" charset="0"/>
              </a:rPr>
              <a:t>       String s = "Java";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>
                <a:solidFill>
                  <a:schemeClr val="tx2"/>
                </a:solidFill>
                <a:cs typeface="Times New Roman" panose="02020603050405020304" pitchFamily="18" charset="0"/>
              </a:rPr>
              <a:t>       s = "HTML";</a:t>
            </a:r>
          </a:p>
        </p:txBody>
      </p:sp>
    </p:spTree>
    <p:extLst>
      <p:ext uri="{BB962C8B-B14F-4D97-AF65-F5344CB8AC3E}">
        <p14:creationId xmlns:p14="http://schemas.microsoft.com/office/powerpoint/2010/main" val="3387604837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E5B45-8D88-ED12-F886-5CB527D7B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1" y="286603"/>
            <a:ext cx="11481847" cy="1450757"/>
          </a:xfrm>
        </p:spPr>
        <p:txBody>
          <a:bodyPr/>
          <a:lstStyle/>
          <a:p>
            <a:r>
              <a:rPr lang="en-US" altLang="en-US"/>
              <a:t>Interned Strings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E1710-1895-E34B-968E-9A6498584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791" y="1845734"/>
            <a:ext cx="11481847" cy="4023360"/>
          </a:xfrm>
        </p:spPr>
        <p:txBody>
          <a:bodyPr/>
          <a:lstStyle/>
          <a:p>
            <a:r>
              <a:rPr lang="en-US" altLang="en-US"/>
              <a:t>Since strings are immutable and are frequently used, to improve efficiency and save memory, the JVM uses a unique instance for string literals with the same character sequence. Such an instance is called interned. For example, the following statements: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738BBB-0AA8-3DCA-D70D-202ADE3D7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6895" y="6459785"/>
            <a:ext cx="6966408" cy="365125"/>
          </a:xfrm>
        </p:spPr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</p:spTree>
    <p:extLst>
      <p:ext uri="{BB962C8B-B14F-4D97-AF65-F5344CB8AC3E}">
        <p14:creationId xmlns:p14="http://schemas.microsoft.com/office/powerpoint/2010/main" val="2430681133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E5B45-8D88-ED12-F886-5CB527D7B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1" y="286603"/>
            <a:ext cx="11481847" cy="1450757"/>
          </a:xfrm>
        </p:spPr>
        <p:txBody>
          <a:bodyPr/>
          <a:lstStyle/>
          <a:p>
            <a:r>
              <a:rPr lang="en-US" altLang="en-US"/>
              <a:t>Examples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738BBB-0AA8-3DCA-D70D-202ADE3D7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6895" y="6459785"/>
            <a:ext cx="6966408" cy="365125"/>
          </a:xfrm>
        </p:spPr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graphicFrame>
        <p:nvGraphicFramePr>
          <p:cNvPr id="7" name="Object 18">
            <a:extLst>
              <a:ext uri="{FF2B5EF4-FFF2-40B4-BE49-F238E27FC236}">
                <a16:creationId xmlns:a16="http://schemas.microsoft.com/office/drawing/2014/main" id="{2F158253-D6C2-3E4D-A178-FAE0DDAE8DFE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19972411"/>
              </p:ext>
            </p:extLst>
          </p:nvPr>
        </p:nvGraphicFramePr>
        <p:xfrm>
          <a:off x="985768" y="1720108"/>
          <a:ext cx="10207891" cy="30071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4572000" imgH="1222248" progId="Word.Picture.8">
                  <p:embed/>
                </p:oleObj>
              </mc:Choice>
              <mc:Fallback>
                <p:oleObj name="Picture" r:id="rId2" imgW="4572000" imgH="1222248" progId="Word.Picture.8">
                  <p:embed/>
                  <p:pic>
                    <p:nvPicPr>
                      <p:cNvPr id="30733" name="Object 18">
                        <a:extLst>
                          <a:ext uri="{FF2B5EF4-FFF2-40B4-BE49-F238E27FC236}">
                            <a16:creationId xmlns:a16="http://schemas.microsoft.com/office/drawing/2014/main" id="{3AD3000D-64B0-374B-D8DE-5746ECDE335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5768" y="1720108"/>
                        <a:ext cx="10207891" cy="30071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6A0B5A8B-DB8F-AE3E-100F-AB2A5A3969E5}"/>
              </a:ext>
            </a:extLst>
          </p:cNvPr>
          <p:cNvSpPr txBox="1"/>
          <p:nvPr/>
        </p:nvSpPr>
        <p:spPr>
          <a:xfrm>
            <a:off x="985767" y="4678826"/>
            <a:ext cx="230952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en-US" sz="2000">
                <a:cs typeface="Courier New" panose="02070309020205020404" pitchFamily="49" charset="0"/>
              </a:rPr>
              <a:t>display</a:t>
            </a:r>
          </a:p>
          <a:p>
            <a:pPr marL="0" indent="0">
              <a:buNone/>
            </a:pPr>
            <a:r>
              <a:rPr lang="en-US" altLang="en-US" sz="2000">
                <a:cs typeface="Courier New" panose="02070309020205020404" pitchFamily="49" charset="0"/>
              </a:rPr>
              <a:t> </a:t>
            </a:r>
            <a:r>
              <a:rPr lang="en-US" altLang="en-US" sz="2000">
                <a:cs typeface="Times New Roman" panose="02020603050405020304" pitchFamily="18" charset="0"/>
              </a:rPr>
              <a:t>  s1 == s2 is </a:t>
            </a:r>
            <a:r>
              <a:rPr lang="en-US" altLang="en-US" sz="2000" b="1">
                <a:solidFill>
                  <a:srgbClr val="7030A0"/>
                </a:solidFill>
                <a:cs typeface="Times New Roman" panose="02020603050405020304" pitchFamily="18" charset="0"/>
              </a:rPr>
              <a:t>false</a:t>
            </a:r>
            <a:r>
              <a:rPr lang="en-US" altLang="en-US" sz="2000">
                <a:cs typeface="Times New Roman" panose="02020603050405020304" pitchFamily="18" charset="0"/>
              </a:rPr>
              <a:t>    </a:t>
            </a:r>
          </a:p>
          <a:p>
            <a:pPr marL="0" indent="0">
              <a:buNone/>
            </a:pPr>
            <a:r>
              <a:rPr lang="en-US" altLang="en-US" sz="2000">
                <a:cs typeface="Times New Roman" panose="02020603050405020304" pitchFamily="18" charset="0"/>
              </a:rPr>
              <a:t>   s1 == s3 is </a:t>
            </a:r>
            <a:r>
              <a:rPr lang="en-US" altLang="en-US" sz="2000" b="1">
                <a:solidFill>
                  <a:srgbClr val="7030A0"/>
                </a:solidFill>
                <a:cs typeface="Times New Roman" panose="02020603050405020304" pitchFamily="18" charset="0"/>
              </a:rPr>
              <a:t>true</a:t>
            </a:r>
            <a:endParaRPr lang="en-US" sz="20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722AA3-C9E1-95CB-926C-596B496CF7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0913" y="4538967"/>
            <a:ext cx="5867400" cy="17928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buFont typeface="Monotype Sorts"/>
              <a:buNone/>
            </a:pPr>
            <a:r>
              <a:rPr lang="en-US" altLang="en-US" sz="2400">
                <a:solidFill>
                  <a:srgbClr val="FF0000"/>
                </a:solidFill>
                <a:latin typeface="+mj-lt"/>
                <a:cs typeface="Courier New" panose="02070309020205020404" pitchFamily="49" charset="0"/>
              </a:rPr>
              <a:t>A new object is created if you use the new operator. </a:t>
            </a:r>
          </a:p>
          <a:p>
            <a:pPr>
              <a:lnSpc>
                <a:spcPct val="90000"/>
              </a:lnSpc>
              <a:buFont typeface="Monotype Sorts"/>
              <a:buNone/>
            </a:pPr>
            <a:r>
              <a:rPr lang="en-US" altLang="en-US" sz="2400">
                <a:solidFill>
                  <a:srgbClr val="FF0000"/>
                </a:solidFill>
                <a:latin typeface="+mj-lt"/>
                <a:cs typeface="Courier New" panose="02070309020205020404" pitchFamily="49" charset="0"/>
              </a:rPr>
              <a:t>If you use the string initializer, no new object is created if the interned object is already created.</a:t>
            </a:r>
            <a:endParaRPr lang="en-US" altLang="en-US" sz="2400">
              <a:solidFill>
                <a:srgbClr val="FF0000"/>
              </a:solidFill>
              <a:latin typeface="+mj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3348817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E5B45-8D88-ED12-F886-5CB527D7B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1" y="286603"/>
            <a:ext cx="11481847" cy="1450757"/>
          </a:xfrm>
        </p:spPr>
        <p:txBody>
          <a:bodyPr/>
          <a:lstStyle/>
          <a:p>
            <a:r>
              <a:rPr lang="en-US" altLang="en-US"/>
              <a:t>Trace Code (Three Slides)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738BBB-0AA8-3DCA-D70D-202ADE3D7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6895" y="6459785"/>
            <a:ext cx="6966408" cy="365125"/>
          </a:xfrm>
        </p:spPr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2E887C-2061-D885-B335-5BACA71161F6}"/>
              </a:ext>
            </a:extLst>
          </p:cNvPr>
          <p:cNvSpPr txBox="1"/>
          <p:nvPr/>
        </p:nvSpPr>
        <p:spPr>
          <a:xfrm>
            <a:off x="6780361" y="1871896"/>
            <a:ext cx="33729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rgbClr val="ADBADA"/>
                </a:solidFill>
              </a:rPr>
              <a:t>Code in Blue First</a:t>
            </a:r>
          </a:p>
        </p:txBody>
      </p:sp>
      <p:graphicFrame>
        <p:nvGraphicFramePr>
          <p:cNvPr id="3" name="Object 9">
            <a:extLst>
              <a:ext uri="{FF2B5EF4-FFF2-40B4-BE49-F238E27FC236}">
                <a16:creationId xmlns:a16="http://schemas.microsoft.com/office/drawing/2014/main" id="{B6708951-E09D-9FF3-8AF3-0D0F52E5DE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7709822"/>
              </p:ext>
            </p:extLst>
          </p:nvPr>
        </p:nvGraphicFramePr>
        <p:xfrm>
          <a:off x="101600" y="2368550"/>
          <a:ext cx="11280775" cy="309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4457880" imgH="1219320" progId="Word.Picture.8">
                  <p:embed/>
                </p:oleObj>
              </mc:Choice>
              <mc:Fallback>
                <p:oleObj name="Picture" r:id="rId2" imgW="4457880" imgH="1219320" progId="Word.Picture.8">
                  <p:embed/>
                  <p:pic>
                    <p:nvPicPr>
                      <p:cNvPr id="31752" name="Object 9">
                        <a:extLst>
                          <a:ext uri="{FF2B5EF4-FFF2-40B4-BE49-F238E27FC236}">
                            <a16:creationId xmlns:a16="http://schemas.microsoft.com/office/drawing/2014/main" id="{1785BF76-62F2-82F6-65E1-0639CF62C52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600" y="2368550"/>
                        <a:ext cx="11280775" cy="309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AC04DFD3-BA4D-B199-427F-6C3CFC396F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79" y="2441498"/>
            <a:ext cx="4928763" cy="377799"/>
          </a:xfrm>
          <a:prstGeom prst="rect">
            <a:avLst/>
          </a:prstGeom>
          <a:solidFill>
            <a:schemeClr val="accent1">
              <a:alpha val="45097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2975F0B-D897-BBA5-1725-09EB82D5DA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3268" y="2333561"/>
            <a:ext cx="4254157" cy="1462448"/>
          </a:xfrm>
          <a:prstGeom prst="rect">
            <a:avLst/>
          </a:prstGeom>
          <a:solidFill>
            <a:schemeClr val="accent1">
              <a:alpha val="45097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</p:spTree>
    <p:extLst>
      <p:ext uri="{BB962C8B-B14F-4D97-AF65-F5344CB8AC3E}">
        <p14:creationId xmlns:p14="http://schemas.microsoft.com/office/powerpoint/2010/main" val="1339282972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9">
            <a:extLst>
              <a:ext uri="{FF2B5EF4-FFF2-40B4-BE49-F238E27FC236}">
                <a16:creationId xmlns:a16="http://schemas.microsoft.com/office/drawing/2014/main" id="{C5B28A60-E722-CECC-E03D-1DB1668E20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5533" y="4758723"/>
            <a:ext cx="4121324" cy="1272426"/>
          </a:xfrm>
          <a:prstGeom prst="rect">
            <a:avLst/>
          </a:prstGeom>
          <a:solidFill>
            <a:srgbClr val="FF8C8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7E5B45-8D88-ED12-F886-5CB527D7B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1" y="286603"/>
            <a:ext cx="11481847" cy="1450757"/>
          </a:xfrm>
        </p:spPr>
        <p:txBody>
          <a:bodyPr/>
          <a:lstStyle/>
          <a:p>
            <a:r>
              <a:rPr lang="en-US" altLang="en-US"/>
              <a:t>Cont. Trace Code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738BBB-0AA8-3DCA-D70D-202ADE3D7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6895" y="6459785"/>
            <a:ext cx="6966408" cy="365125"/>
          </a:xfrm>
        </p:spPr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73AD485-32DD-EBF5-8409-2390C079E3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4806" y="2846717"/>
            <a:ext cx="212702" cy="6424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6EB69686-5350-5339-0DAC-1B110EB439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4806" y="2846717"/>
            <a:ext cx="212702" cy="6424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graphicFrame>
        <p:nvGraphicFramePr>
          <p:cNvPr id="9" name="Object 7">
            <a:extLst>
              <a:ext uri="{FF2B5EF4-FFF2-40B4-BE49-F238E27FC236}">
                <a16:creationId xmlns:a16="http://schemas.microsoft.com/office/drawing/2014/main" id="{28C24C8C-9FA2-281B-2EC4-CD963E0C01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2023177"/>
              </p:ext>
            </p:extLst>
          </p:nvPr>
        </p:nvGraphicFramePr>
        <p:xfrm>
          <a:off x="-39688" y="2762250"/>
          <a:ext cx="12269788" cy="336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4457880" imgH="1219320" progId="Word.Picture.8">
                  <p:embed/>
                </p:oleObj>
              </mc:Choice>
              <mc:Fallback>
                <p:oleObj name="Picture" r:id="rId2" imgW="4457880" imgH="1219320" progId="Word.Picture.8">
                  <p:embed/>
                  <p:pic>
                    <p:nvPicPr>
                      <p:cNvPr id="32776" name="Object 7">
                        <a:extLst>
                          <a:ext uri="{FF2B5EF4-FFF2-40B4-BE49-F238E27FC236}">
                            <a16:creationId xmlns:a16="http://schemas.microsoft.com/office/drawing/2014/main" id="{F810CC3C-1618-C9B0-60B7-5E547640BF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39688" y="2762250"/>
                        <a:ext cx="12269788" cy="3363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8">
            <a:extLst>
              <a:ext uri="{FF2B5EF4-FFF2-40B4-BE49-F238E27FC236}">
                <a16:creationId xmlns:a16="http://schemas.microsoft.com/office/drawing/2014/main" id="{64F98C10-06C5-CD38-24A8-A379EF0505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770" y="3411165"/>
            <a:ext cx="7014575" cy="410887"/>
          </a:xfrm>
          <a:prstGeom prst="rect">
            <a:avLst/>
          </a:prstGeom>
          <a:solidFill>
            <a:srgbClr val="FF0000">
              <a:alpha val="45097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381A0C-640B-3E83-095B-9D20AB55E8CF}"/>
              </a:ext>
            </a:extLst>
          </p:cNvPr>
          <p:cNvSpPr txBox="1"/>
          <p:nvPr/>
        </p:nvSpPr>
        <p:spPr>
          <a:xfrm>
            <a:off x="7054251" y="1932476"/>
            <a:ext cx="269359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>
                <a:solidFill>
                  <a:srgbClr val="FF8C8C"/>
                </a:solidFill>
              </a:rPr>
              <a:t>Code in Red Now</a:t>
            </a:r>
          </a:p>
        </p:txBody>
      </p:sp>
    </p:spTree>
    <p:extLst>
      <p:ext uri="{BB962C8B-B14F-4D97-AF65-F5344CB8AC3E}">
        <p14:creationId xmlns:p14="http://schemas.microsoft.com/office/powerpoint/2010/main" val="3124691522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E5B45-8D88-ED12-F886-5CB527D7B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1" y="286603"/>
            <a:ext cx="11481847" cy="1450757"/>
          </a:xfrm>
        </p:spPr>
        <p:txBody>
          <a:bodyPr/>
          <a:lstStyle/>
          <a:p>
            <a:r>
              <a:rPr lang="en-US" altLang="en-US"/>
              <a:t>Cont. Trace Code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738BBB-0AA8-3DCA-D70D-202ADE3D7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6895" y="6459785"/>
            <a:ext cx="6966408" cy="365125"/>
          </a:xfrm>
        </p:spPr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381A0C-640B-3E83-095B-9D20AB55E8CF}"/>
              </a:ext>
            </a:extLst>
          </p:cNvPr>
          <p:cNvSpPr txBox="1"/>
          <p:nvPr/>
        </p:nvSpPr>
        <p:spPr>
          <a:xfrm>
            <a:off x="7114635" y="1850033"/>
            <a:ext cx="287475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>
                <a:solidFill>
                  <a:srgbClr val="8CDBB0"/>
                </a:solidFill>
              </a:rPr>
              <a:t>Code in Green Now</a:t>
            </a:r>
          </a:p>
        </p:txBody>
      </p:sp>
      <p:graphicFrame>
        <p:nvGraphicFramePr>
          <p:cNvPr id="3" name="Object 7">
            <a:extLst>
              <a:ext uri="{FF2B5EF4-FFF2-40B4-BE49-F238E27FC236}">
                <a16:creationId xmlns:a16="http://schemas.microsoft.com/office/drawing/2014/main" id="{6A0658BC-94F3-780A-7230-E6F5C30860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5407395"/>
              </p:ext>
            </p:extLst>
          </p:nvPr>
        </p:nvGraphicFramePr>
        <p:xfrm>
          <a:off x="449263" y="2452688"/>
          <a:ext cx="11534775" cy="378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4457880" imgH="1219320" progId="Word.Picture.8">
                  <p:embed/>
                </p:oleObj>
              </mc:Choice>
              <mc:Fallback>
                <p:oleObj name="Picture" r:id="rId2" imgW="4457880" imgH="1219320" progId="Word.Picture.8">
                  <p:embed/>
                  <p:pic>
                    <p:nvPicPr>
                      <p:cNvPr id="33800" name="Object 7">
                        <a:extLst>
                          <a:ext uri="{FF2B5EF4-FFF2-40B4-BE49-F238E27FC236}">
                            <a16:creationId xmlns:a16="http://schemas.microsoft.com/office/drawing/2014/main" id="{A375080F-1765-4845-F683-82F36E6A294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263" y="2452688"/>
                        <a:ext cx="11534775" cy="3784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8">
            <a:extLst>
              <a:ext uri="{FF2B5EF4-FFF2-40B4-BE49-F238E27FC236}">
                <a16:creationId xmlns:a16="http://schemas.microsoft.com/office/drawing/2014/main" id="{F78F34B5-49F2-1D51-BA00-C18BAF4E1D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214" y="3968895"/>
            <a:ext cx="5737003" cy="462136"/>
          </a:xfrm>
          <a:prstGeom prst="rect">
            <a:avLst/>
          </a:prstGeom>
          <a:solidFill>
            <a:srgbClr val="00B050">
              <a:alpha val="45097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16AFF516-9CBB-0E5D-A7E5-84862F45B0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37358" y="2780972"/>
            <a:ext cx="941896" cy="462136"/>
          </a:xfrm>
          <a:prstGeom prst="rect">
            <a:avLst/>
          </a:prstGeom>
          <a:solidFill>
            <a:srgbClr val="00B050">
              <a:alpha val="45097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</p:spTree>
    <p:extLst>
      <p:ext uri="{BB962C8B-B14F-4D97-AF65-F5344CB8AC3E}">
        <p14:creationId xmlns:p14="http://schemas.microsoft.com/office/powerpoint/2010/main" val="2070985869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E5B45-8D88-ED12-F886-5CB527D7B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1" y="286603"/>
            <a:ext cx="11481847" cy="1450757"/>
          </a:xfrm>
        </p:spPr>
        <p:txBody>
          <a:bodyPr/>
          <a:lstStyle/>
          <a:p>
            <a:r>
              <a:rPr lang="en-US" altLang="en-US"/>
              <a:t>String Methods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E1710-1895-E34B-968E-9A6498584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791" y="1845734"/>
            <a:ext cx="11481847" cy="4023360"/>
          </a:xfrm>
        </p:spPr>
        <p:txBody>
          <a:bodyPr/>
          <a:lstStyle/>
          <a:p>
            <a:r>
              <a:rPr lang="en-US" altLang="en-US"/>
              <a:t>The </a:t>
            </a:r>
            <a:r>
              <a:rPr lang="en-US" altLang="en-US" b="1"/>
              <a:t>String</a:t>
            </a:r>
            <a:r>
              <a:rPr lang="en-US" altLang="en-US"/>
              <a:t> class contains many methods that help with the manipulation of </a:t>
            </a:r>
            <a:r>
              <a:rPr lang="en-US" altLang="en-US" b="1"/>
              <a:t>String</a:t>
            </a:r>
            <a:r>
              <a:rPr lang="en-US" altLang="en-US"/>
              <a:t> objects.</a:t>
            </a:r>
          </a:p>
          <a:p>
            <a:r>
              <a:rPr lang="en-US" altLang="en-US" b="1" i="1"/>
              <a:t>String</a:t>
            </a:r>
            <a:r>
              <a:rPr lang="en-US" altLang="en-US"/>
              <a:t> objects are </a:t>
            </a:r>
            <a:r>
              <a:rPr lang="en-US" altLang="en-US" b="1"/>
              <a:t>immutable</a:t>
            </a:r>
            <a:r>
              <a:rPr lang="en-US" altLang="en-US"/>
              <a:t>, meaning that they cannot be changed.</a:t>
            </a:r>
          </a:p>
          <a:p>
            <a:r>
              <a:rPr lang="en-US" altLang="en-US"/>
              <a:t>Many of the methods of a </a:t>
            </a:r>
            <a:r>
              <a:rPr lang="en-US" altLang="en-US" b="1" i="1"/>
              <a:t>String</a:t>
            </a:r>
            <a:r>
              <a:rPr lang="en-US" altLang="en-US"/>
              <a:t> object can create new versions of the object.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738BBB-0AA8-3DCA-D70D-202ADE3D7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6895" y="6459785"/>
            <a:ext cx="6966408" cy="365125"/>
          </a:xfrm>
        </p:spPr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</p:spTree>
    <p:extLst>
      <p:ext uri="{BB962C8B-B14F-4D97-AF65-F5344CB8AC3E}">
        <p14:creationId xmlns:p14="http://schemas.microsoft.com/office/powerpoint/2010/main" val="647134722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E5B45-8D88-ED12-F886-5CB527D7B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1" y="286603"/>
            <a:ext cx="11481847" cy="1450757"/>
          </a:xfrm>
        </p:spPr>
        <p:txBody>
          <a:bodyPr/>
          <a:lstStyle/>
          <a:p>
            <a:r>
              <a:rPr lang="en-US" altLang="en-US"/>
              <a:t>Simple Methods for </a:t>
            </a:r>
            <a:r>
              <a:rPr lang="en-US" altLang="en-US" b="1"/>
              <a:t>String</a:t>
            </a:r>
            <a:r>
              <a:rPr lang="en-US" altLang="en-US"/>
              <a:t> Objects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738BBB-0AA8-3DCA-D70D-202ADE3D7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6895" y="6459785"/>
            <a:ext cx="6966408" cy="365125"/>
          </a:xfrm>
        </p:spPr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graphicFrame>
        <p:nvGraphicFramePr>
          <p:cNvPr id="5" name="Object 6">
            <a:extLst>
              <a:ext uri="{FF2B5EF4-FFF2-40B4-BE49-F238E27FC236}">
                <a16:creationId xmlns:a16="http://schemas.microsoft.com/office/drawing/2014/main" id="{D79B8AD7-D8D1-6B89-C686-2A454DE1B5A9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83029455"/>
              </p:ext>
            </p:extLst>
          </p:nvPr>
        </p:nvGraphicFramePr>
        <p:xfrm>
          <a:off x="-1" y="1889125"/>
          <a:ext cx="12192001" cy="40717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4172040" imgH="1314360" progId="Word.Picture.8">
                  <p:embed/>
                </p:oleObj>
              </mc:Choice>
              <mc:Fallback>
                <p:oleObj name="Picture" r:id="rId2" imgW="4172040" imgH="1314360" progId="Word.Picture.8">
                  <p:embed/>
                  <p:pic>
                    <p:nvPicPr>
                      <p:cNvPr id="36872" name="Object 6">
                        <a:extLst>
                          <a:ext uri="{FF2B5EF4-FFF2-40B4-BE49-F238E27FC236}">
                            <a16:creationId xmlns:a16="http://schemas.microsoft.com/office/drawing/2014/main" id="{E3365CB8-68D0-B1CC-2C7B-950C450DA22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1" y="1889125"/>
                        <a:ext cx="12192001" cy="40717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28811764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E5B45-8D88-ED12-F886-5CB527D7B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1" y="286603"/>
            <a:ext cx="11481847" cy="1450757"/>
          </a:xfrm>
        </p:spPr>
        <p:txBody>
          <a:bodyPr/>
          <a:lstStyle/>
          <a:p>
            <a:r>
              <a:rPr lang="en-US" altLang="en-US"/>
              <a:t>Getting String Length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E1710-1895-E34B-968E-9A6498584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8864" y="1854360"/>
            <a:ext cx="10382469" cy="2156923"/>
          </a:xfrm>
        </p:spPr>
        <p:txBody>
          <a:bodyPr/>
          <a:lstStyle/>
          <a:p>
            <a:pPr>
              <a:buFont typeface="Monotype Sorts"/>
              <a:buNone/>
            </a:pPr>
            <a:r>
              <a:rPr lang="en-US" altLang="en-US" sz="2400" b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alt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 message = </a:t>
            </a:r>
            <a:r>
              <a:rPr lang="en-US" altLang="en-US" sz="2400" b="1">
                <a:latin typeface="Courier New" panose="02070309020205020404" pitchFamily="49" charset="0"/>
                <a:cs typeface="Courier New" panose="02070309020205020404" pitchFamily="49" charset="0"/>
              </a:rPr>
              <a:t>"Welcome to Java"</a:t>
            </a:r>
            <a:r>
              <a:rPr lang="en-US" alt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en-US" sz="2400" u="sng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Monotype Sorts"/>
              <a:buNone/>
            </a:pPr>
            <a:r>
              <a:rPr lang="en-US" altLang="en-US" sz="240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alt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2400" b="1">
                <a:latin typeface="Courier New" panose="02070309020205020404" pitchFamily="49" charset="0"/>
                <a:cs typeface="Courier New" panose="02070309020205020404" pitchFamily="49" charset="0"/>
              </a:rPr>
              <a:t>"The length of "</a:t>
            </a:r>
            <a:r>
              <a:rPr lang="en-US" alt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 + message + </a:t>
            </a:r>
            <a:r>
              <a:rPr lang="en-US" altLang="en-US" sz="2400" b="1">
                <a:latin typeface="Courier New" panose="02070309020205020404" pitchFamily="49" charset="0"/>
                <a:cs typeface="Courier New" panose="02070309020205020404" pitchFamily="49" charset="0"/>
              </a:rPr>
              <a:t>" is " </a:t>
            </a:r>
            <a:endParaRPr lang="en-US" altLang="en-US" sz="2400" u="sng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Monotype Sorts"/>
              <a:buNone/>
            </a:pPr>
            <a:r>
              <a:rPr lang="en-US" altLang="en-US" sz="24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altLang="en-US" sz="2400" err="1">
                <a:latin typeface="Courier New" panose="02070309020205020404" pitchFamily="49" charset="0"/>
                <a:cs typeface="Courier New" panose="02070309020205020404" pitchFamily="49" charset="0"/>
              </a:rPr>
              <a:t>message.</a:t>
            </a:r>
            <a:r>
              <a:rPr lang="en-US" altLang="en-US" sz="2400" b="1" err="1">
                <a:latin typeface="Courier New" panose="02070309020205020404" pitchFamily="49" charset="0"/>
                <a:cs typeface="Courier New" panose="02070309020205020404" pitchFamily="49" charset="0"/>
              </a:rPr>
              <a:t>length</a:t>
            </a:r>
            <a:r>
              <a:rPr lang="en-US" altLang="en-US" sz="2400" b="1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alt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altLang="en-US" sz="2400" u="sng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738BBB-0AA8-3DCA-D70D-202ADE3D7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6895" y="6459785"/>
            <a:ext cx="6966408" cy="365125"/>
          </a:xfrm>
        </p:spPr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</p:spTree>
    <p:extLst>
      <p:ext uri="{BB962C8B-B14F-4D97-AF65-F5344CB8AC3E}">
        <p14:creationId xmlns:p14="http://schemas.microsoft.com/office/powerpoint/2010/main" val="484251594"/>
      </p:ext>
    </p:extLst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E5B45-8D88-ED12-F886-5CB527D7B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1" y="286603"/>
            <a:ext cx="11481847" cy="1450757"/>
          </a:xfrm>
        </p:spPr>
        <p:txBody>
          <a:bodyPr/>
          <a:lstStyle/>
          <a:p>
            <a:r>
              <a:rPr lang="en-US" altLang="en-US"/>
              <a:t>Getting Characters from a String 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738BBB-0AA8-3DCA-D70D-202ADE3D7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6895" y="6459785"/>
            <a:ext cx="6966408" cy="365125"/>
          </a:xfrm>
        </p:spPr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27726743-F06A-0717-5A94-CB601FFB8FE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825" y="1793521"/>
            <a:ext cx="10391775" cy="230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A321BC3D-D788-DF1B-755B-5DCD94CED4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7838" y="4234603"/>
            <a:ext cx="9823750" cy="208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Monotype Sorts"/>
              <a:buNone/>
            </a:pPr>
            <a:r>
              <a:rPr lang="en-US" altLang="en-US" sz="2800" b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altLang="en-US" sz="2800">
                <a:latin typeface="Courier New" panose="02070309020205020404" pitchFamily="49" charset="0"/>
                <a:cs typeface="Courier New" panose="02070309020205020404" pitchFamily="49" charset="0"/>
              </a:rPr>
              <a:t> message = </a:t>
            </a:r>
            <a:r>
              <a:rPr lang="en-US" altLang="en-US" sz="2800" b="1">
                <a:latin typeface="Courier New" panose="02070309020205020404" pitchFamily="49" charset="0"/>
                <a:cs typeface="Courier New" panose="02070309020205020404" pitchFamily="49" charset="0"/>
              </a:rPr>
              <a:t>"Welcome to Java"</a:t>
            </a:r>
            <a:r>
              <a:rPr lang="en-US" altLang="en-US" sz="280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en-US" sz="2800" u="sng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Monotype Sorts"/>
              <a:buNone/>
            </a:pPr>
            <a:r>
              <a:rPr lang="en-US" altLang="en-US" sz="280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altLang="en-US" sz="280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2800" b="1">
                <a:latin typeface="Courier New" panose="02070309020205020404" pitchFamily="49" charset="0"/>
                <a:cs typeface="Courier New" panose="02070309020205020404" pitchFamily="49" charset="0"/>
              </a:rPr>
              <a:t>"The first character in message is "</a:t>
            </a:r>
            <a:r>
              <a:rPr lang="en-US" altLang="en-US" sz="280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en-US" altLang="en-US" sz="2800" err="1">
                <a:latin typeface="Courier New" panose="02070309020205020404" pitchFamily="49" charset="0"/>
                <a:cs typeface="Courier New" panose="02070309020205020404" pitchFamily="49" charset="0"/>
              </a:rPr>
              <a:t>message.</a:t>
            </a:r>
            <a:r>
              <a:rPr lang="en-US" altLang="en-US" sz="2800" b="1" err="1">
                <a:latin typeface="Courier New" panose="02070309020205020404" pitchFamily="49" charset="0"/>
                <a:cs typeface="Courier New" panose="02070309020205020404" pitchFamily="49" charset="0"/>
              </a:rPr>
              <a:t>charAt</a:t>
            </a:r>
            <a:r>
              <a:rPr lang="en-US" altLang="en-US" sz="2800" b="1">
                <a:latin typeface="Courier New" panose="02070309020205020404" pitchFamily="49" charset="0"/>
                <a:cs typeface="Courier New" panose="02070309020205020404" pitchFamily="49" charset="0"/>
              </a:rPr>
              <a:t>(0)</a:t>
            </a:r>
            <a:r>
              <a:rPr lang="en-US" altLang="en-US" sz="280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altLang="en-US" sz="2800" u="sng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7511771"/>
      </p:ext>
    </p:extLst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E5B45-8D88-ED12-F886-5CB527D7B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1" y="286603"/>
            <a:ext cx="11481847" cy="1450757"/>
          </a:xfrm>
        </p:spPr>
        <p:txBody>
          <a:bodyPr/>
          <a:lstStyle/>
          <a:p>
            <a:r>
              <a:rPr lang="en-US" altLang="en-US"/>
              <a:t>Converting Strings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E1710-1895-E34B-968E-9A6498584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9126" y="1897493"/>
            <a:ext cx="10474378" cy="40233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"Welcome".</a:t>
            </a:r>
            <a:r>
              <a:rPr lang="en-US" altLang="en-US" b="1" err="1">
                <a:latin typeface="Courier New" panose="02070309020205020404" pitchFamily="49" charset="0"/>
                <a:cs typeface="Courier New" panose="02070309020205020404" pitchFamily="49" charset="0"/>
              </a:rPr>
              <a:t>toLowerCase</a:t>
            </a: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() //</a:t>
            </a: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returns a new string, welcome.</a:t>
            </a:r>
          </a:p>
          <a:p>
            <a:pPr marL="0" indent="0">
              <a:buNone/>
            </a:pPr>
            <a:endParaRPr lang="en-US" altLang="en-US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"Welcome</a:t>
            </a: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".</a:t>
            </a:r>
            <a:r>
              <a:rPr lang="en-US" altLang="en-US" b="1" err="1">
                <a:latin typeface="Courier New" panose="02070309020205020404" pitchFamily="49" charset="0"/>
                <a:cs typeface="Courier New" panose="02070309020205020404" pitchFamily="49" charset="0"/>
              </a:rPr>
              <a:t>toUpperCase</a:t>
            </a: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() //</a:t>
            </a: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returns a new string, WELCOME.</a:t>
            </a:r>
          </a:p>
          <a:p>
            <a:pPr marL="0" indent="0">
              <a:buNone/>
            </a:pPr>
            <a:endParaRPr lang="en-US" altLang="en-US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"  Welcome  </a:t>
            </a: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".trim() //</a:t>
            </a: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returns a new string, Welcome.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738BBB-0AA8-3DCA-D70D-202ADE3D7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6895" y="6459785"/>
            <a:ext cx="6966408" cy="365125"/>
          </a:xfrm>
        </p:spPr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</p:spTree>
    <p:extLst>
      <p:ext uri="{BB962C8B-B14F-4D97-AF65-F5344CB8AC3E}">
        <p14:creationId xmlns:p14="http://schemas.microsoft.com/office/powerpoint/2010/main" val="1079231064"/>
      </p:ext>
    </p:extLst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E5B45-8D88-ED12-F886-5CB527D7B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1" y="286603"/>
            <a:ext cx="11481847" cy="1450757"/>
          </a:xfrm>
        </p:spPr>
        <p:txBody>
          <a:bodyPr/>
          <a:lstStyle/>
          <a:p>
            <a:r>
              <a:rPr lang="en-US" altLang="en-US"/>
              <a:t>String Concatenation 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E1710-1895-E34B-968E-9A6498584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791" y="1845733"/>
            <a:ext cx="11481847" cy="4253141"/>
          </a:xfrm>
        </p:spPr>
        <p:txBody>
          <a:bodyPr>
            <a:normAutofit lnSpcReduction="10000"/>
          </a:bodyPr>
          <a:lstStyle/>
          <a:p>
            <a:pPr marL="0" indent="0">
              <a:spcBef>
                <a:spcPct val="0"/>
              </a:spcBef>
              <a:buClrTx/>
              <a:buSzTx/>
              <a:buNone/>
            </a:pPr>
            <a:r>
              <a:rPr lang="en-US" alt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alt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s3 = s1</a:t>
            </a:r>
            <a:r>
              <a:rPr lang="en-US" alt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.concat(s2); </a:t>
            </a:r>
            <a:r>
              <a:rPr lang="en-US" alt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or </a:t>
            </a:r>
            <a:r>
              <a:rPr lang="en-US" alt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alt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s3 = s1 </a:t>
            </a:r>
            <a:r>
              <a:rPr lang="en-US" alt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alt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s2; </a:t>
            </a: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// Three strings s1, s2 concatenated and assigned to s3</a:t>
            </a:r>
          </a:p>
          <a:p>
            <a:pPr marL="0" indent="0">
              <a:spcBef>
                <a:spcPct val="0"/>
              </a:spcBef>
              <a:buClrTx/>
              <a:buSzTx/>
              <a:buNone/>
            </a:pPr>
            <a:endParaRPr lang="en-US" altLang="en-US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ct val="0"/>
              </a:spcBef>
              <a:buClrTx/>
              <a:buSzTx/>
              <a:buNone/>
            </a:pP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 message = "Welcome " </a:t>
            </a: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 "to " </a:t>
            </a: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 "Java"; // Three strings are concatenated</a:t>
            </a:r>
          </a:p>
          <a:p>
            <a:pPr marL="0" indent="0">
              <a:spcBef>
                <a:spcPct val="0"/>
              </a:spcBef>
              <a:buClrTx/>
              <a:buSzTx/>
              <a:buNone/>
            </a:pP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</a:p>
          <a:p>
            <a:pPr marL="0" indent="0">
              <a:spcBef>
                <a:spcPct val="0"/>
              </a:spcBef>
              <a:buClrTx/>
              <a:buSzTx/>
              <a:buNone/>
            </a:pP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 s = "Chapter" </a:t>
            </a: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 2; // String Chapter is concatenated with number 2, s becomes Chapter2</a:t>
            </a:r>
          </a:p>
          <a:p>
            <a:pPr marL="0" indent="0">
              <a:spcBef>
                <a:spcPct val="0"/>
              </a:spcBef>
              <a:buClrTx/>
              <a:buSzTx/>
              <a:buNone/>
            </a:pPr>
            <a:b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 s1 = "Supplement" + 'B’; // String Supplement is concatenated with character B s1 becomes </a:t>
            </a:r>
            <a:r>
              <a:rPr lang="en-US" altLang="en-US" err="1">
                <a:latin typeface="Courier New" panose="02070309020205020404" pitchFamily="49" charset="0"/>
                <a:cs typeface="Courier New" panose="02070309020205020404" pitchFamily="49" charset="0"/>
              </a:rPr>
              <a:t>SupplementB</a:t>
            </a:r>
            <a:endParaRPr lang="en-US" altLang="en-US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ct val="0"/>
              </a:spcBef>
              <a:buClrTx/>
              <a:buSzTx/>
              <a:buNone/>
            </a:pPr>
            <a:endParaRPr lang="en-US" altLang="en-US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altLang="en-US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738BBB-0AA8-3DCA-D70D-202ADE3D7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6895" y="6459785"/>
            <a:ext cx="6966408" cy="365125"/>
          </a:xfrm>
        </p:spPr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</p:spTree>
    <p:extLst>
      <p:ext uri="{BB962C8B-B14F-4D97-AF65-F5344CB8AC3E}">
        <p14:creationId xmlns:p14="http://schemas.microsoft.com/office/powerpoint/2010/main" val="563056815"/>
      </p:ext>
    </p:extLst>
  </p:cSld>
  <p:clrMapOvr>
    <a:masterClrMapping/>
  </p:clrMapOvr>
  <p:transition spd="slow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E5B45-8D88-ED12-F886-5CB527D7B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1" y="286603"/>
            <a:ext cx="11481847" cy="1450757"/>
          </a:xfrm>
        </p:spPr>
        <p:txBody>
          <a:bodyPr/>
          <a:lstStyle/>
          <a:p>
            <a:r>
              <a:rPr lang="en-US" altLang="en-US"/>
              <a:t>Comparing Strings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738BBB-0AA8-3DCA-D70D-202ADE3D7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6895" y="6459785"/>
            <a:ext cx="6966408" cy="365125"/>
          </a:xfrm>
        </p:spPr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E61ED7F5-D4AE-784E-F8A2-58F6E572A557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82466935"/>
              </p:ext>
            </p:extLst>
          </p:nvPr>
        </p:nvGraphicFramePr>
        <p:xfrm>
          <a:off x="8805" y="1568466"/>
          <a:ext cx="12183196" cy="35019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4915080" imgH="1397160" progId="Word.Picture.8">
                  <p:embed/>
                </p:oleObj>
              </mc:Choice>
              <mc:Fallback>
                <p:oleObj name="Picture" r:id="rId2" imgW="4915080" imgH="1397160" progId="Word.Picture.8">
                  <p:embed/>
                  <p:pic>
                    <p:nvPicPr>
                      <p:cNvPr id="41986" name="Object 3">
                        <a:extLst>
                          <a:ext uri="{FF2B5EF4-FFF2-40B4-BE49-F238E27FC236}">
                            <a16:creationId xmlns:a16="http://schemas.microsoft.com/office/drawing/2014/main" id="{BF7AE933-7DF0-B63A-61B6-F7CD7EE180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05" y="1568466"/>
                        <a:ext cx="12183196" cy="35019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8">
            <a:extLst>
              <a:ext uri="{FF2B5EF4-FFF2-40B4-BE49-F238E27FC236}">
                <a16:creationId xmlns:a16="http://schemas.microsoft.com/office/drawing/2014/main" id="{D67C7E7C-BDD9-CD93-9B1B-A991C2A4EC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8065312"/>
              </p:ext>
            </p:extLst>
          </p:nvPr>
        </p:nvGraphicFramePr>
        <p:xfrm>
          <a:off x="12822" y="3381144"/>
          <a:ext cx="11850016" cy="34768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4" imgW="4572000" imgH="1219320" progId="Word.Picture.8">
                  <p:embed/>
                </p:oleObj>
              </mc:Choice>
              <mc:Fallback>
                <p:oleObj name="Picture" r:id="rId4" imgW="4572000" imgH="1219320" progId="Word.Picture.8">
                  <p:embed/>
                  <p:pic>
                    <p:nvPicPr>
                      <p:cNvPr id="41990" name="Object 18">
                        <a:extLst>
                          <a:ext uri="{FF2B5EF4-FFF2-40B4-BE49-F238E27FC236}">
                            <a16:creationId xmlns:a16="http://schemas.microsoft.com/office/drawing/2014/main" id="{9634EF90-FD4B-98B5-F1A1-45889F9CB1E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22" y="3381144"/>
                        <a:ext cx="11850016" cy="34768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1">
            <a:extLst>
              <a:ext uri="{FF2B5EF4-FFF2-40B4-BE49-F238E27FC236}">
                <a16:creationId xmlns:a16="http://schemas.microsoft.com/office/drawing/2014/main" id="{83342567-B3AA-DBE9-3623-08BF48FC01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" y="3208882"/>
            <a:ext cx="19224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ar-SA" sz="2000" b="1"/>
              <a:t>Examples</a:t>
            </a:r>
            <a:endParaRPr lang="ar-SA" altLang="ar-SA" sz="2000" b="1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2C58D447-47C3-2B3A-7E52-9B0846B058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62647" y="3476856"/>
            <a:ext cx="3316532" cy="219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Monotype Sorts"/>
              <a:buNone/>
            </a:pPr>
            <a:r>
              <a:rPr lang="en-US" altLang="en-US" sz="1800" b="1">
                <a:cs typeface="Courier New" panose="02070309020205020404" pitchFamily="49" charset="0"/>
              </a:rPr>
              <a:t>Outputs :</a:t>
            </a:r>
          </a:p>
          <a:p>
            <a:pPr>
              <a:buFont typeface="Monotype Sorts"/>
              <a:buNone/>
            </a:pPr>
            <a:r>
              <a:rPr lang="en-US" altLang="en-US" sz="1800">
                <a:cs typeface="Courier New" panose="02070309020205020404" pitchFamily="49" charset="0"/>
              </a:rPr>
              <a:t> </a:t>
            </a:r>
            <a:r>
              <a:rPr lang="en-US" altLang="en-US" sz="1800">
                <a:cs typeface="Times New Roman" panose="02020603050405020304" pitchFamily="18" charset="0"/>
              </a:rPr>
              <a:t>  s1 == s2 is </a:t>
            </a:r>
            <a:r>
              <a:rPr lang="en-US" altLang="en-US" sz="1800" b="1">
                <a:solidFill>
                  <a:srgbClr val="7030A0"/>
                </a:solidFill>
                <a:cs typeface="Times New Roman" panose="02020603050405020304" pitchFamily="18" charset="0"/>
              </a:rPr>
              <a:t>false</a:t>
            </a:r>
            <a:r>
              <a:rPr lang="en-US" altLang="en-US" sz="1800">
                <a:cs typeface="Times New Roman" panose="02020603050405020304" pitchFamily="18" charset="0"/>
              </a:rPr>
              <a:t>    </a:t>
            </a:r>
          </a:p>
          <a:p>
            <a:pPr>
              <a:buFont typeface="Monotype Sorts"/>
              <a:buNone/>
            </a:pPr>
            <a:r>
              <a:rPr lang="en-US" altLang="en-US" sz="1800">
                <a:cs typeface="Times New Roman" panose="02020603050405020304" pitchFamily="18" charset="0"/>
              </a:rPr>
              <a:t>   s1 == s3 is </a:t>
            </a:r>
            <a:r>
              <a:rPr lang="en-US" altLang="en-US" sz="1800" b="1">
                <a:solidFill>
                  <a:srgbClr val="7030A0"/>
                </a:solidFill>
                <a:cs typeface="Times New Roman" panose="02020603050405020304" pitchFamily="18" charset="0"/>
              </a:rPr>
              <a:t>true</a:t>
            </a:r>
          </a:p>
          <a:p>
            <a:pPr>
              <a:buFont typeface="Monotype Sorts"/>
              <a:buNone/>
            </a:pPr>
            <a:r>
              <a:rPr lang="en-US" altLang="en-US" sz="1800">
                <a:cs typeface="Times New Roman" panose="02020603050405020304" pitchFamily="18" charset="0"/>
              </a:rPr>
              <a:t>   s1.equals(s2) is </a:t>
            </a:r>
            <a:r>
              <a:rPr lang="en-US" altLang="en-US" sz="1800" b="1">
                <a:solidFill>
                  <a:srgbClr val="7030A0"/>
                </a:solidFill>
                <a:cs typeface="Times New Roman" panose="02020603050405020304" pitchFamily="18" charset="0"/>
              </a:rPr>
              <a:t>true</a:t>
            </a:r>
          </a:p>
          <a:p>
            <a:pPr>
              <a:buFont typeface="Monotype Sorts"/>
              <a:buNone/>
            </a:pPr>
            <a:r>
              <a:rPr lang="en-US" altLang="en-US" sz="1800">
                <a:cs typeface="Times New Roman" panose="02020603050405020304" pitchFamily="18" charset="0"/>
              </a:rPr>
              <a:t>   s1.equals(s3) is </a:t>
            </a:r>
            <a:r>
              <a:rPr lang="en-US" altLang="en-US" sz="1800" b="1">
                <a:solidFill>
                  <a:srgbClr val="7030A0"/>
                </a:solidFill>
                <a:cs typeface="Times New Roman" panose="02020603050405020304" pitchFamily="18" charset="0"/>
              </a:rPr>
              <a:t>true</a:t>
            </a:r>
          </a:p>
          <a:p>
            <a:pPr>
              <a:buFont typeface="Monotype Sorts"/>
              <a:buNone/>
            </a:pPr>
            <a:r>
              <a:rPr lang="en-US" altLang="en-US" sz="1800">
                <a:cs typeface="Times New Roman" panose="02020603050405020304" pitchFamily="18" charset="0"/>
              </a:rPr>
              <a:t>   s1.equalsIgnoreCase(s4) is </a:t>
            </a:r>
            <a:r>
              <a:rPr lang="en-US" altLang="en-US" sz="1800" b="1">
                <a:solidFill>
                  <a:srgbClr val="7030A0"/>
                </a:solidFill>
                <a:cs typeface="Times New Roman" panose="02020603050405020304" pitchFamily="18" charset="0"/>
              </a:rPr>
              <a:t>true</a:t>
            </a:r>
          </a:p>
        </p:txBody>
      </p:sp>
    </p:spTree>
    <p:extLst>
      <p:ext uri="{BB962C8B-B14F-4D97-AF65-F5344CB8AC3E}">
        <p14:creationId xmlns:p14="http://schemas.microsoft.com/office/powerpoint/2010/main" val="2918399256"/>
      </p:ext>
    </p:extLst>
  </p:cSld>
  <p:clrMapOvr>
    <a:masterClrMapping/>
  </p:clrMapOvr>
  <p:transition spd="slow"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E5B45-8D88-ED12-F886-5CB527D7B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1" y="286603"/>
            <a:ext cx="11481847" cy="1450757"/>
          </a:xfrm>
        </p:spPr>
        <p:txBody>
          <a:bodyPr/>
          <a:lstStyle/>
          <a:p>
            <a:r>
              <a:rPr lang="en-US" altLang="en-US"/>
              <a:t>Obtaining Substrings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738BBB-0AA8-3DCA-D70D-202ADE3D7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6895" y="6459785"/>
            <a:ext cx="6966408" cy="365125"/>
          </a:xfrm>
        </p:spPr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pic>
        <p:nvPicPr>
          <p:cNvPr id="6" name="Picture 3" descr="aakmnuh0">
            <a:extLst>
              <a:ext uri="{FF2B5EF4-FFF2-40B4-BE49-F238E27FC236}">
                <a16:creationId xmlns:a16="http://schemas.microsoft.com/office/drawing/2014/main" id="{9251E790-58C7-120A-F281-3E0FE2D0EB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4908" y="4212138"/>
            <a:ext cx="8329612" cy="195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544ADCE8-587D-C500-3361-995C2CAE6B15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898880333"/>
              </p:ext>
            </p:extLst>
          </p:nvPr>
        </p:nvGraphicFramePr>
        <p:xfrm>
          <a:off x="17463" y="1501775"/>
          <a:ext cx="12144375" cy="2824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3" imgW="4915080" imgH="1143000" progId="Word.Picture.8">
                  <p:embed/>
                </p:oleObj>
              </mc:Choice>
              <mc:Fallback>
                <p:oleObj name="Picture" r:id="rId3" imgW="4915080" imgH="1143000" progId="Word.Picture.8">
                  <p:embed/>
                  <p:pic>
                    <p:nvPicPr>
                      <p:cNvPr id="43013" name="Object 3">
                        <a:extLst>
                          <a:ext uri="{FF2B5EF4-FFF2-40B4-BE49-F238E27FC236}">
                            <a16:creationId xmlns:a16="http://schemas.microsoft.com/office/drawing/2014/main" id="{5168C515-1868-ED78-3BBE-A5EEBBABC68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63" y="1501775"/>
                        <a:ext cx="12144375" cy="2824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50963537"/>
      </p:ext>
    </p:extLst>
  </p:cSld>
  <p:clrMapOvr>
    <a:masterClrMapping/>
  </p:clrMapOvr>
  <p:transition spd="slow"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E5B45-8D88-ED12-F886-5CB527D7B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1" y="286603"/>
            <a:ext cx="11481847" cy="1450757"/>
          </a:xfrm>
        </p:spPr>
        <p:txBody>
          <a:bodyPr/>
          <a:lstStyle/>
          <a:p>
            <a:r>
              <a:rPr lang="en-US" altLang="en-US"/>
              <a:t>Finding a Character or a Substring in a String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738BBB-0AA8-3DCA-D70D-202ADE3D7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6895" y="6459785"/>
            <a:ext cx="6966408" cy="365125"/>
          </a:xfrm>
        </p:spPr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graphicFrame>
        <p:nvGraphicFramePr>
          <p:cNvPr id="7" name="Object 5">
            <a:extLst>
              <a:ext uri="{FF2B5EF4-FFF2-40B4-BE49-F238E27FC236}">
                <a16:creationId xmlns:a16="http://schemas.microsoft.com/office/drawing/2014/main" id="{1B68C26F-D6D3-CA37-1D88-1F267D0F26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1235501"/>
              </p:ext>
            </p:extLst>
          </p:nvPr>
        </p:nvGraphicFramePr>
        <p:xfrm>
          <a:off x="1221809" y="1737360"/>
          <a:ext cx="9735809" cy="4541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4918526" imgH="2453157" progId="Word.Picture.8">
                  <p:embed/>
                </p:oleObj>
              </mc:Choice>
              <mc:Fallback>
                <p:oleObj name="Picture" r:id="rId2" imgW="4918526" imgH="2453157" progId="Word.Picture.8">
                  <p:embed/>
                  <p:pic>
                    <p:nvPicPr>
                      <p:cNvPr id="44038" name="Object 5">
                        <a:extLst>
                          <a:ext uri="{FF2B5EF4-FFF2-40B4-BE49-F238E27FC236}">
                            <a16:creationId xmlns:a16="http://schemas.microsoft.com/office/drawing/2014/main" id="{5CEFD7F9-E725-1ACB-0C97-202BBB8449B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1809" y="1737360"/>
                        <a:ext cx="9735809" cy="4541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66080341"/>
      </p:ext>
    </p:extLst>
  </p:cSld>
  <p:clrMapOvr>
    <a:masterClrMapping/>
  </p:clrMapOvr>
  <p:transition spd="slow"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E5B45-8D88-ED12-F886-5CB527D7B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1" y="286603"/>
            <a:ext cx="11481847" cy="1450757"/>
          </a:xfrm>
        </p:spPr>
        <p:txBody>
          <a:bodyPr/>
          <a:lstStyle/>
          <a:p>
            <a:r>
              <a:rPr lang="en-US" altLang="en-US"/>
              <a:t>Finding a Character or a Substring in a String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738BBB-0AA8-3DCA-D70D-202ADE3D7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6895" y="6459785"/>
            <a:ext cx="6966408" cy="365125"/>
          </a:xfrm>
        </p:spPr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621A68D-154B-3370-8C93-50D95DD312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2217" y="1756000"/>
            <a:ext cx="6974992" cy="1241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k = </a:t>
            </a:r>
            <a:r>
              <a:rPr lang="en-US" altLang="en-US" sz="240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</a:t>
            </a:r>
            <a:r>
              <a:rPr lang="en-US" altLang="en-US" sz="2400" b="1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indexOf</a:t>
            </a:r>
            <a:r>
              <a:rPr lang="en-US" altLang="en-US" sz="24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 '</a:t>
            </a:r>
            <a:r>
              <a:rPr lang="en-US" altLang="en-US" sz="24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altLang="en-US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altLang="en-US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40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firstName</a:t>
            </a:r>
            <a:r>
              <a:rPr lang="en-US" altLang="en-US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z="240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</a:t>
            </a:r>
            <a:r>
              <a:rPr lang="en-US" altLang="en-US" sz="2400" b="1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substring</a:t>
            </a:r>
            <a:r>
              <a:rPr lang="en-US" altLang="en-US" sz="24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0, k</a:t>
            </a:r>
            <a:r>
              <a:rPr lang="en-US" altLang="en-US" sz="24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altLang="en-US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altLang="en-US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40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lastName</a:t>
            </a:r>
            <a:r>
              <a:rPr lang="en-US" altLang="en-US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z="240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</a:t>
            </a:r>
            <a:r>
              <a:rPr lang="en-US" altLang="en-US" sz="2400" b="1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substring</a:t>
            </a:r>
            <a:r>
              <a:rPr lang="en-US" altLang="en-US" sz="24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 + 1</a:t>
            </a:r>
            <a:r>
              <a:rPr lang="en-US" altLang="en-US" sz="24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altLang="en-US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pic>
        <p:nvPicPr>
          <p:cNvPr id="6" name="Picture 9">
            <a:extLst>
              <a:ext uri="{FF2B5EF4-FFF2-40B4-BE49-F238E27FC236}">
                <a16:creationId xmlns:a16="http://schemas.microsoft.com/office/drawing/2014/main" id="{E0B51766-8392-8049-0873-0D7ED74B8D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3644" y="3190930"/>
            <a:ext cx="7512139" cy="307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89461448"/>
      </p:ext>
    </p:extLst>
  </p:cSld>
  <p:clrMapOvr>
    <a:masterClrMapping/>
  </p:clrMapOvr>
  <p:transition spd="slow">
    <p:wip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E5B45-8D88-ED12-F886-5CB527D7B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1" y="286603"/>
            <a:ext cx="11481847" cy="1450757"/>
          </a:xfrm>
        </p:spPr>
        <p:txBody>
          <a:bodyPr/>
          <a:lstStyle/>
          <a:p>
            <a:r>
              <a:rPr lang="en-US" altLang="en-US"/>
              <a:t>The Math Class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E1710-1895-E34B-968E-9A6498584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791" y="1845733"/>
            <a:ext cx="11481847" cy="4408417"/>
          </a:xfrm>
        </p:spPr>
        <p:txBody>
          <a:bodyPr>
            <a:normAutofit/>
          </a:bodyPr>
          <a:lstStyle/>
          <a:p>
            <a:r>
              <a:rPr lang="en-US" altLang="en-US"/>
              <a:t>The </a:t>
            </a:r>
            <a:r>
              <a:rPr lang="en-US" altLang="en-US" b="1"/>
              <a:t>Math</a:t>
            </a:r>
            <a:r>
              <a:rPr lang="en-US" altLang="en-US"/>
              <a:t> class provides a number of standard mathematical methods</a:t>
            </a:r>
          </a:p>
          <a:p>
            <a:pPr lvl="1"/>
            <a:r>
              <a:rPr lang="en-US" altLang="en-US"/>
              <a:t>It is found in the </a:t>
            </a:r>
            <a:r>
              <a:rPr lang="en-US" altLang="en-US" b="1" err="1"/>
              <a:t>java.lang</a:t>
            </a:r>
            <a:r>
              <a:rPr lang="en-US" altLang="en-US"/>
              <a:t> package, so it does not require an </a:t>
            </a:r>
            <a:r>
              <a:rPr lang="en-US" altLang="en-US" b="1"/>
              <a:t>import</a:t>
            </a:r>
            <a:r>
              <a:rPr lang="en-US" altLang="en-US"/>
              <a:t> statement</a:t>
            </a:r>
          </a:p>
          <a:p>
            <a:r>
              <a:rPr lang="en-US" altLang="en-US"/>
              <a:t>Class constants:</a:t>
            </a:r>
          </a:p>
          <a:p>
            <a:pPr lvl="1"/>
            <a:r>
              <a:rPr lang="en-US" altLang="en-US" b="1"/>
              <a:t>PI</a:t>
            </a:r>
            <a:r>
              <a:rPr lang="en-US" altLang="en-US"/>
              <a:t> = 3.141592653589793 </a:t>
            </a:r>
          </a:p>
          <a:p>
            <a:pPr lvl="1"/>
            <a:r>
              <a:rPr lang="en-US" altLang="en-US" b="1"/>
              <a:t>E</a:t>
            </a:r>
            <a:r>
              <a:rPr lang="en-US" altLang="en-US"/>
              <a:t> = 2.718281828459045</a:t>
            </a:r>
          </a:p>
          <a:p>
            <a:r>
              <a:rPr lang="en-US" altLang="en-US"/>
              <a:t>Class methods: </a:t>
            </a:r>
          </a:p>
          <a:p>
            <a:pPr lvl="1"/>
            <a:r>
              <a:rPr lang="en-US" altLang="en-US"/>
              <a:t>Trigonometric Methods </a:t>
            </a:r>
          </a:p>
          <a:p>
            <a:pPr lvl="1"/>
            <a:r>
              <a:rPr lang="en-US" altLang="en-US"/>
              <a:t>Exponent Methods</a:t>
            </a:r>
          </a:p>
          <a:p>
            <a:pPr lvl="1"/>
            <a:r>
              <a:rPr lang="en-US" altLang="en-US"/>
              <a:t>Rounding Methods</a:t>
            </a:r>
          </a:p>
          <a:p>
            <a:pPr lvl="1"/>
            <a:r>
              <a:rPr lang="en-US" altLang="en-US" b="1"/>
              <a:t>min</a:t>
            </a:r>
            <a:r>
              <a:rPr lang="en-US" altLang="en-US"/>
              <a:t>, </a:t>
            </a:r>
            <a:r>
              <a:rPr lang="en-US" altLang="en-US" b="1"/>
              <a:t>max</a:t>
            </a:r>
            <a:r>
              <a:rPr lang="en-US" altLang="en-US"/>
              <a:t>, </a:t>
            </a:r>
            <a:r>
              <a:rPr lang="en-US" altLang="en-US" b="1"/>
              <a:t>abs</a:t>
            </a:r>
            <a:r>
              <a:rPr lang="en-US" altLang="en-US"/>
              <a:t>, and </a:t>
            </a:r>
            <a:r>
              <a:rPr lang="en-US" altLang="en-US" b="1"/>
              <a:t>random</a:t>
            </a:r>
            <a:r>
              <a:rPr lang="en-US" altLang="en-US"/>
              <a:t> Methods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738BBB-0AA8-3DCA-D70D-202ADE3D7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6895" y="6459785"/>
            <a:ext cx="6966408" cy="365125"/>
          </a:xfrm>
        </p:spPr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</p:spTree>
    <p:extLst>
      <p:ext uri="{BB962C8B-B14F-4D97-AF65-F5344CB8AC3E}">
        <p14:creationId xmlns:p14="http://schemas.microsoft.com/office/powerpoint/2010/main" val="3993648301"/>
      </p:ext>
    </p:extLst>
  </p:cSld>
  <p:clrMapOvr>
    <a:masterClrMapping/>
  </p:clrMapOvr>
  <p:transition spd="slow">
    <p:wip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E5B45-8D88-ED12-F886-5CB527D7B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1" y="286603"/>
            <a:ext cx="11481847" cy="1450757"/>
          </a:xfrm>
        </p:spPr>
        <p:txBody>
          <a:bodyPr/>
          <a:lstStyle/>
          <a:p>
            <a:r>
              <a:rPr lang="en-US" altLang="en-US"/>
              <a:t>Exponent Methods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E1710-1895-E34B-968E-9A6498584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792" y="1845734"/>
            <a:ext cx="5327389" cy="1872251"/>
          </a:xfrm>
        </p:spPr>
        <p:txBody>
          <a:bodyPr/>
          <a:lstStyle/>
          <a:p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pow(</a:t>
            </a: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double a, double b</a:t>
            </a: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en-US" altLang="en-US"/>
              <a:t>Returns a raised to the power of b.</a:t>
            </a:r>
          </a:p>
          <a:p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sqrt(</a:t>
            </a: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double a</a:t>
            </a: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b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en-US" altLang="en-US"/>
              <a:t>Returns the square root of a.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738BBB-0AA8-3DCA-D70D-202ADE3D7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6895" y="6459785"/>
            <a:ext cx="6966408" cy="365125"/>
          </a:xfrm>
        </p:spPr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A5ED258-8A46-5C47-A3EF-E75160E29F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22830" y="1777923"/>
            <a:ext cx="6274377" cy="435545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Monotype Sorts"/>
              <a:buNone/>
            </a:pPr>
            <a:r>
              <a:rPr lang="en-US" altLang="en-US" sz="2200">
                <a:latin typeface="+mj-lt"/>
                <a:cs typeface="Courier New" panose="02070309020205020404" pitchFamily="49" charset="0"/>
              </a:rPr>
              <a:t>Examples</a:t>
            </a:r>
            <a:r>
              <a:rPr lang="en-US" alt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>
              <a:buFont typeface="Monotype Sorts"/>
              <a:buNone/>
            </a:pPr>
            <a:endParaRPr lang="en-US" altLang="en-US" sz="2000" u="sng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Monotype Sorts"/>
              <a:buNone/>
            </a:pPr>
            <a:r>
              <a:rPr lang="en-US" altLang="en-US" sz="2000" b="1" err="1">
                <a:latin typeface="Courier New" panose="02070309020205020404" pitchFamily="49" charset="0"/>
                <a:cs typeface="Courier New" panose="02070309020205020404" pitchFamily="49" charset="0"/>
              </a:rPr>
              <a:t>Math.pow</a:t>
            </a:r>
            <a:r>
              <a:rPr lang="en-US" alt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(2, 3);</a:t>
            </a:r>
            <a:r>
              <a:rPr lang="en-US" alt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// returns 8.0 </a:t>
            </a:r>
          </a:p>
          <a:p>
            <a:pPr>
              <a:buFont typeface="Monotype Sorts"/>
              <a:buNone/>
            </a:pPr>
            <a:r>
              <a:rPr lang="en-US" altLang="en-US" sz="2000" b="1" err="1">
                <a:latin typeface="Courier New" panose="02070309020205020404" pitchFamily="49" charset="0"/>
                <a:cs typeface="Courier New" panose="02070309020205020404" pitchFamily="49" charset="0"/>
              </a:rPr>
              <a:t>Math.pow</a:t>
            </a:r>
            <a:r>
              <a:rPr lang="en-US" alt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(3, 2);</a:t>
            </a:r>
            <a:r>
              <a:rPr lang="en-US" alt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// returns 9.0 </a:t>
            </a:r>
          </a:p>
          <a:p>
            <a:pPr>
              <a:buFont typeface="Monotype Sorts"/>
              <a:buNone/>
            </a:pPr>
            <a:r>
              <a:rPr lang="en-US" altLang="en-US" sz="2000" b="1" err="1">
                <a:latin typeface="Courier New" panose="02070309020205020404" pitchFamily="49" charset="0"/>
                <a:cs typeface="Courier New" panose="02070309020205020404" pitchFamily="49" charset="0"/>
              </a:rPr>
              <a:t>Math.pow</a:t>
            </a:r>
            <a:r>
              <a:rPr lang="en-US" alt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(3.5, 2.5);</a:t>
            </a:r>
            <a:r>
              <a:rPr lang="en-US" alt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// returns 22.91765 </a:t>
            </a:r>
          </a:p>
          <a:p>
            <a:pPr>
              <a:buFont typeface="Monotype Sorts"/>
              <a:buNone/>
            </a:pPr>
            <a:r>
              <a:rPr lang="en-US" altLang="en-US" sz="2000" b="1" err="1">
                <a:latin typeface="Courier New" panose="02070309020205020404" pitchFamily="49" charset="0"/>
                <a:cs typeface="Courier New" panose="02070309020205020404" pitchFamily="49" charset="0"/>
              </a:rPr>
              <a:t>Math.sqrt</a:t>
            </a:r>
            <a:r>
              <a:rPr lang="en-US" alt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(4);</a:t>
            </a:r>
            <a:r>
              <a:rPr lang="en-US" alt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// returns 2.0</a:t>
            </a:r>
          </a:p>
          <a:p>
            <a:pPr>
              <a:buFont typeface="Monotype Sorts"/>
              <a:buNone/>
            </a:pPr>
            <a:r>
              <a:rPr lang="en-US" altLang="en-US" sz="2000" b="1" err="1">
                <a:latin typeface="Courier New" panose="02070309020205020404" pitchFamily="49" charset="0"/>
                <a:cs typeface="Courier New" panose="02070309020205020404" pitchFamily="49" charset="0"/>
              </a:rPr>
              <a:t>Math.sqrt</a:t>
            </a:r>
            <a:r>
              <a:rPr lang="en-US" alt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(10.5);</a:t>
            </a:r>
            <a:r>
              <a:rPr lang="en-US" alt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// returns 3.24</a:t>
            </a:r>
          </a:p>
        </p:txBody>
      </p:sp>
    </p:spTree>
    <p:extLst>
      <p:ext uri="{BB962C8B-B14F-4D97-AF65-F5344CB8AC3E}">
        <p14:creationId xmlns:p14="http://schemas.microsoft.com/office/powerpoint/2010/main" val="989738598"/>
      </p:ext>
    </p:extLst>
  </p:cSld>
  <p:clrMapOvr>
    <a:masterClrMapping/>
  </p:clrMapOvr>
  <p:transition spd="slow">
    <p:wip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E5B45-8D88-ED12-F886-5CB527D7B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1" y="286603"/>
            <a:ext cx="11481847" cy="1450757"/>
          </a:xfrm>
        </p:spPr>
        <p:txBody>
          <a:bodyPr/>
          <a:lstStyle/>
          <a:p>
            <a:r>
              <a:rPr lang="en-US" altLang="en-US"/>
              <a:t>min, max, and abs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E1710-1895-E34B-968E-9A6498584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792" y="1845734"/>
            <a:ext cx="6440197" cy="4023360"/>
          </a:xfrm>
        </p:spPr>
        <p:txBody>
          <a:bodyPr/>
          <a:lstStyle/>
          <a:p>
            <a:pPr marL="0" indent="0">
              <a:spcBef>
                <a:spcPct val="50000"/>
              </a:spcBef>
              <a:buNone/>
            </a:pPr>
            <a:r>
              <a:rPr lang="en-US" altLang="en-US" sz="2200" b="1">
                <a:latin typeface="Courier New" panose="02070309020205020404" pitchFamily="49" charset="0"/>
              </a:rPr>
              <a:t>max(a, b)</a:t>
            </a:r>
            <a:r>
              <a:rPr lang="en-US" altLang="en-US" sz="2200"/>
              <a:t>and </a:t>
            </a:r>
            <a:r>
              <a:rPr lang="en-US" altLang="en-US" sz="2200" b="1">
                <a:latin typeface="Courier New" panose="02070309020205020404" pitchFamily="49" charset="0"/>
              </a:rPr>
              <a:t>min(a, b)</a:t>
            </a:r>
            <a:br>
              <a:rPr lang="en-US" altLang="en-US" sz="2200" b="1">
                <a:latin typeface="Courier New" panose="02070309020205020404" pitchFamily="49" charset="0"/>
              </a:rPr>
            </a:br>
            <a:r>
              <a:rPr lang="en-US" altLang="en-US">
                <a:latin typeface="Courier New" panose="02070309020205020404" pitchFamily="49" charset="0"/>
              </a:rPr>
              <a:t>//</a:t>
            </a:r>
            <a:r>
              <a:rPr lang="en-US" altLang="en-US" sz="2000"/>
              <a:t>Returns the maximum or minimum of two parameters.</a:t>
            </a:r>
          </a:p>
          <a:p>
            <a:pPr marL="0" indent="0" algn="just">
              <a:spcBef>
                <a:spcPct val="50000"/>
              </a:spcBef>
              <a:buNone/>
            </a:pPr>
            <a:r>
              <a:rPr lang="en-US" altLang="en-US" sz="2200" b="1">
                <a:latin typeface="Courier New" panose="02070309020205020404" pitchFamily="49" charset="0"/>
              </a:rPr>
              <a:t>abs(a)</a:t>
            </a:r>
            <a:r>
              <a:rPr lang="en-US" altLang="en-US" sz="2200">
                <a:latin typeface="Courier New" panose="02070309020205020404" pitchFamily="49" charset="0"/>
              </a:rPr>
              <a:t>//</a:t>
            </a:r>
            <a:r>
              <a:rPr lang="en-US" altLang="en-US" sz="2000"/>
              <a:t>Returns the absolute value of the parameter.</a:t>
            </a:r>
          </a:p>
          <a:p>
            <a:pPr marL="0" indent="0">
              <a:spcBef>
                <a:spcPct val="50000"/>
              </a:spcBef>
              <a:buNone/>
            </a:pPr>
            <a:r>
              <a:rPr lang="en-US" altLang="en-US" sz="2200" b="1">
                <a:latin typeface="Courier New" panose="02070309020205020404" pitchFamily="49" charset="0"/>
              </a:rPr>
              <a:t>random()</a:t>
            </a:r>
            <a:br>
              <a:rPr lang="en-US" altLang="en-US" sz="2200" b="1">
                <a:latin typeface="Courier New" panose="02070309020205020404" pitchFamily="49" charset="0"/>
              </a:rPr>
            </a:br>
            <a:r>
              <a:rPr lang="en-US" altLang="en-US" sz="2200">
                <a:latin typeface="Courier New" panose="02070309020205020404" pitchFamily="49" charset="0"/>
              </a:rPr>
              <a:t>//</a:t>
            </a:r>
            <a:r>
              <a:rPr lang="en-US" altLang="en-US" sz="2000"/>
              <a:t>Returns a random </a:t>
            </a:r>
            <a:r>
              <a:rPr lang="en-US" altLang="en-US" sz="2000" b="1" i="1">
                <a:latin typeface="Courier New" panose="02070309020205020404" pitchFamily="49" charset="0"/>
              </a:rPr>
              <a:t>double </a:t>
            </a:r>
            <a:r>
              <a:rPr lang="en-US" altLang="en-US" sz="2000"/>
              <a:t>value</a:t>
            </a:r>
            <a:br>
              <a:rPr lang="en-US" altLang="en-US" sz="2000"/>
            </a:br>
            <a:r>
              <a:rPr lang="en-US" altLang="en-US" sz="2000"/>
              <a:t>//in the </a:t>
            </a:r>
            <a:r>
              <a:rPr lang="en-US" altLang="en-US" sz="2000" b="1"/>
              <a:t>range [0.0, 1.0)</a:t>
            </a:r>
            <a:r>
              <a:rPr lang="en-US" altLang="en-US" sz="2000"/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738BBB-0AA8-3DCA-D70D-202ADE3D7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6895" y="6459785"/>
            <a:ext cx="6966408" cy="365125"/>
          </a:xfrm>
        </p:spPr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3D91438-277D-71D5-0C28-A5FC8DB25F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2891" y="1737360"/>
            <a:ext cx="5239109" cy="27224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Monotype Sorts"/>
              <a:buNone/>
            </a:pPr>
            <a:r>
              <a:rPr lang="en-US" altLang="en-US" sz="2200">
                <a:latin typeface="+mj-lt"/>
                <a:cs typeface="Courier New" panose="02070309020205020404" pitchFamily="49" charset="0"/>
              </a:rPr>
              <a:t>Examples</a:t>
            </a:r>
            <a:r>
              <a:rPr lang="en-US" alt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>
              <a:buFont typeface="Monotype Sorts"/>
              <a:buNone/>
            </a:pPr>
            <a:endParaRPr lang="en-US" altLang="en-US" sz="2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Monotype Sorts"/>
              <a:buNone/>
            </a:pPr>
            <a:r>
              <a:rPr lang="en-US" altLang="en-US" sz="2000" b="1" err="1">
                <a:latin typeface="Courier"/>
                <a:cs typeface="Courier New" panose="02070309020205020404" pitchFamily="49" charset="0"/>
              </a:rPr>
              <a:t>Math.max</a:t>
            </a:r>
            <a:r>
              <a:rPr lang="en-US" altLang="en-US" sz="2000" b="1">
                <a:latin typeface="Courier"/>
                <a:cs typeface="Courier New" panose="02070309020205020404" pitchFamily="49" charset="0"/>
              </a:rPr>
              <a:t>(2, 3);</a:t>
            </a:r>
            <a:r>
              <a:rPr lang="en-US" altLang="en-US" sz="2000">
                <a:latin typeface="Courier"/>
                <a:cs typeface="Courier New" panose="02070309020205020404" pitchFamily="49" charset="0"/>
              </a:rPr>
              <a:t> //returns 3 </a:t>
            </a:r>
            <a:endParaRPr lang="en-US" altLang="en-US" sz="2000">
              <a:latin typeface="Courier"/>
              <a:cs typeface="Times New Roman" panose="02020603050405020304" pitchFamily="18" charset="0"/>
            </a:endParaRPr>
          </a:p>
          <a:p>
            <a:pPr>
              <a:buFont typeface="Monotype Sorts"/>
              <a:buNone/>
            </a:pPr>
            <a:r>
              <a:rPr lang="en-US" altLang="en-US" sz="2000" b="1" err="1">
                <a:latin typeface="Courier"/>
                <a:cs typeface="Courier New" panose="02070309020205020404" pitchFamily="49" charset="0"/>
              </a:rPr>
              <a:t>Math.max</a:t>
            </a:r>
            <a:r>
              <a:rPr lang="en-US" altLang="en-US" sz="2000" b="1">
                <a:latin typeface="Courier"/>
                <a:cs typeface="Courier New" panose="02070309020205020404" pitchFamily="49" charset="0"/>
              </a:rPr>
              <a:t>(2.5, 3);</a:t>
            </a:r>
            <a:r>
              <a:rPr lang="en-US" altLang="en-US" sz="2000">
                <a:latin typeface="Courier"/>
                <a:cs typeface="Courier New" panose="02070309020205020404" pitchFamily="49" charset="0"/>
              </a:rPr>
              <a:t> //returns 3.0 </a:t>
            </a:r>
            <a:endParaRPr lang="en-US" altLang="en-US" sz="2000">
              <a:latin typeface="Courier"/>
              <a:cs typeface="Times New Roman" panose="02020603050405020304" pitchFamily="18" charset="0"/>
            </a:endParaRPr>
          </a:p>
          <a:p>
            <a:pPr>
              <a:buFont typeface="Monotype Sorts"/>
              <a:buNone/>
            </a:pPr>
            <a:r>
              <a:rPr lang="en-US" altLang="en-US" sz="2000" b="1" err="1">
                <a:latin typeface="Courier"/>
                <a:cs typeface="Courier New" panose="02070309020205020404" pitchFamily="49" charset="0"/>
              </a:rPr>
              <a:t>Math.min</a:t>
            </a:r>
            <a:r>
              <a:rPr lang="en-US" altLang="en-US" sz="2000" b="1">
                <a:latin typeface="Courier"/>
                <a:cs typeface="Courier New" panose="02070309020205020404" pitchFamily="49" charset="0"/>
              </a:rPr>
              <a:t>(2.5, 3.6);</a:t>
            </a:r>
            <a:r>
              <a:rPr lang="en-US" altLang="en-US" sz="2000">
                <a:latin typeface="Courier"/>
                <a:cs typeface="Courier New" panose="02070309020205020404" pitchFamily="49" charset="0"/>
              </a:rPr>
              <a:t> //returns 2.5 </a:t>
            </a:r>
            <a:endParaRPr lang="en-US" altLang="en-US" sz="2000">
              <a:latin typeface="Courier"/>
              <a:cs typeface="Times New Roman" panose="02020603050405020304" pitchFamily="18" charset="0"/>
            </a:endParaRPr>
          </a:p>
          <a:p>
            <a:pPr>
              <a:buFont typeface="Monotype Sorts"/>
              <a:buNone/>
            </a:pPr>
            <a:r>
              <a:rPr lang="en-US" altLang="en-US" sz="2000" b="1" err="1">
                <a:latin typeface="Courier"/>
                <a:cs typeface="Courier New" panose="02070309020205020404" pitchFamily="49" charset="0"/>
              </a:rPr>
              <a:t>Math.abs</a:t>
            </a:r>
            <a:r>
              <a:rPr lang="en-US" altLang="en-US" sz="2000" b="1">
                <a:latin typeface="Courier"/>
                <a:cs typeface="Courier New" panose="02070309020205020404" pitchFamily="49" charset="0"/>
              </a:rPr>
              <a:t>(-2);</a:t>
            </a:r>
            <a:r>
              <a:rPr lang="en-US" altLang="en-US" sz="2000">
                <a:latin typeface="Courier"/>
                <a:cs typeface="Courier New" panose="02070309020205020404" pitchFamily="49" charset="0"/>
              </a:rPr>
              <a:t> //returns 2</a:t>
            </a:r>
            <a:endParaRPr lang="en-US" altLang="en-US" sz="2000">
              <a:latin typeface="Courier"/>
              <a:cs typeface="Times New Roman" panose="02020603050405020304" pitchFamily="18" charset="0"/>
            </a:endParaRPr>
          </a:p>
          <a:p>
            <a:pPr>
              <a:buFont typeface="Monotype Sorts"/>
              <a:buNone/>
            </a:pPr>
            <a:r>
              <a:rPr lang="en-US" altLang="en-US" sz="2000" b="1" err="1">
                <a:latin typeface="Courier"/>
                <a:cs typeface="Times New Roman" panose="02020603050405020304" pitchFamily="18" charset="0"/>
              </a:rPr>
              <a:t>Math.abs</a:t>
            </a:r>
            <a:r>
              <a:rPr lang="en-US" altLang="en-US" sz="2000" b="1">
                <a:latin typeface="Courier"/>
                <a:cs typeface="Times New Roman" panose="02020603050405020304" pitchFamily="18" charset="0"/>
              </a:rPr>
              <a:t>(-2.1);</a:t>
            </a:r>
            <a:r>
              <a:rPr lang="en-US" altLang="en-US" sz="2000">
                <a:latin typeface="Courier"/>
                <a:cs typeface="Times New Roman" panose="02020603050405020304" pitchFamily="18" charset="0"/>
              </a:rPr>
              <a:t> //returns 2.1</a:t>
            </a:r>
          </a:p>
        </p:txBody>
      </p:sp>
    </p:spTree>
    <p:extLst>
      <p:ext uri="{BB962C8B-B14F-4D97-AF65-F5344CB8AC3E}">
        <p14:creationId xmlns:p14="http://schemas.microsoft.com/office/powerpoint/2010/main" val="1638555484"/>
      </p:ext>
    </p:extLst>
  </p:cSld>
  <p:clrMapOvr>
    <a:masterClrMapping/>
  </p:clrMapOvr>
  <p:transition spd="slow">
    <p:wip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9">
            <a:extLst>
              <a:ext uri="{FF2B5EF4-FFF2-40B4-BE49-F238E27FC236}">
                <a16:creationId xmlns:a16="http://schemas.microsoft.com/office/drawing/2014/main" id="{F8E31F24-DC20-185A-B0D8-A85C3573961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7784381"/>
              </p:ext>
            </p:extLst>
          </p:nvPr>
        </p:nvGraphicFramePr>
        <p:xfrm>
          <a:off x="0" y="5133975"/>
          <a:ext cx="12192000" cy="11546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353812" imgH="399288" progId="Word.Document.12">
                  <p:embed/>
                </p:oleObj>
              </mc:Choice>
              <mc:Fallback>
                <p:oleObj name="Document" r:id="rId2" imgW="5353812" imgH="399288" progId="Word.Document.12">
                  <p:embed/>
                  <p:pic>
                    <p:nvPicPr>
                      <p:cNvPr id="16394" name="Object 9">
                        <a:extLst>
                          <a:ext uri="{FF2B5EF4-FFF2-40B4-BE49-F238E27FC236}">
                            <a16:creationId xmlns:a16="http://schemas.microsoft.com/office/drawing/2014/main" id="{5CDA45FE-03B5-3609-3B57-158FE0E1015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5133975"/>
                        <a:ext cx="12192000" cy="11546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A7E5B45-8D88-ED12-F886-5CB527D7B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1" y="286603"/>
            <a:ext cx="11481847" cy="1450757"/>
          </a:xfrm>
        </p:spPr>
        <p:txBody>
          <a:bodyPr/>
          <a:lstStyle/>
          <a:p>
            <a:r>
              <a:rPr lang="en-US" altLang="en-US"/>
              <a:t>The random Method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E1710-1895-E34B-968E-9A6498584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791" y="1845734"/>
            <a:ext cx="11481847" cy="4023360"/>
          </a:xfrm>
        </p:spPr>
        <p:txBody>
          <a:bodyPr/>
          <a:lstStyle/>
          <a:p>
            <a:r>
              <a:rPr lang="en-US" altLang="en-US"/>
              <a:t>Generates a </a:t>
            </a:r>
            <a:r>
              <a:rPr lang="en-US" altLang="en-US" b="1"/>
              <a:t>random</a:t>
            </a:r>
            <a:r>
              <a:rPr lang="en-US" altLang="en-US"/>
              <a:t> </a:t>
            </a:r>
            <a:r>
              <a:rPr lang="en-US" altLang="en-US" b="1" i="1"/>
              <a:t>double</a:t>
            </a:r>
            <a:r>
              <a:rPr lang="en-US" altLang="en-US"/>
              <a:t> value </a:t>
            </a:r>
            <a:r>
              <a:rPr lang="en-US" altLang="en-US" b="1"/>
              <a:t>greater than or equal to 0.0 and less than 1.0</a:t>
            </a:r>
            <a:r>
              <a:rPr lang="en-US" altLang="en-US"/>
              <a:t> (0 &lt;= </a:t>
            </a:r>
            <a:r>
              <a:rPr lang="en-US" altLang="en-US" err="1"/>
              <a:t>Math.random</a:t>
            </a:r>
            <a:r>
              <a:rPr lang="en-US" altLang="en-US"/>
              <a:t>() &lt; 1.0). </a:t>
            </a:r>
          </a:p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738BBB-0AA8-3DCA-D70D-202ADE3D7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6895" y="6459785"/>
            <a:ext cx="6966408" cy="365125"/>
          </a:xfrm>
        </p:spPr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graphicFrame>
        <p:nvGraphicFramePr>
          <p:cNvPr id="5" name="Object 6">
            <a:extLst>
              <a:ext uri="{FF2B5EF4-FFF2-40B4-BE49-F238E27FC236}">
                <a16:creationId xmlns:a16="http://schemas.microsoft.com/office/drawing/2014/main" id="{8FE66D84-6338-9BBB-F872-98715F3CE0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0667378"/>
              </p:ext>
            </p:extLst>
          </p:nvPr>
        </p:nvGraphicFramePr>
        <p:xfrm>
          <a:off x="446848" y="2673947"/>
          <a:ext cx="11745152" cy="24466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4" imgW="5354280" imgH="958680" progId="Word.Picture.8">
                  <p:embed/>
                </p:oleObj>
              </mc:Choice>
              <mc:Fallback>
                <p:oleObj name="Picture" r:id="rId4" imgW="5354280" imgH="958680" progId="Word.Picture.8">
                  <p:embed/>
                  <p:pic>
                    <p:nvPicPr>
                      <p:cNvPr id="16391" name="Object 6">
                        <a:extLst>
                          <a:ext uri="{FF2B5EF4-FFF2-40B4-BE49-F238E27FC236}">
                            <a16:creationId xmlns:a16="http://schemas.microsoft.com/office/drawing/2014/main" id="{77BCA378-352B-0DE1-D431-31E62D51A53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848" y="2673947"/>
                        <a:ext cx="11745152" cy="24466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62673483"/>
      </p:ext>
    </p:extLst>
  </p:cSld>
  <p:clrMapOvr>
    <a:masterClrMapping/>
  </p:clrMapOvr>
  <p:transition spd="slow">
    <p:wip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E5B45-8D88-ED12-F886-5CB527D7B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1" y="286603"/>
            <a:ext cx="11481847" cy="1450757"/>
          </a:xfrm>
        </p:spPr>
        <p:txBody>
          <a:bodyPr/>
          <a:lstStyle/>
          <a:p>
            <a:r>
              <a:rPr lang="en-US" altLang="en-US"/>
              <a:t>Examples on random Method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738BBB-0AA8-3DCA-D70D-202ADE3D7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6895" y="6459785"/>
            <a:ext cx="6966408" cy="365125"/>
          </a:xfrm>
        </p:spPr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38B63A-31B4-350A-6CB7-F80C9338523A}"/>
              </a:ext>
            </a:extLst>
          </p:cNvPr>
          <p:cNvSpPr txBox="1"/>
          <p:nvPr/>
        </p:nvSpPr>
        <p:spPr>
          <a:xfrm>
            <a:off x="1" y="1997839"/>
            <a:ext cx="1219200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buNone/>
            </a:pPr>
            <a:r>
              <a:rPr lang="en-US" sz="2000"/>
              <a:t>For example: </a:t>
            </a:r>
          </a:p>
          <a:p>
            <a:pPr algn="l" rtl="0">
              <a:buNone/>
            </a:pPr>
            <a:endParaRPr lang="en-US" sz="20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 rtl="0">
              <a:buNone/>
            </a:pPr>
            <a:r>
              <a:rPr 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int x = (50 + </a:t>
            </a:r>
            <a:r>
              <a:rPr lang="en-US" sz="2000" b="1" err="1">
                <a:latin typeface="Courier New" panose="02070309020205020404" pitchFamily="49" charset="0"/>
                <a:cs typeface="Courier New" panose="02070309020205020404" pitchFamily="49" charset="0"/>
              </a:rPr>
              <a:t>Math.random</a:t>
            </a:r>
            <a:r>
              <a:rPr 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( )*50);</a:t>
            </a:r>
          </a:p>
          <a:p>
            <a:pPr algn="l" rtl="0">
              <a:buNone/>
            </a:pPr>
            <a:r>
              <a:rPr lang="en-US" sz="2000"/>
              <a:t>//returns a random number between 50 and 100, exclude (50 and 100) and store it in </a:t>
            </a:r>
            <a:r>
              <a:rPr lang="en-US" sz="2000" b="1"/>
              <a:t>x</a:t>
            </a:r>
          </a:p>
          <a:p>
            <a:pPr algn="l" rtl="0">
              <a:buNone/>
            </a:pPr>
            <a:endParaRPr lang="en-US" sz="20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 rtl="0">
              <a:buNone/>
            </a:pPr>
            <a:r>
              <a:rPr lang="en-US" sz="2000" b="1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(0 + </a:t>
            </a:r>
            <a:r>
              <a:rPr lang="en-US" sz="2000" b="1" err="1">
                <a:latin typeface="Courier New" panose="02070309020205020404" pitchFamily="49" charset="0"/>
                <a:cs typeface="Courier New" panose="02070309020205020404" pitchFamily="49" charset="0"/>
              </a:rPr>
              <a:t>Math.random</a:t>
            </a:r>
            <a:r>
              <a:rPr 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( )*10); </a:t>
            </a:r>
          </a:p>
          <a:p>
            <a:pPr algn="l" rtl="0">
              <a:buNone/>
            </a:pPr>
            <a:r>
              <a:rPr lang="en-US" sz="2000"/>
              <a:t>// returns a random number between 0 and 10 exclude (0 and 10) and print it</a:t>
            </a:r>
          </a:p>
          <a:p>
            <a:pPr algn="l" rtl="0">
              <a:buNone/>
            </a:pPr>
            <a:endParaRPr lang="en-US" sz="2000"/>
          </a:p>
          <a:p>
            <a:pPr algn="l" rtl="0">
              <a:buNone/>
            </a:pPr>
            <a:r>
              <a:rPr 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double d = 50 + (int) (</a:t>
            </a:r>
            <a:r>
              <a:rPr lang="en-US" sz="2000" b="1" err="1">
                <a:latin typeface="Courier New" panose="02070309020205020404" pitchFamily="49" charset="0"/>
                <a:cs typeface="Courier New" panose="02070309020205020404" pitchFamily="49" charset="0"/>
              </a:rPr>
              <a:t>Math.random</a:t>
            </a:r>
            <a:r>
              <a:rPr 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( )*50);</a:t>
            </a:r>
            <a:r>
              <a:rPr lang="en-US" sz="2000"/>
              <a:t> </a:t>
            </a:r>
          </a:p>
          <a:p>
            <a:pPr algn="l" rtl="0">
              <a:buNone/>
            </a:pPr>
            <a:r>
              <a:rPr lang="en-US" sz="2000"/>
              <a:t>// returns a random integer number starting from 50 to 99 (50 and 99 inclusive) and stores it in </a:t>
            </a:r>
            <a:r>
              <a:rPr lang="en-US" sz="2000" b="1"/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2320340895"/>
      </p:ext>
    </p:extLst>
  </p:cSld>
  <p:clrMapOvr>
    <a:masterClrMapping/>
  </p:clrMapOvr>
  <p:transition spd="slow">
    <p:wip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E5B45-8D88-ED12-F886-5CB527D7B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1" y="286603"/>
            <a:ext cx="11481847" cy="1450757"/>
          </a:xfrm>
        </p:spPr>
        <p:txBody>
          <a:bodyPr/>
          <a:lstStyle/>
          <a:p>
            <a:r>
              <a:rPr lang="en-US" altLang="en-US"/>
              <a:t>Exercises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E1710-1895-E34B-968E-9A6498584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791" y="1845734"/>
            <a:ext cx="11481847" cy="4023360"/>
          </a:xfrm>
        </p:spPr>
        <p:txBody>
          <a:bodyPr>
            <a:normAutofit/>
          </a:bodyPr>
          <a:lstStyle/>
          <a:p>
            <a:r>
              <a:rPr lang="en-US" altLang="en-US"/>
              <a:t>Q: Write a java program to solve the following equations:</a:t>
            </a:r>
          </a:p>
          <a:p>
            <a:pPr marL="0" indent="0">
              <a:buNone/>
            </a:pPr>
            <a:r>
              <a:rPr lang="en-US" altLang="en-US"/>
              <a:t>                                                       </a:t>
            </a:r>
            <a:br>
              <a:rPr lang="en-US" altLang="en-US"/>
            </a:br>
            <a:r>
              <a:rPr lang="en-US" altLang="en-US"/>
              <a:t>                                                           a=3 , b=1.5, x is integer.</a:t>
            </a:r>
          </a:p>
          <a:p>
            <a:pPr marL="0" indent="0">
              <a:buNone/>
            </a:pPr>
            <a:endParaRPr lang="en-US" altLang="en-US"/>
          </a:p>
          <a:p>
            <a:r>
              <a:rPr lang="en-US" altLang="en-US"/>
              <a:t>Q: Find the maximum number of 35, 10 , 62 .</a:t>
            </a:r>
          </a:p>
          <a:p>
            <a:r>
              <a:rPr lang="en-US" altLang="en-US"/>
              <a:t>Q: Write a java program that declares a String variable message=“Welcome to Java”, and generates an integer random number between 0 and length of that String. Then prints the character at that random number.</a:t>
            </a:r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738BBB-0AA8-3DCA-D70D-202ADE3D7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6895" y="6459785"/>
            <a:ext cx="6966408" cy="365125"/>
          </a:xfrm>
        </p:spPr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56F53A0-21EA-0C4F-AF7D-8EF6922630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73430" y="2242859"/>
            <a:ext cx="4243416" cy="11430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725108513"/>
      </p:ext>
    </p:extLst>
  </p:cSld>
  <p:clrMapOvr>
    <a:masterClrMapping/>
  </p:clrMapOvr>
  <p:transition spd="slow">
    <p:wip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E5B45-8D88-ED12-F886-5CB527D7B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1" y="286603"/>
            <a:ext cx="11481847" cy="1450757"/>
          </a:xfrm>
        </p:spPr>
        <p:txBody>
          <a:bodyPr/>
          <a:lstStyle/>
          <a:p>
            <a:r>
              <a:rPr lang="en-US" altLang="en-US"/>
              <a:t>Exercises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E1710-1895-E34B-968E-9A6498584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791" y="1845734"/>
            <a:ext cx="11481847" cy="4023360"/>
          </a:xfrm>
        </p:spPr>
        <p:txBody>
          <a:bodyPr/>
          <a:lstStyle/>
          <a:p>
            <a:r>
              <a:rPr lang="en-US" altLang="en-US"/>
              <a:t>Q: write a program to print a user name, if the name consists of more than 7 characters.</a:t>
            </a:r>
          </a:p>
          <a:p>
            <a:r>
              <a:rPr lang="en-US" altLang="en-US"/>
              <a:t>Q: write a program to compute the area of a circle, if the radius is more than or equals to 2.5 where the radius should be entered as string  ?</a:t>
            </a:r>
          </a:p>
          <a:p>
            <a:r>
              <a:rPr lang="en-US" altLang="en-US"/>
              <a:t>Q: write a program to print “your name contains letter R” if the user name contains letter R.</a:t>
            </a:r>
          </a:p>
          <a:p>
            <a:r>
              <a:rPr lang="en-US" altLang="en-US"/>
              <a:t>Q: Write a program to prompt a user to enter his name, and print "your name is too short" if the user name is less than or equals 5 characters, otherwise print "your name has more than 5 characters" , using SWITCH.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738BBB-0AA8-3DCA-D70D-202ADE3D7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6895" y="6459785"/>
            <a:ext cx="6966408" cy="365125"/>
          </a:xfrm>
        </p:spPr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</p:spTree>
    <p:extLst>
      <p:ext uri="{BB962C8B-B14F-4D97-AF65-F5344CB8AC3E}">
        <p14:creationId xmlns:p14="http://schemas.microsoft.com/office/powerpoint/2010/main" val="1090311832"/>
      </p:ext>
    </p:extLst>
  </p:cSld>
  <p:clrMapOvr>
    <a:masterClrMapping/>
  </p:clrMapOvr>
  <p:transition spd="slow">
    <p:wip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E5B45-8D88-ED12-F886-5CB527D7B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1" y="286603"/>
            <a:ext cx="11481847" cy="1450757"/>
          </a:xfrm>
        </p:spPr>
        <p:txBody>
          <a:bodyPr/>
          <a:lstStyle/>
          <a:p>
            <a:r>
              <a:rPr lang="en-US" altLang="en-US"/>
              <a:t>Exercises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E1710-1895-E34B-968E-9A6498584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791" y="1845734"/>
            <a:ext cx="11481847" cy="4023360"/>
          </a:xfrm>
        </p:spPr>
        <p:txBody>
          <a:bodyPr/>
          <a:lstStyle/>
          <a:p>
            <a:r>
              <a:rPr lang="en-US" altLang="en-US"/>
              <a:t>Q: Write a Java program to compare two strings lexicographically, ignoring case differences.</a:t>
            </a:r>
          </a:p>
          <a:p>
            <a:pPr marL="0" indent="0">
              <a:buNone/>
            </a:pPr>
            <a:r>
              <a:rPr lang="en-US" altLang="en-US"/>
              <a:t>Sample Output:</a:t>
            </a:r>
          </a:p>
          <a:p>
            <a:pPr marL="0" indent="0">
              <a:buNone/>
            </a:pPr>
            <a:r>
              <a:rPr lang="en-US" altLang="en-US" b="1"/>
              <a:t>String 1: This is exercise 1 </a:t>
            </a:r>
          </a:p>
          <a:p>
            <a:pPr marL="0" indent="0">
              <a:buNone/>
            </a:pPr>
            <a:r>
              <a:rPr lang="en-US" altLang="en-US" b="1"/>
              <a:t>String 2: This is Exercise 1</a:t>
            </a:r>
          </a:p>
          <a:p>
            <a:pPr marL="0" indent="0">
              <a:buNone/>
            </a:pPr>
            <a:r>
              <a:rPr lang="en-US" altLang="en-US" b="1"/>
              <a:t> "This is exercise 1" is equal to "This is Exercise 1"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738BBB-0AA8-3DCA-D70D-202ADE3D7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6895" y="6459785"/>
            <a:ext cx="6966408" cy="365125"/>
          </a:xfrm>
        </p:spPr>
        <p:txBody>
          <a:bodyPr/>
          <a:lstStyle/>
          <a:p>
            <a:r>
              <a:rPr lang="en-US"/>
              <a:t>Edited and Reviewed By: I. Bara' </a:t>
            </a:r>
            <a:r>
              <a:rPr lang="en-US" err="1"/>
              <a:t>Qadomi</a:t>
            </a:r>
            <a:r>
              <a:rPr lang="en-US"/>
              <a:t> &amp; I. Bara' </a:t>
            </a:r>
            <a:r>
              <a:rPr lang="en-US" err="1"/>
              <a:t>Hamadah</a:t>
            </a:r>
            <a:r>
              <a:rPr lang="en-US"/>
              <a:t> (FIT, Applied Science Private University)</a:t>
            </a:r>
          </a:p>
        </p:txBody>
      </p:sp>
    </p:spTree>
    <p:extLst>
      <p:ext uri="{BB962C8B-B14F-4D97-AF65-F5344CB8AC3E}">
        <p14:creationId xmlns:p14="http://schemas.microsoft.com/office/powerpoint/2010/main" val="2489115075"/>
      </p:ext>
    </p:extLst>
  </p:cSld>
  <p:clrMapOvr>
    <a:masterClrMapping/>
  </p:clrMapOvr>
  <p:transition spd="slow">
    <p:wip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E5B45-8D88-ED12-F886-5CB527D7B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1" y="286603"/>
            <a:ext cx="11481847" cy="1450757"/>
          </a:xfrm>
        </p:spPr>
        <p:txBody>
          <a:bodyPr/>
          <a:lstStyle/>
          <a:p>
            <a:r>
              <a:rPr lang="en-US" altLang="en-US"/>
              <a:t>Exercises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E1710-1895-E34B-968E-9A6498584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791" y="1845734"/>
            <a:ext cx="11481847" cy="4023360"/>
          </a:xfrm>
        </p:spPr>
        <p:txBody>
          <a:bodyPr/>
          <a:lstStyle/>
          <a:p>
            <a:r>
              <a:rPr lang="en-US" altLang="en-US"/>
              <a:t>Write a Java program to test if a given string contains the specified sequence of </a:t>
            </a:r>
            <a:r>
              <a:rPr lang="en-US" altLang="en-US" i="1"/>
              <a:t>char</a:t>
            </a:r>
            <a:r>
              <a:rPr lang="en-US" altLang="en-US"/>
              <a:t> values.</a:t>
            </a:r>
          </a:p>
          <a:p>
            <a:pPr marL="0" indent="0">
              <a:buNone/>
            </a:pPr>
            <a:r>
              <a:rPr lang="en-US" altLang="en-US"/>
              <a:t>Sample Output:</a:t>
            </a:r>
          </a:p>
          <a:p>
            <a:pPr marL="0" indent="0">
              <a:buNone/>
            </a:pPr>
            <a:r>
              <a:rPr lang="en-US" altLang="en-US"/>
              <a:t>Original String: PHP Exercises and Python Exercises Specified sequence of char values: “and” </a:t>
            </a:r>
          </a:p>
          <a:p>
            <a:pPr marL="0" indent="0">
              <a:buNone/>
            </a:pPr>
            <a:r>
              <a:rPr lang="en-US" altLang="en-US" b="1"/>
              <a:t>true</a:t>
            </a:r>
          </a:p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738BBB-0AA8-3DCA-D70D-202ADE3D7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6895" y="6459785"/>
            <a:ext cx="6966408" cy="365125"/>
          </a:xfrm>
        </p:spPr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</p:spTree>
    <p:extLst>
      <p:ext uri="{BB962C8B-B14F-4D97-AF65-F5344CB8AC3E}">
        <p14:creationId xmlns:p14="http://schemas.microsoft.com/office/powerpoint/2010/main" val="1668873758"/>
      </p:ext>
    </p:extLst>
  </p:cSld>
  <p:clrMapOvr>
    <a:masterClrMapping/>
  </p:clrMapOvr>
  <p:transition spd="slow">
    <p:wip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E5B45-8D88-ED12-F886-5CB527D7B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1" y="286603"/>
            <a:ext cx="11481847" cy="1450757"/>
          </a:xfrm>
        </p:spPr>
        <p:txBody>
          <a:bodyPr/>
          <a:lstStyle/>
          <a:p>
            <a:r>
              <a:rPr lang="en-US" altLang="en-US"/>
              <a:t>User Defined Methods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E1710-1895-E34B-968E-9A6498584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791" y="1845734"/>
            <a:ext cx="11481847" cy="4270394"/>
          </a:xfrm>
        </p:spPr>
        <p:txBody>
          <a:bodyPr>
            <a:normAutofit/>
          </a:bodyPr>
          <a:lstStyle/>
          <a:p>
            <a:r>
              <a:rPr lang="en-US" altLang="en-US" b="1"/>
              <a:t>User-Defined Methods</a:t>
            </a:r>
            <a:r>
              <a:rPr lang="en-US" altLang="en-US"/>
              <a:t> are methods that are created by the user based on some requirements. </a:t>
            </a:r>
          </a:p>
          <a:p>
            <a:r>
              <a:rPr lang="en-US" altLang="en-US"/>
              <a:t>Benefits of Methods:</a:t>
            </a:r>
          </a:p>
          <a:p>
            <a:pPr marL="882900" lvl="1" indent="-342900"/>
            <a:r>
              <a:rPr lang="en-US" altLang="en-US"/>
              <a:t>Break a problem down into small manageable pieces.  This is called </a:t>
            </a:r>
            <a:r>
              <a:rPr lang="en-US" altLang="en-US" b="1"/>
              <a:t>divide</a:t>
            </a:r>
            <a:r>
              <a:rPr lang="en-US" altLang="en-US"/>
              <a:t> and </a:t>
            </a:r>
            <a:r>
              <a:rPr lang="en-US" altLang="en-US" b="1"/>
              <a:t>conquer</a:t>
            </a:r>
            <a:r>
              <a:rPr lang="en-US" altLang="en-US"/>
              <a:t>.</a:t>
            </a:r>
          </a:p>
          <a:p>
            <a:pPr marL="882900" lvl="1" indent="-342900"/>
            <a:r>
              <a:rPr lang="en-US" altLang="en-US"/>
              <a:t>Write a method once and reuse it anywhere.</a:t>
            </a:r>
          </a:p>
          <a:p>
            <a:pPr marL="882900" lvl="1" indent="-342900"/>
            <a:r>
              <a:rPr lang="en-US" altLang="en-US"/>
              <a:t>Information hiding. Hide the implementation from the user.</a:t>
            </a:r>
          </a:p>
          <a:p>
            <a:pPr marL="882900" lvl="1" indent="-342900"/>
            <a:r>
              <a:rPr lang="en-US" altLang="en-US"/>
              <a:t>Reduce complexity.</a:t>
            </a:r>
          </a:p>
          <a:p>
            <a:pPr marL="882900" lvl="1" indent="-342900"/>
            <a:r>
              <a:rPr lang="en-US" altLang="en-US"/>
              <a:t>A method in Java is equivalent to a function, procedure, or subroutine in other languages.</a:t>
            </a:r>
          </a:p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738BBB-0AA8-3DCA-D70D-202ADE3D7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6895" y="6459785"/>
            <a:ext cx="6966408" cy="365125"/>
          </a:xfrm>
        </p:spPr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</p:spTree>
    <p:extLst>
      <p:ext uri="{BB962C8B-B14F-4D97-AF65-F5344CB8AC3E}">
        <p14:creationId xmlns:p14="http://schemas.microsoft.com/office/powerpoint/2010/main" val="2505574513"/>
      </p:ext>
    </p:extLst>
  </p:cSld>
  <p:clrMapOvr>
    <a:masterClrMapping/>
  </p:clrMapOvr>
  <p:transition spd="slow">
    <p:wip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E5B45-8D88-ED12-F886-5CB527D7B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1" y="286603"/>
            <a:ext cx="11481847" cy="1450757"/>
          </a:xfrm>
        </p:spPr>
        <p:txBody>
          <a:bodyPr/>
          <a:lstStyle/>
          <a:p>
            <a:r>
              <a:rPr lang="en-US" altLang="en-US"/>
              <a:t>Defining Methods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E1710-1895-E34B-968E-9A6498584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791" y="1845734"/>
            <a:ext cx="11481847" cy="4023360"/>
          </a:xfrm>
        </p:spPr>
        <p:txBody>
          <a:bodyPr/>
          <a:lstStyle/>
          <a:p>
            <a:r>
              <a:rPr lang="en-US" altLang="en-US"/>
              <a:t>A </a:t>
            </a:r>
            <a:r>
              <a:rPr lang="en-US" altLang="en-US" b="1"/>
              <a:t>method</a:t>
            </a:r>
            <a:r>
              <a:rPr lang="en-US" altLang="en-US"/>
              <a:t> is a collection of statements that are grouped together to perform an operation.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738BBB-0AA8-3DCA-D70D-202ADE3D7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6895" y="6459785"/>
            <a:ext cx="6966408" cy="365125"/>
          </a:xfrm>
        </p:spPr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graphicFrame>
        <p:nvGraphicFramePr>
          <p:cNvPr id="6" name="Object 15">
            <a:extLst>
              <a:ext uri="{FF2B5EF4-FFF2-40B4-BE49-F238E27FC236}">
                <a16:creationId xmlns:a16="http://schemas.microsoft.com/office/drawing/2014/main" id="{3A9FA2D5-0871-2847-617E-327C08FB43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2926197"/>
              </p:ext>
            </p:extLst>
          </p:nvPr>
        </p:nvGraphicFramePr>
        <p:xfrm>
          <a:off x="0" y="2280372"/>
          <a:ext cx="12192000" cy="41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0" imgH="0" progId="Word.Picture.8">
                  <p:embed/>
                </p:oleObj>
              </mc:Choice>
              <mc:Fallback>
                <p:oleObj name="Picture" r:id="rId2" imgW="0" imgH="0" progId="Word.Picture.8">
                  <p:embed/>
                  <p:pic>
                    <p:nvPicPr>
                      <p:cNvPr id="21516" name="Object 15">
                        <a:extLst>
                          <a:ext uri="{FF2B5EF4-FFF2-40B4-BE49-F238E27FC236}">
                            <a16:creationId xmlns:a16="http://schemas.microsoft.com/office/drawing/2014/main" id="{FD87F387-8E50-427A-8D6C-6465BA7F20E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2280372"/>
                        <a:ext cx="12192000" cy="4179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7012485"/>
      </p:ext>
    </p:extLst>
  </p:cSld>
  <p:clrMapOvr>
    <a:masterClrMapping/>
  </p:clrMapOvr>
  <p:transition spd="slow">
    <p:wip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AA2DE8C-B648-953E-7532-7969F7460E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08658"/>
            <a:ext cx="12192000" cy="41433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7E5B45-8D88-ED12-F886-5CB527D7B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1" y="286603"/>
            <a:ext cx="11481847" cy="1450757"/>
          </a:xfrm>
        </p:spPr>
        <p:txBody>
          <a:bodyPr/>
          <a:lstStyle/>
          <a:p>
            <a:r>
              <a:rPr lang="en-US" altLang="en-US"/>
              <a:t>Defining Methods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E1710-1895-E34B-968E-9A6498584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791" y="1845734"/>
            <a:ext cx="11481847" cy="4023360"/>
          </a:xfrm>
        </p:spPr>
        <p:txBody>
          <a:bodyPr/>
          <a:lstStyle/>
          <a:p>
            <a:r>
              <a:rPr lang="en-US" altLang="en-US"/>
              <a:t>A </a:t>
            </a:r>
            <a:r>
              <a:rPr lang="en-US" altLang="en-US" b="1"/>
              <a:t>method</a:t>
            </a:r>
            <a:r>
              <a:rPr lang="en-US" altLang="en-US"/>
              <a:t> is a collection of statements that are grouped together to perform an operation.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738BBB-0AA8-3DCA-D70D-202ADE3D7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6895" y="6459785"/>
            <a:ext cx="6966408" cy="365125"/>
          </a:xfrm>
        </p:spPr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DD13F7C-C6A8-A0F2-6AD8-61A5392CC9BD}"/>
              </a:ext>
            </a:extLst>
          </p:cNvPr>
          <p:cNvSpPr/>
          <p:nvPr/>
        </p:nvSpPr>
        <p:spPr>
          <a:xfrm>
            <a:off x="1468582" y="3429001"/>
            <a:ext cx="6502399" cy="2657764"/>
          </a:xfrm>
          <a:prstGeom prst="roundRect">
            <a:avLst/>
          </a:prstGeom>
          <a:solidFill>
            <a:srgbClr val="CCEFDC">
              <a:alpha val="28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249457"/>
      </p:ext>
    </p:extLst>
  </p:cSld>
  <p:clrMapOvr>
    <a:masterClrMapping/>
  </p:clrMapOvr>
  <p:transition spd="slow">
    <p:wip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E5B45-8D88-ED12-F886-5CB527D7B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1" y="286603"/>
            <a:ext cx="11481847" cy="1450757"/>
          </a:xfrm>
        </p:spPr>
        <p:txBody>
          <a:bodyPr/>
          <a:lstStyle/>
          <a:p>
            <a:r>
              <a:rPr lang="en-US" altLang="en-US"/>
              <a:t>Method Signature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E1710-1895-E34B-968E-9A6498584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791" y="1845734"/>
            <a:ext cx="11481847" cy="4023360"/>
          </a:xfrm>
        </p:spPr>
        <p:txBody>
          <a:bodyPr/>
          <a:lstStyle/>
          <a:p>
            <a:r>
              <a:rPr lang="en-US" altLang="en-US" b="1">
                <a:solidFill>
                  <a:srgbClr val="00B0F0"/>
                </a:solidFill>
              </a:rPr>
              <a:t>Method signature</a:t>
            </a:r>
            <a:r>
              <a:rPr lang="en-US" altLang="en-US">
                <a:solidFill>
                  <a:srgbClr val="00B0F0"/>
                </a:solidFill>
              </a:rPr>
              <a:t> </a:t>
            </a:r>
            <a:r>
              <a:rPr lang="en-US" altLang="en-US"/>
              <a:t>is the combination of the method name and the parameter list.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738BBB-0AA8-3DCA-D70D-202ADE3D7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6895" y="6459785"/>
            <a:ext cx="6966408" cy="365125"/>
          </a:xfrm>
        </p:spPr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graphicFrame>
        <p:nvGraphicFramePr>
          <p:cNvPr id="5" name="Object 12">
            <a:extLst>
              <a:ext uri="{FF2B5EF4-FFF2-40B4-BE49-F238E27FC236}">
                <a16:creationId xmlns:a16="http://schemas.microsoft.com/office/drawing/2014/main" id="{BC0F5750-BC64-4460-0F80-86F96FD68E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1137122"/>
              </p:ext>
            </p:extLst>
          </p:nvPr>
        </p:nvGraphicFramePr>
        <p:xfrm>
          <a:off x="0" y="2244725"/>
          <a:ext cx="12192000" cy="421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0" imgH="0" progId="Word.Picture.8">
                  <p:embed/>
                </p:oleObj>
              </mc:Choice>
              <mc:Fallback>
                <p:oleObj name="Picture" r:id="rId2" imgW="0" imgH="0" progId="Word.Picture.8">
                  <p:embed/>
                  <p:pic>
                    <p:nvPicPr>
                      <p:cNvPr id="25612" name="Object 12">
                        <a:extLst>
                          <a:ext uri="{FF2B5EF4-FFF2-40B4-BE49-F238E27FC236}">
                            <a16:creationId xmlns:a16="http://schemas.microsoft.com/office/drawing/2014/main" id="{4D4542E3-D067-FEA8-DBD9-3BAB88E3642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2244725"/>
                        <a:ext cx="12192000" cy="421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85C0D92-E87C-88EE-34C4-846A20BD2261}"/>
              </a:ext>
            </a:extLst>
          </p:cNvPr>
          <p:cNvSpPr/>
          <p:nvPr/>
        </p:nvSpPr>
        <p:spPr>
          <a:xfrm>
            <a:off x="4174836" y="3429000"/>
            <a:ext cx="3602182" cy="450273"/>
          </a:xfrm>
          <a:prstGeom prst="roundRect">
            <a:avLst/>
          </a:prstGeom>
          <a:solidFill>
            <a:schemeClr val="accent1">
              <a:alpha val="28000"/>
            </a:schemeClr>
          </a:solidFill>
          <a:ln w="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461710"/>
      </p:ext>
    </p:extLst>
  </p:cSld>
  <p:clrMapOvr>
    <a:masterClrMapping/>
  </p:clrMapOvr>
  <p:transition spd="slow">
    <p:wip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E5B45-8D88-ED12-F886-5CB527D7B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1" y="286603"/>
            <a:ext cx="11481847" cy="1450757"/>
          </a:xfrm>
        </p:spPr>
        <p:txBody>
          <a:bodyPr/>
          <a:lstStyle/>
          <a:p>
            <a:r>
              <a:rPr lang="en-US" altLang="en-US"/>
              <a:t>Formal Parameters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E1710-1895-E34B-968E-9A6498584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791" y="1845734"/>
            <a:ext cx="11481847" cy="4023360"/>
          </a:xfrm>
        </p:spPr>
        <p:txBody>
          <a:bodyPr/>
          <a:lstStyle/>
          <a:p>
            <a:r>
              <a:rPr lang="en-US" altLang="en-US"/>
              <a:t>The variables defined in the method header are known as </a:t>
            </a:r>
            <a:r>
              <a:rPr lang="en-US" altLang="en-US" b="1">
                <a:solidFill>
                  <a:srgbClr val="B240FF"/>
                </a:solidFill>
              </a:rPr>
              <a:t>formal parameters</a:t>
            </a:r>
            <a:r>
              <a:rPr lang="en-US" altLang="en-US"/>
              <a:t>. </a:t>
            </a:r>
          </a:p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738BBB-0AA8-3DCA-D70D-202ADE3D7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6895" y="6459785"/>
            <a:ext cx="6966408" cy="365125"/>
          </a:xfrm>
        </p:spPr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graphicFrame>
        <p:nvGraphicFramePr>
          <p:cNvPr id="5" name="Object 12">
            <a:extLst>
              <a:ext uri="{FF2B5EF4-FFF2-40B4-BE49-F238E27FC236}">
                <a16:creationId xmlns:a16="http://schemas.microsoft.com/office/drawing/2014/main" id="{F3E4A8FB-745D-4825-086E-EFDA9E4266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9348220"/>
              </p:ext>
            </p:extLst>
          </p:nvPr>
        </p:nvGraphicFramePr>
        <p:xfrm>
          <a:off x="0" y="2216727"/>
          <a:ext cx="12192000" cy="42430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0" imgH="0" progId="Word.Picture.8">
                  <p:embed/>
                </p:oleObj>
              </mc:Choice>
              <mc:Fallback>
                <p:oleObj name="Picture" r:id="rId2" imgW="0" imgH="0" progId="Word.Picture.8">
                  <p:embed/>
                  <p:pic>
                    <p:nvPicPr>
                      <p:cNvPr id="27660" name="Object 12">
                        <a:extLst>
                          <a:ext uri="{FF2B5EF4-FFF2-40B4-BE49-F238E27FC236}">
                            <a16:creationId xmlns:a16="http://schemas.microsoft.com/office/drawing/2014/main" id="{E865F96D-D55A-A109-09C4-E10E8981F7D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2216727"/>
                        <a:ext cx="12192000" cy="42430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5A6BE12-2318-F03D-90EE-535015BDB157}"/>
              </a:ext>
            </a:extLst>
          </p:cNvPr>
          <p:cNvSpPr/>
          <p:nvPr/>
        </p:nvSpPr>
        <p:spPr>
          <a:xfrm>
            <a:off x="5412509" y="3500582"/>
            <a:ext cx="609600" cy="314035"/>
          </a:xfrm>
          <a:prstGeom prst="roundRect">
            <a:avLst/>
          </a:prstGeom>
          <a:solidFill>
            <a:srgbClr val="B240FF">
              <a:alpha val="28000"/>
            </a:srgbClr>
          </a:solidFill>
          <a:ln w="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39AA791-8219-F21E-8F1D-0D7301ED069E}"/>
              </a:ext>
            </a:extLst>
          </p:cNvPr>
          <p:cNvSpPr/>
          <p:nvPr/>
        </p:nvSpPr>
        <p:spPr>
          <a:xfrm>
            <a:off x="6904182" y="3500581"/>
            <a:ext cx="609600" cy="314035"/>
          </a:xfrm>
          <a:prstGeom prst="roundRect">
            <a:avLst/>
          </a:prstGeom>
          <a:solidFill>
            <a:srgbClr val="B240FF">
              <a:alpha val="28000"/>
            </a:srgbClr>
          </a:solidFill>
          <a:ln w="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617543"/>
      </p:ext>
    </p:extLst>
  </p:cSld>
  <p:clrMapOvr>
    <a:masterClrMapping/>
  </p:clrMapOvr>
  <p:transition spd="slow">
    <p:wip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E5B45-8D88-ED12-F886-5CB527D7B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1" y="286603"/>
            <a:ext cx="11481847" cy="1450757"/>
          </a:xfrm>
        </p:spPr>
        <p:txBody>
          <a:bodyPr/>
          <a:lstStyle/>
          <a:p>
            <a:r>
              <a:rPr lang="en-US" altLang="en-US"/>
              <a:t>Actual Parameters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E1710-1895-E34B-968E-9A6498584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791" y="1845734"/>
            <a:ext cx="11481847" cy="4023360"/>
          </a:xfrm>
        </p:spPr>
        <p:txBody>
          <a:bodyPr/>
          <a:lstStyle/>
          <a:p>
            <a:r>
              <a:rPr lang="en-US" altLang="en-US"/>
              <a:t>When a method is invoked, you pass a value to the parameter. This value is referred to as </a:t>
            </a:r>
            <a:r>
              <a:rPr lang="en-US" altLang="en-US" b="1" i="1">
                <a:solidFill>
                  <a:srgbClr val="FF8C8C"/>
                </a:solidFill>
              </a:rPr>
              <a:t>actual parameter </a:t>
            </a:r>
            <a:r>
              <a:rPr lang="en-US" altLang="en-US">
                <a:solidFill>
                  <a:srgbClr val="FF8C8C"/>
                </a:solidFill>
              </a:rPr>
              <a:t>or </a:t>
            </a:r>
            <a:r>
              <a:rPr lang="en-US" altLang="en-US" b="1">
                <a:solidFill>
                  <a:srgbClr val="FF8C8C"/>
                </a:solidFill>
              </a:rPr>
              <a:t>argument</a:t>
            </a:r>
            <a:r>
              <a:rPr lang="en-US" altLang="en-US" b="1"/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738BBB-0AA8-3DCA-D70D-202ADE3D7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6895" y="6459785"/>
            <a:ext cx="6966408" cy="365125"/>
          </a:xfrm>
        </p:spPr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graphicFrame>
        <p:nvGraphicFramePr>
          <p:cNvPr id="5" name="Object 12">
            <a:extLst>
              <a:ext uri="{FF2B5EF4-FFF2-40B4-BE49-F238E27FC236}">
                <a16:creationId xmlns:a16="http://schemas.microsoft.com/office/drawing/2014/main" id="{055C3149-2165-8563-EC11-EAEC7C878F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3815234"/>
              </p:ext>
            </p:extLst>
          </p:nvPr>
        </p:nvGraphicFramePr>
        <p:xfrm>
          <a:off x="0" y="2546349"/>
          <a:ext cx="12192000" cy="39134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0" imgH="0" progId="Word.Picture.8">
                  <p:embed/>
                </p:oleObj>
              </mc:Choice>
              <mc:Fallback>
                <p:oleObj name="Picture" r:id="rId2" imgW="0" imgH="0" progId="Word.Picture.8">
                  <p:embed/>
                  <p:pic>
                    <p:nvPicPr>
                      <p:cNvPr id="29708" name="Object 12">
                        <a:extLst>
                          <a:ext uri="{FF2B5EF4-FFF2-40B4-BE49-F238E27FC236}">
                            <a16:creationId xmlns:a16="http://schemas.microsoft.com/office/drawing/2014/main" id="{4B2A649D-5161-1688-3C65-521199AA0C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2546349"/>
                        <a:ext cx="12192000" cy="39134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28DA8A6-D534-FFF4-FB6C-8533496B98E2}"/>
              </a:ext>
            </a:extLst>
          </p:cNvPr>
          <p:cNvSpPr/>
          <p:nvPr/>
        </p:nvSpPr>
        <p:spPr>
          <a:xfrm>
            <a:off x="10557163" y="3509818"/>
            <a:ext cx="729673" cy="249382"/>
          </a:xfrm>
          <a:prstGeom prst="roundRect">
            <a:avLst/>
          </a:prstGeom>
          <a:solidFill>
            <a:srgbClr val="FF0000">
              <a:alpha val="28000"/>
            </a:srgbClr>
          </a:solidFill>
          <a:ln w="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627774"/>
      </p:ext>
    </p:extLst>
  </p:cSld>
  <p:clrMapOvr>
    <a:masterClrMapping/>
  </p:clrMapOvr>
  <p:transition spd="slow">
    <p:wip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E5B45-8D88-ED12-F886-5CB527D7B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1" y="286603"/>
            <a:ext cx="11481847" cy="1450757"/>
          </a:xfrm>
        </p:spPr>
        <p:txBody>
          <a:bodyPr/>
          <a:lstStyle/>
          <a:p>
            <a:r>
              <a:rPr lang="en-US" altLang="en-US"/>
              <a:t>Return Value Type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E1710-1895-E34B-968E-9A6498584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791" y="1845734"/>
            <a:ext cx="11481847" cy="4023360"/>
          </a:xfrm>
        </p:spPr>
        <p:txBody>
          <a:bodyPr/>
          <a:lstStyle/>
          <a:p>
            <a:r>
              <a:rPr lang="en-US" altLang="en-US"/>
              <a:t>A method may return a value. The </a:t>
            </a:r>
            <a:r>
              <a:rPr lang="en-US" altLang="en-US" b="1" err="1">
                <a:solidFill>
                  <a:srgbClr val="00B050"/>
                </a:solidFill>
              </a:rPr>
              <a:t>returnValueType</a:t>
            </a:r>
            <a:r>
              <a:rPr lang="en-US" altLang="en-US"/>
              <a:t> is the data type of the value the method returns. If the method does not return a value, the </a:t>
            </a:r>
            <a:r>
              <a:rPr lang="en-US" altLang="en-US" b="1" err="1"/>
              <a:t>returnValueType</a:t>
            </a:r>
            <a:r>
              <a:rPr lang="en-US" altLang="en-US"/>
              <a:t> is the keyword </a:t>
            </a:r>
            <a:r>
              <a:rPr lang="en-US" altLang="en-US" b="1"/>
              <a:t>void</a:t>
            </a:r>
            <a:r>
              <a:rPr lang="en-US" altLang="en-US"/>
              <a:t>. For example, the </a:t>
            </a:r>
            <a:r>
              <a:rPr lang="en-US" altLang="en-US" b="1" err="1"/>
              <a:t>returnValueType</a:t>
            </a:r>
            <a:r>
              <a:rPr lang="en-US" altLang="en-US"/>
              <a:t> in the </a:t>
            </a:r>
            <a:r>
              <a:rPr lang="en-US" altLang="en-US" b="1"/>
              <a:t>main</a:t>
            </a:r>
            <a:r>
              <a:rPr lang="en-US" altLang="en-US"/>
              <a:t> method is </a:t>
            </a:r>
            <a:r>
              <a:rPr lang="en-US" altLang="en-US" b="1"/>
              <a:t>void</a:t>
            </a:r>
            <a:r>
              <a:rPr lang="en-US" altLang="en-US"/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738BBB-0AA8-3DCA-D70D-202ADE3D7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6895" y="6459785"/>
            <a:ext cx="6966408" cy="365125"/>
          </a:xfrm>
        </p:spPr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graphicFrame>
        <p:nvGraphicFramePr>
          <p:cNvPr id="5" name="Object 12">
            <a:extLst>
              <a:ext uri="{FF2B5EF4-FFF2-40B4-BE49-F238E27FC236}">
                <a16:creationId xmlns:a16="http://schemas.microsoft.com/office/drawing/2014/main" id="{756039D8-2A6B-C3A3-FFBD-733A58BCCB5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1594639"/>
              </p:ext>
            </p:extLst>
          </p:nvPr>
        </p:nvGraphicFramePr>
        <p:xfrm>
          <a:off x="0" y="2927927"/>
          <a:ext cx="12192000" cy="35318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0" imgH="0" progId="Word.Picture.8">
                  <p:embed/>
                </p:oleObj>
              </mc:Choice>
              <mc:Fallback>
                <p:oleObj name="Picture" r:id="rId2" imgW="0" imgH="0" progId="Word.Picture.8">
                  <p:embed/>
                  <p:pic>
                    <p:nvPicPr>
                      <p:cNvPr id="31756" name="Object 12">
                        <a:extLst>
                          <a:ext uri="{FF2B5EF4-FFF2-40B4-BE49-F238E27FC236}">
                            <a16:creationId xmlns:a16="http://schemas.microsoft.com/office/drawing/2014/main" id="{72FB4EE7-1244-9A7E-0ED8-49F072BDF14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2927927"/>
                        <a:ext cx="12192000" cy="35318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CA78016-49D6-8E2C-A83C-474227FE813E}"/>
              </a:ext>
            </a:extLst>
          </p:cNvPr>
          <p:cNvSpPr/>
          <p:nvPr/>
        </p:nvSpPr>
        <p:spPr>
          <a:xfrm>
            <a:off x="3574473" y="3990109"/>
            <a:ext cx="581891" cy="323273"/>
          </a:xfrm>
          <a:prstGeom prst="roundRect">
            <a:avLst/>
          </a:prstGeom>
          <a:solidFill>
            <a:srgbClr val="00B050">
              <a:alpha val="28000"/>
            </a:srgbClr>
          </a:solidFill>
          <a:ln w="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FDE3772-F492-57F3-7975-A6B27A7CABEC}"/>
              </a:ext>
            </a:extLst>
          </p:cNvPr>
          <p:cNvSpPr/>
          <p:nvPr/>
        </p:nvSpPr>
        <p:spPr>
          <a:xfrm>
            <a:off x="1893455" y="5815831"/>
            <a:ext cx="1967345" cy="323273"/>
          </a:xfrm>
          <a:prstGeom prst="roundRect">
            <a:avLst/>
          </a:prstGeom>
          <a:solidFill>
            <a:srgbClr val="00B050">
              <a:alpha val="28000"/>
            </a:srgbClr>
          </a:solidFill>
          <a:ln w="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20062"/>
      </p:ext>
    </p:extLst>
  </p:cSld>
  <p:clrMapOvr>
    <a:masterClrMapping/>
  </p:clrMapOvr>
  <p:transition spd="slow">
    <p:wip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E5B45-8D88-ED12-F886-5CB527D7B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1" y="286603"/>
            <a:ext cx="11481847" cy="1450757"/>
          </a:xfrm>
        </p:spPr>
        <p:txBody>
          <a:bodyPr/>
          <a:lstStyle/>
          <a:p>
            <a:r>
              <a:rPr lang="en-US"/>
              <a:t>Code Tracing(10 Slides)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738BBB-0AA8-3DCA-D70D-202ADE3D7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6895" y="6459785"/>
            <a:ext cx="6966408" cy="365125"/>
          </a:xfrm>
        </p:spPr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graphicFrame>
        <p:nvGraphicFramePr>
          <p:cNvPr id="8" name="Object 5">
            <a:extLst>
              <a:ext uri="{FF2B5EF4-FFF2-40B4-BE49-F238E27FC236}">
                <a16:creationId xmlns:a16="http://schemas.microsoft.com/office/drawing/2014/main" id="{3AF1A481-4EE6-904D-6F34-D398907512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7606424"/>
              </p:ext>
            </p:extLst>
          </p:nvPr>
        </p:nvGraphicFramePr>
        <p:xfrm>
          <a:off x="193695" y="3306619"/>
          <a:ext cx="12127245" cy="29033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4236428" imgH="1015113" progId="Word.Document.12">
                  <p:embed/>
                </p:oleObj>
              </mc:Choice>
              <mc:Fallback>
                <p:oleObj name="Document" r:id="rId2" imgW="4236428" imgH="1015113" progId="Word.Document.12">
                  <p:embed/>
                  <p:pic>
                    <p:nvPicPr>
                      <p:cNvPr id="26630" name="Object 5">
                        <a:extLst>
                          <a:ext uri="{FF2B5EF4-FFF2-40B4-BE49-F238E27FC236}">
                            <a16:creationId xmlns:a16="http://schemas.microsoft.com/office/drawing/2014/main" id="{915F230A-4ED2-3B51-F588-12751AFAB5C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695" y="3306619"/>
                        <a:ext cx="12127245" cy="29033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6">
            <a:extLst>
              <a:ext uri="{FF2B5EF4-FFF2-40B4-BE49-F238E27FC236}">
                <a16:creationId xmlns:a16="http://schemas.microsoft.com/office/drawing/2014/main" id="{58B46E32-3DB8-966D-4381-C99704B71E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791" y="3918526"/>
            <a:ext cx="2006482" cy="237837"/>
          </a:xfrm>
          <a:prstGeom prst="rect">
            <a:avLst/>
          </a:prstGeom>
          <a:solidFill>
            <a:srgbClr val="CDD4E8">
              <a:alpha val="51000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10" name="AutoShape 7">
            <a:extLst>
              <a:ext uri="{FF2B5EF4-FFF2-40B4-BE49-F238E27FC236}">
                <a16:creationId xmlns:a16="http://schemas.microsoft.com/office/drawing/2014/main" id="{5DFCE6EE-0594-2E3E-D016-63068E681C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3323" y="2669929"/>
            <a:ext cx="3533775" cy="384175"/>
          </a:xfrm>
          <a:prstGeom prst="wedgeRoundRectCallout">
            <a:avLst>
              <a:gd name="adj1" fmla="val -69060"/>
              <a:gd name="adj2" fmla="val 290080"/>
              <a:gd name="adj3" fmla="val 16667"/>
            </a:avLst>
          </a:prstGeom>
          <a:solidFill>
            <a:schemeClr val="accent1">
              <a:alpha val="28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err="1">
                <a:latin typeface="+mj-lt"/>
              </a:rPr>
              <a:t>i</a:t>
            </a:r>
            <a:r>
              <a:rPr lang="en-US" altLang="en-US" sz="1800">
                <a:latin typeface="+mj-lt"/>
              </a:rPr>
              <a:t> is now 5</a:t>
            </a:r>
          </a:p>
        </p:txBody>
      </p:sp>
    </p:spTree>
    <p:extLst>
      <p:ext uri="{BB962C8B-B14F-4D97-AF65-F5344CB8AC3E}">
        <p14:creationId xmlns:p14="http://schemas.microsoft.com/office/powerpoint/2010/main" val="2024109889"/>
      </p:ext>
    </p:extLst>
  </p:cSld>
  <p:clrMapOvr>
    <a:masterClrMapping/>
  </p:clrMapOvr>
  <p:transition spd="slow">
    <p:wip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E5B45-8D88-ED12-F886-5CB527D7B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1" y="286603"/>
            <a:ext cx="11481847" cy="1450757"/>
          </a:xfrm>
        </p:spPr>
        <p:txBody>
          <a:bodyPr/>
          <a:lstStyle/>
          <a:p>
            <a:r>
              <a:rPr lang="en-US"/>
              <a:t>Code Tracing(10 Slides)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738BBB-0AA8-3DCA-D70D-202ADE3D7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6895" y="6459785"/>
            <a:ext cx="6966408" cy="365125"/>
          </a:xfrm>
        </p:spPr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58B46E32-3DB8-966D-4381-C99704B71E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791" y="3918527"/>
            <a:ext cx="3422650" cy="177800"/>
          </a:xfrm>
          <a:prstGeom prst="rect">
            <a:avLst/>
          </a:prstGeom>
          <a:solidFill>
            <a:schemeClr val="accent1">
              <a:alpha val="45097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graphicFrame>
        <p:nvGraphicFramePr>
          <p:cNvPr id="3" name="Object 5">
            <a:extLst>
              <a:ext uri="{FF2B5EF4-FFF2-40B4-BE49-F238E27FC236}">
                <a16:creationId xmlns:a16="http://schemas.microsoft.com/office/drawing/2014/main" id="{5F6E0628-EDDE-330D-C4D7-A996B99ED5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5990210"/>
              </p:ext>
            </p:extLst>
          </p:nvPr>
        </p:nvGraphicFramePr>
        <p:xfrm>
          <a:off x="271328" y="3198268"/>
          <a:ext cx="12117541" cy="32615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4232148" imgH="1085088" progId="Word.Picture.8">
                  <p:embed/>
                </p:oleObj>
              </mc:Choice>
              <mc:Fallback>
                <p:oleObj name="Picture" r:id="rId2" imgW="4232148" imgH="1085088" progId="Word.Picture.8">
                  <p:embed/>
                  <p:pic>
                    <p:nvPicPr>
                      <p:cNvPr id="28678" name="Object 5">
                        <a:extLst>
                          <a:ext uri="{FF2B5EF4-FFF2-40B4-BE49-F238E27FC236}">
                            <a16:creationId xmlns:a16="http://schemas.microsoft.com/office/drawing/2014/main" id="{8491FDE3-17EC-5361-EA3A-F6E02ADBFF5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328" y="3198268"/>
                        <a:ext cx="12117541" cy="32615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6">
            <a:extLst>
              <a:ext uri="{FF2B5EF4-FFF2-40B4-BE49-F238E27FC236}">
                <a16:creationId xmlns:a16="http://schemas.microsoft.com/office/drawing/2014/main" id="{C36BF871-C413-1E49-8609-76022FE068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072" y="4012188"/>
            <a:ext cx="3422650" cy="255011"/>
          </a:xfrm>
          <a:prstGeom prst="rect">
            <a:avLst/>
          </a:prstGeom>
          <a:solidFill>
            <a:srgbClr val="CDD4E8">
              <a:alpha val="45097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10" name="AutoShape 7">
            <a:extLst>
              <a:ext uri="{FF2B5EF4-FFF2-40B4-BE49-F238E27FC236}">
                <a16:creationId xmlns:a16="http://schemas.microsoft.com/office/drawing/2014/main" id="{5DFCE6EE-0594-2E3E-D016-63068E681C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7215" y="2767262"/>
            <a:ext cx="3533775" cy="384175"/>
          </a:xfrm>
          <a:prstGeom prst="wedgeRoundRectCallout">
            <a:avLst>
              <a:gd name="adj1" fmla="val -45014"/>
              <a:gd name="adj2" fmla="val 263634"/>
              <a:gd name="adj3" fmla="val 16667"/>
            </a:avLst>
          </a:prstGeom>
          <a:solidFill>
            <a:schemeClr val="accent1">
              <a:alpha val="28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+mj-lt"/>
              </a:rPr>
              <a:t>j is now 2</a:t>
            </a:r>
          </a:p>
        </p:txBody>
      </p:sp>
    </p:spTree>
    <p:extLst>
      <p:ext uri="{BB962C8B-B14F-4D97-AF65-F5344CB8AC3E}">
        <p14:creationId xmlns:p14="http://schemas.microsoft.com/office/powerpoint/2010/main" val="2689654010"/>
      </p:ext>
    </p:extLst>
  </p:cSld>
  <p:clrMapOvr>
    <a:masterClrMapping/>
  </p:clrMapOvr>
  <p:transition spd="slow">
    <p:wip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E5B45-8D88-ED12-F886-5CB527D7B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1" y="286603"/>
            <a:ext cx="11481847" cy="1450757"/>
          </a:xfrm>
        </p:spPr>
        <p:txBody>
          <a:bodyPr/>
          <a:lstStyle/>
          <a:p>
            <a:r>
              <a:rPr lang="en-US"/>
              <a:t>Code Tracing(10 Slides)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738BBB-0AA8-3DCA-D70D-202ADE3D7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6895" y="6459785"/>
            <a:ext cx="6966408" cy="365125"/>
          </a:xfrm>
        </p:spPr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graphicFrame>
        <p:nvGraphicFramePr>
          <p:cNvPr id="3" name="Object 5">
            <a:extLst>
              <a:ext uri="{FF2B5EF4-FFF2-40B4-BE49-F238E27FC236}">
                <a16:creationId xmlns:a16="http://schemas.microsoft.com/office/drawing/2014/main" id="{6ABD3918-2877-8522-5638-E49024F407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2943269"/>
              </p:ext>
            </p:extLst>
          </p:nvPr>
        </p:nvGraphicFramePr>
        <p:xfrm>
          <a:off x="271328" y="3198268"/>
          <a:ext cx="12117541" cy="32615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4232148" imgH="1085088" progId="Word.Picture.8">
                  <p:embed/>
                </p:oleObj>
              </mc:Choice>
              <mc:Fallback>
                <p:oleObj name="Picture" r:id="rId2" imgW="4232148" imgH="1085088" progId="Word.Picture.8">
                  <p:embed/>
                  <p:pic>
                    <p:nvPicPr>
                      <p:cNvPr id="3" name="Object 5">
                        <a:extLst>
                          <a:ext uri="{FF2B5EF4-FFF2-40B4-BE49-F238E27FC236}">
                            <a16:creationId xmlns:a16="http://schemas.microsoft.com/office/drawing/2014/main" id="{5F6E0628-EDDE-330D-C4D7-A996B99ED54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328" y="3198268"/>
                        <a:ext cx="12117541" cy="32615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6">
            <a:extLst>
              <a:ext uri="{FF2B5EF4-FFF2-40B4-BE49-F238E27FC236}">
                <a16:creationId xmlns:a16="http://schemas.microsoft.com/office/drawing/2014/main" id="{58B46E32-3DB8-966D-4381-C99704B71E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1119" y="4216613"/>
            <a:ext cx="1195776" cy="298399"/>
          </a:xfrm>
          <a:prstGeom prst="rect">
            <a:avLst/>
          </a:prstGeom>
          <a:solidFill>
            <a:srgbClr val="CDD4E8">
              <a:alpha val="45097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10" name="AutoShape 7">
            <a:extLst>
              <a:ext uri="{FF2B5EF4-FFF2-40B4-BE49-F238E27FC236}">
                <a16:creationId xmlns:a16="http://schemas.microsoft.com/office/drawing/2014/main" id="{5DFCE6EE-0594-2E3E-D016-63068E681C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5251" y="3044825"/>
            <a:ext cx="3533775" cy="384175"/>
          </a:xfrm>
          <a:prstGeom prst="wedgeRoundRectCallout">
            <a:avLst>
              <a:gd name="adj1" fmla="val -45014"/>
              <a:gd name="adj2" fmla="val 263634"/>
              <a:gd name="adj3" fmla="val 16667"/>
            </a:avLst>
          </a:prstGeom>
          <a:solidFill>
            <a:schemeClr val="accent1">
              <a:alpha val="28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+mj-lt"/>
              </a:rPr>
              <a:t>invoke max(</a:t>
            </a:r>
            <a:r>
              <a:rPr lang="en-US" altLang="en-US" sz="1800" err="1">
                <a:latin typeface="+mj-lt"/>
              </a:rPr>
              <a:t>i</a:t>
            </a:r>
            <a:r>
              <a:rPr lang="en-US" altLang="en-US" sz="1800">
                <a:latin typeface="+mj-lt"/>
              </a:rPr>
              <a:t>, j)</a:t>
            </a:r>
          </a:p>
        </p:txBody>
      </p:sp>
    </p:spTree>
    <p:extLst>
      <p:ext uri="{BB962C8B-B14F-4D97-AF65-F5344CB8AC3E}">
        <p14:creationId xmlns:p14="http://schemas.microsoft.com/office/powerpoint/2010/main" val="3419899654"/>
      </p:ext>
    </p:extLst>
  </p:cSld>
  <p:clrMapOvr>
    <a:masterClrMapping/>
  </p:clrMapOvr>
  <p:transition spd="slow">
    <p:wip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E5B45-8D88-ED12-F886-5CB527D7B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1" y="286603"/>
            <a:ext cx="11481847" cy="1450757"/>
          </a:xfrm>
        </p:spPr>
        <p:txBody>
          <a:bodyPr/>
          <a:lstStyle/>
          <a:p>
            <a:r>
              <a:rPr lang="en-US"/>
              <a:t>Code Tracing(10 Slides)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738BBB-0AA8-3DCA-D70D-202ADE3D7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6895" y="6459785"/>
            <a:ext cx="6966408" cy="365125"/>
          </a:xfrm>
        </p:spPr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graphicFrame>
        <p:nvGraphicFramePr>
          <p:cNvPr id="8" name="Object 5">
            <a:extLst>
              <a:ext uri="{FF2B5EF4-FFF2-40B4-BE49-F238E27FC236}">
                <a16:creationId xmlns:a16="http://schemas.microsoft.com/office/drawing/2014/main" id="{3AF1A481-4EE6-904D-6F34-D398907512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3695" y="3306619"/>
          <a:ext cx="12127245" cy="29033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4236428" imgH="1015113" progId="Word.Document.12">
                  <p:embed/>
                </p:oleObj>
              </mc:Choice>
              <mc:Fallback>
                <p:oleObj name="Document" r:id="rId2" imgW="4236428" imgH="1015113" progId="Word.Document.12">
                  <p:embed/>
                  <p:pic>
                    <p:nvPicPr>
                      <p:cNvPr id="8" name="Object 5">
                        <a:extLst>
                          <a:ext uri="{FF2B5EF4-FFF2-40B4-BE49-F238E27FC236}">
                            <a16:creationId xmlns:a16="http://schemas.microsoft.com/office/drawing/2014/main" id="{3AF1A481-4EE6-904D-6F34-D3989075124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695" y="3306619"/>
                        <a:ext cx="12127245" cy="29033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6">
            <a:extLst>
              <a:ext uri="{FF2B5EF4-FFF2-40B4-BE49-F238E27FC236}">
                <a16:creationId xmlns:a16="http://schemas.microsoft.com/office/drawing/2014/main" id="{58B46E32-3DB8-966D-4381-C99704B71E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4873" y="3659909"/>
            <a:ext cx="3546764" cy="228600"/>
          </a:xfrm>
          <a:prstGeom prst="rect">
            <a:avLst/>
          </a:prstGeom>
          <a:solidFill>
            <a:srgbClr val="CDD4E8">
              <a:alpha val="45097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10" name="AutoShape 7">
            <a:extLst>
              <a:ext uri="{FF2B5EF4-FFF2-40B4-BE49-F238E27FC236}">
                <a16:creationId xmlns:a16="http://schemas.microsoft.com/office/drawing/2014/main" id="{5DFCE6EE-0594-2E3E-D016-63068E681C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8777" y="1987134"/>
            <a:ext cx="3533775" cy="996211"/>
          </a:xfrm>
          <a:prstGeom prst="wedgeRoundRectCallout">
            <a:avLst>
              <a:gd name="adj1" fmla="val 78877"/>
              <a:gd name="adj2" fmla="val 113628"/>
              <a:gd name="adj3" fmla="val 16667"/>
            </a:avLst>
          </a:prstGeom>
          <a:solidFill>
            <a:schemeClr val="accent1">
              <a:alpha val="28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+mj-lt"/>
              </a:rPr>
              <a:t>invoke max(</a:t>
            </a:r>
            <a:r>
              <a:rPr lang="en-US" altLang="en-US" sz="1800" err="1">
                <a:latin typeface="+mj-lt"/>
              </a:rPr>
              <a:t>i</a:t>
            </a:r>
            <a:r>
              <a:rPr lang="en-US" altLang="en-US" sz="1800">
                <a:latin typeface="+mj-lt"/>
              </a:rPr>
              <a:t>, j)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+mj-lt"/>
              </a:rPr>
              <a:t>Pass the value of </a:t>
            </a:r>
            <a:r>
              <a:rPr lang="en-US" altLang="en-US" sz="1800" err="1">
                <a:latin typeface="+mj-lt"/>
              </a:rPr>
              <a:t>i</a:t>
            </a:r>
            <a:r>
              <a:rPr lang="en-US" altLang="en-US" sz="1800">
                <a:latin typeface="+mj-lt"/>
              </a:rPr>
              <a:t> to num1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+mj-lt"/>
              </a:rPr>
              <a:t>Pass the value of j to num2</a:t>
            </a:r>
          </a:p>
        </p:txBody>
      </p:sp>
      <p:sp>
        <p:nvSpPr>
          <p:cNvPr id="3" name="Line 8">
            <a:extLst>
              <a:ext uri="{FF2B5EF4-FFF2-40B4-BE49-F238E27FC236}">
                <a16:creationId xmlns:a16="http://schemas.microsoft.com/office/drawing/2014/main" id="{7294C48C-9D99-B2C2-699B-7F5FD42BCC1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03657" y="3888509"/>
            <a:ext cx="5341216" cy="592860"/>
          </a:xfrm>
          <a:prstGeom prst="line">
            <a:avLst/>
          </a:prstGeom>
          <a:noFill/>
          <a:ln w="79375">
            <a:solidFill>
              <a:srgbClr val="FF0000">
                <a:alpha val="28000"/>
              </a:srgbClr>
            </a:solidFill>
            <a:round/>
            <a:headEnd type="none" w="sm" len="sm"/>
            <a:tailEnd type="stealth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989137"/>
      </p:ext>
    </p:extLst>
  </p:cSld>
  <p:clrMapOvr>
    <a:masterClrMapping/>
  </p:clrMapOvr>
  <p:transition spd="slow">
    <p:wip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E5B45-8D88-ED12-F886-5CB527D7B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1" y="286603"/>
            <a:ext cx="11481847" cy="1450757"/>
          </a:xfrm>
        </p:spPr>
        <p:txBody>
          <a:bodyPr/>
          <a:lstStyle/>
          <a:p>
            <a:r>
              <a:rPr lang="en-US"/>
              <a:t>Code Tracing(10 Slides)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738BBB-0AA8-3DCA-D70D-202ADE3D7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6895" y="6459785"/>
            <a:ext cx="6966408" cy="365125"/>
          </a:xfrm>
        </p:spPr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graphicFrame>
        <p:nvGraphicFramePr>
          <p:cNvPr id="8" name="Object 5">
            <a:extLst>
              <a:ext uri="{FF2B5EF4-FFF2-40B4-BE49-F238E27FC236}">
                <a16:creationId xmlns:a16="http://schemas.microsoft.com/office/drawing/2014/main" id="{3AF1A481-4EE6-904D-6F34-D398907512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3695" y="3306619"/>
          <a:ext cx="12127245" cy="29033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4236428" imgH="1015113" progId="Word.Document.12">
                  <p:embed/>
                </p:oleObj>
              </mc:Choice>
              <mc:Fallback>
                <p:oleObj name="Document" r:id="rId2" imgW="4236428" imgH="1015113" progId="Word.Document.12">
                  <p:embed/>
                  <p:pic>
                    <p:nvPicPr>
                      <p:cNvPr id="8" name="Object 5">
                        <a:extLst>
                          <a:ext uri="{FF2B5EF4-FFF2-40B4-BE49-F238E27FC236}">
                            <a16:creationId xmlns:a16="http://schemas.microsoft.com/office/drawing/2014/main" id="{3AF1A481-4EE6-904D-6F34-D3989075124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695" y="3306619"/>
                        <a:ext cx="12127245" cy="29033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6">
            <a:extLst>
              <a:ext uri="{FF2B5EF4-FFF2-40B4-BE49-F238E27FC236}">
                <a16:creationId xmlns:a16="http://schemas.microsoft.com/office/drawing/2014/main" id="{58B46E32-3DB8-966D-4381-C99704B71E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0099" y="3897773"/>
            <a:ext cx="1701093" cy="242906"/>
          </a:xfrm>
          <a:prstGeom prst="rect">
            <a:avLst/>
          </a:prstGeom>
          <a:solidFill>
            <a:srgbClr val="CDD4E8">
              <a:alpha val="45097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10" name="AutoShape 7">
            <a:extLst>
              <a:ext uri="{FF2B5EF4-FFF2-40B4-BE49-F238E27FC236}">
                <a16:creationId xmlns:a16="http://schemas.microsoft.com/office/drawing/2014/main" id="{5DFCE6EE-0594-2E3E-D016-63068E681C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4651" y="2523280"/>
            <a:ext cx="3533775" cy="384175"/>
          </a:xfrm>
          <a:prstGeom prst="wedgeRoundRectCallout">
            <a:avLst>
              <a:gd name="adj1" fmla="val 6738"/>
              <a:gd name="adj2" fmla="val 308543"/>
              <a:gd name="adj3" fmla="val 16667"/>
            </a:avLst>
          </a:prstGeom>
          <a:solidFill>
            <a:schemeClr val="accent1">
              <a:alpha val="28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+mj-lt"/>
              </a:rPr>
              <a:t>declare variable result</a:t>
            </a:r>
          </a:p>
        </p:txBody>
      </p:sp>
      <p:sp>
        <p:nvSpPr>
          <p:cNvPr id="3" name="Line 8">
            <a:extLst>
              <a:ext uri="{FF2B5EF4-FFF2-40B4-BE49-F238E27FC236}">
                <a16:creationId xmlns:a16="http://schemas.microsoft.com/office/drawing/2014/main" id="{9A614A65-E7E5-449F-32FD-DBC75B27E8B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03657" y="3856007"/>
            <a:ext cx="5393330" cy="625361"/>
          </a:xfrm>
          <a:prstGeom prst="line">
            <a:avLst/>
          </a:prstGeom>
          <a:noFill/>
          <a:ln w="79375">
            <a:solidFill>
              <a:srgbClr val="FF0000">
                <a:alpha val="28000"/>
              </a:srgbClr>
            </a:solidFill>
            <a:round/>
            <a:headEnd type="none" w="sm" len="sm"/>
            <a:tailEnd type="stealth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706740"/>
      </p:ext>
    </p:extLst>
  </p:cSld>
  <p:clrMapOvr>
    <a:masterClrMapping/>
  </p:clrMapOvr>
  <p:transition spd="slow">
    <p:wip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E5B45-8D88-ED12-F886-5CB527D7B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1" y="286603"/>
            <a:ext cx="11481847" cy="1450757"/>
          </a:xfrm>
        </p:spPr>
        <p:txBody>
          <a:bodyPr/>
          <a:lstStyle/>
          <a:p>
            <a:r>
              <a:rPr lang="en-US"/>
              <a:t>Code Tracing(10 Slides)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738BBB-0AA8-3DCA-D70D-202ADE3D7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6895" y="6459785"/>
            <a:ext cx="6966408" cy="365125"/>
          </a:xfrm>
        </p:spPr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graphicFrame>
        <p:nvGraphicFramePr>
          <p:cNvPr id="8" name="Object 5">
            <a:extLst>
              <a:ext uri="{FF2B5EF4-FFF2-40B4-BE49-F238E27FC236}">
                <a16:creationId xmlns:a16="http://schemas.microsoft.com/office/drawing/2014/main" id="{3AF1A481-4EE6-904D-6F34-D398907512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3695" y="3306619"/>
          <a:ext cx="12127245" cy="29033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4236428" imgH="1015113" progId="Word.Document.12">
                  <p:embed/>
                </p:oleObj>
              </mc:Choice>
              <mc:Fallback>
                <p:oleObj name="Document" r:id="rId2" imgW="4236428" imgH="1015113" progId="Word.Document.12">
                  <p:embed/>
                  <p:pic>
                    <p:nvPicPr>
                      <p:cNvPr id="8" name="Object 5">
                        <a:extLst>
                          <a:ext uri="{FF2B5EF4-FFF2-40B4-BE49-F238E27FC236}">
                            <a16:creationId xmlns:a16="http://schemas.microsoft.com/office/drawing/2014/main" id="{3AF1A481-4EE6-904D-6F34-D3989075124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695" y="3306619"/>
                        <a:ext cx="12127245" cy="29033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6">
            <a:extLst>
              <a:ext uri="{FF2B5EF4-FFF2-40B4-BE49-F238E27FC236}">
                <a16:creationId xmlns:a16="http://schemas.microsoft.com/office/drawing/2014/main" id="{58B46E32-3DB8-966D-4381-C99704B71E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7375" y="4369968"/>
            <a:ext cx="2104534" cy="253789"/>
          </a:xfrm>
          <a:prstGeom prst="rect">
            <a:avLst/>
          </a:prstGeom>
          <a:solidFill>
            <a:srgbClr val="CDD4E8">
              <a:alpha val="45097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10" name="AutoShape 7">
            <a:extLst>
              <a:ext uri="{FF2B5EF4-FFF2-40B4-BE49-F238E27FC236}">
                <a16:creationId xmlns:a16="http://schemas.microsoft.com/office/drawing/2014/main" id="{5DFCE6EE-0594-2E3E-D016-63068E681C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63211" y="2279825"/>
            <a:ext cx="3533775" cy="635903"/>
          </a:xfrm>
          <a:prstGeom prst="wedgeRoundRectCallout">
            <a:avLst>
              <a:gd name="adj1" fmla="val 31621"/>
              <a:gd name="adj2" fmla="val 278151"/>
              <a:gd name="adj3" fmla="val 16667"/>
            </a:avLst>
          </a:prstGeom>
          <a:solidFill>
            <a:schemeClr val="accent1">
              <a:alpha val="28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+mj-lt"/>
              </a:rPr>
              <a:t>(num1 &gt; num2) is true since num1 is 5 and num2 is 2</a:t>
            </a:r>
          </a:p>
        </p:txBody>
      </p:sp>
      <p:sp>
        <p:nvSpPr>
          <p:cNvPr id="3" name="Line 8">
            <a:extLst>
              <a:ext uri="{FF2B5EF4-FFF2-40B4-BE49-F238E27FC236}">
                <a16:creationId xmlns:a16="http://schemas.microsoft.com/office/drawing/2014/main" id="{E4700AFE-97C8-A234-6B7D-22DAC246364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03657" y="3856007"/>
            <a:ext cx="5393330" cy="625361"/>
          </a:xfrm>
          <a:prstGeom prst="line">
            <a:avLst/>
          </a:prstGeom>
          <a:noFill/>
          <a:ln w="79375">
            <a:solidFill>
              <a:srgbClr val="FF0000">
                <a:alpha val="28000"/>
              </a:srgbClr>
            </a:solidFill>
            <a:round/>
            <a:headEnd type="none" w="sm" len="sm"/>
            <a:tailEnd type="stealth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892683"/>
      </p:ext>
    </p:extLst>
  </p:cSld>
  <p:clrMapOvr>
    <a:masterClrMapping/>
  </p:clrMapOvr>
  <p:transition spd="slow">
    <p:wip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E5B45-8D88-ED12-F886-5CB527D7B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1" y="286603"/>
            <a:ext cx="11481847" cy="1450757"/>
          </a:xfrm>
        </p:spPr>
        <p:txBody>
          <a:bodyPr/>
          <a:lstStyle/>
          <a:p>
            <a:r>
              <a:rPr lang="en-US"/>
              <a:t>Code Tracing(10 Slides)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738BBB-0AA8-3DCA-D70D-202ADE3D7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6895" y="6459785"/>
            <a:ext cx="6966408" cy="365125"/>
          </a:xfrm>
        </p:spPr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graphicFrame>
        <p:nvGraphicFramePr>
          <p:cNvPr id="8" name="Object 5">
            <a:extLst>
              <a:ext uri="{FF2B5EF4-FFF2-40B4-BE49-F238E27FC236}">
                <a16:creationId xmlns:a16="http://schemas.microsoft.com/office/drawing/2014/main" id="{3AF1A481-4EE6-904D-6F34-D398907512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3695" y="3306619"/>
          <a:ext cx="12127245" cy="29033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4236428" imgH="1015113" progId="Word.Document.12">
                  <p:embed/>
                </p:oleObj>
              </mc:Choice>
              <mc:Fallback>
                <p:oleObj name="Document" r:id="rId2" imgW="4236428" imgH="1015113" progId="Word.Document.12">
                  <p:embed/>
                  <p:pic>
                    <p:nvPicPr>
                      <p:cNvPr id="8" name="Object 5">
                        <a:extLst>
                          <a:ext uri="{FF2B5EF4-FFF2-40B4-BE49-F238E27FC236}">
                            <a16:creationId xmlns:a16="http://schemas.microsoft.com/office/drawing/2014/main" id="{3AF1A481-4EE6-904D-6F34-D3989075124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695" y="3306619"/>
                        <a:ext cx="12127245" cy="29033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6">
            <a:extLst>
              <a:ext uri="{FF2B5EF4-FFF2-40B4-BE49-F238E27FC236}">
                <a16:creationId xmlns:a16="http://schemas.microsoft.com/office/drawing/2014/main" id="{58B46E32-3DB8-966D-4381-C99704B71E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0892" y="4631420"/>
            <a:ext cx="2104534" cy="253789"/>
          </a:xfrm>
          <a:prstGeom prst="rect">
            <a:avLst/>
          </a:prstGeom>
          <a:solidFill>
            <a:srgbClr val="CDD4E8">
              <a:alpha val="45097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10" name="AutoShape 7">
            <a:extLst>
              <a:ext uri="{FF2B5EF4-FFF2-40B4-BE49-F238E27FC236}">
                <a16:creationId xmlns:a16="http://schemas.microsoft.com/office/drawing/2014/main" id="{5DFCE6EE-0594-2E3E-D016-63068E681C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63211" y="2590375"/>
            <a:ext cx="3533775" cy="428869"/>
          </a:xfrm>
          <a:prstGeom prst="wedgeRoundRectCallout">
            <a:avLst>
              <a:gd name="adj1" fmla="val 37236"/>
              <a:gd name="adj2" fmla="val 422741"/>
              <a:gd name="adj3" fmla="val 16667"/>
            </a:avLst>
          </a:prstGeom>
          <a:solidFill>
            <a:schemeClr val="accent1">
              <a:alpha val="28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+mj-lt"/>
              </a:rPr>
              <a:t>Result is now 5</a:t>
            </a:r>
          </a:p>
        </p:txBody>
      </p:sp>
      <p:sp>
        <p:nvSpPr>
          <p:cNvPr id="3" name="Line 8">
            <a:extLst>
              <a:ext uri="{FF2B5EF4-FFF2-40B4-BE49-F238E27FC236}">
                <a16:creationId xmlns:a16="http://schemas.microsoft.com/office/drawing/2014/main" id="{E4700AFE-97C8-A234-6B7D-22DAC246364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03657" y="3872259"/>
            <a:ext cx="5393330" cy="609110"/>
          </a:xfrm>
          <a:prstGeom prst="line">
            <a:avLst/>
          </a:prstGeom>
          <a:noFill/>
          <a:ln w="79375">
            <a:solidFill>
              <a:srgbClr val="FF0000">
                <a:alpha val="28000"/>
              </a:srgbClr>
            </a:solidFill>
            <a:round/>
            <a:headEnd type="none" w="sm" len="sm"/>
            <a:tailEnd type="stealth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511593"/>
      </p:ext>
    </p:extLst>
  </p:cSld>
  <p:clrMapOvr>
    <a:masterClrMapping/>
  </p:clrMapOvr>
  <p:transition spd="slow">
    <p:wip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E5B45-8D88-ED12-F886-5CB527D7B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1" y="286603"/>
            <a:ext cx="11481847" cy="1450757"/>
          </a:xfrm>
        </p:spPr>
        <p:txBody>
          <a:bodyPr/>
          <a:lstStyle/>
          <a:p>
            <a:r>
              <a:rPr lang="en-US"/>
              <a:t>Code Tracing(10 Slides)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738BBB-0AA8-3DCA-D70D-202ADE3D7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6895" y="6459785"/>
            <a:ext cx="6966408" cy="365125"/>
          </a:xfrm>
        </p:spPr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graphicFrame>
        <p:nvGraphicFramePr>
          <p:cNvPr id="8" name="Object 5">
            <a:extLst>
              <a:ext uri="{FF2B5EF4-FFF2-40B4-BE49-F238E27FC236}">
                <a16:creationId xmlns:a16="http://schemas.microsoft.com/office/drawing/2014/main" id="{3AF1A481-4EE6-904D-6F34-D398907512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0878007"/>
              </p:ext>
            </p:extLst>
          </p:nvPr>
        </p:nvGraphicFramePr>
        <p:xfrm>
          <a:off x="193695" y="3306619"/>
          <a:ext cx="12127245" cy="29033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4236428" imgH="1016195" progId="Word.Document.12">
                  <p:embed/>
                </p:oleObj>
              </mc:Choice>
              <mc:Fallback>
                <p:oleObj name="Document" r:id="rId2" imgW="4236428" imgH="1016195" progId="Word.Document.12">
                  <p:embed/>
                  <p:pic>
                    <p:nvPicPr>
                      <p:cNvPr id="8" name="Object 5">
                        <a:extLst>
                          <a:ext uri="{FF2B5EF4-FFF2-40B4-BE49-F238E27FC236}">
                            <a16:creationId xmlns:a16="http://schemas.microsoft.com/office/drawing/2014/main" id="{3AF1A481-4EE6-904D-6F34-D3989075124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695" y="3306619"/>
                        <a:ext cx="12127245" cy="29033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6">
            <a:extLst>
              <a:ext uri="{FF2B5EF4-FFF2-40B4-BE49-F238E27FC236}">
                <a16:creationId xmlns:a16="http://schemas.microsoft.com/office/drawing/2014/main" id="{58B46E32-3DB8-966D-4381-C99704B71E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378" y="4358860"/>
            <a:ext cx="2368350" cy="299403"/>
          </a:xfrm>
          <a:prstGeom prst="rect">
            <a:avLst/>
          </a:prstGeom>
          <a:solidFill>
            <a:srgbClr val="CDD4E8">
              <a:alpha val="45097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10" name="AutoShape 7">
            <a:extLst>
              <a:ext uri="{FF2B5EF4-FFF2-40B4-BE49-F238E27FC236}">
                <a16:creationId xmlns:a16="http://schemas.microsoft.com/office/drawing/2014/main" id="{5DFCE6EE-0594-2E3E-D016-63068E681C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4708" y="2106293"/>
            <a:ext cx="3533775" cy="619654"/>
          </a:xfrm>
          <a:prstGeom prst="wedgeRoundRectCallout">
            <a:avLst>
              <a:gd name="adj1" fmla="val -11816"/>
              <a:gd name="adj2" fmla="val 312906"/>
              <a:gd name="adj3" fmla="val 16667"/>
            </a:avLst>
          </a:prstGeom>
          <a:solidFill>
            <a:schemeClr val="accent1">
              <a:alpha val="28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+mj-lt"/>
              </a:rPr>
              <a:t>return max(</a:t>
            </a:r>
            <a:r>
              <a:rPr lang="en-US" altLang="en-US" sz="1800" err="1">
                <a:latin typeface="+mj-lt"/>
              </a:rPr>
              <a:t>i</a:t>
            </a:r>
            <a:r>
              <a:rPr lang="en-US" altLang="en-US" sz="1800">
                <a:latin typeface="+mj-lt"/>
              </a:rPr>
              <a:t>, j) and assign the return value to k</a:t>
            </a:r>
          </a:p>
        </p:txBody>
      </p:sp>
      <p:sp>
        <p:nvSpPr>
          <p:cNvPr id="3" name="Line 8">
            <a:extLst>
              <a:ext uri="{FF2B5EF4-FFF2-40B4-BE49-F238E27FC236}">
                <a16:creationId xmlns:a16="http://schemas.microsoft.com/office/drawing/2014/main" id="{A3DFAC56-2FB6-E0B2-0C08-C9734D7BD0C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915728" y="4571999"/>
            <a:ext cx="3506058" cy="1147311"/>
          </a:xfrm>
          <a:prstGeom prst="line">
            <a:avLst/>
          </a:prstGeom>
          <a:noFill/>
          <a:ln w="79375">
            <a:solidFill>
              <a:srgbClr val="FF0000">
                <a:alpha val="28000"/>
              </a:srgbClr>
            </a:solidFill>
            <a:round/>
            <a:headEnd type="none" w="sm" len="sm"/>
            <a:tailEnd type="stealth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997959"/>
      </p:ext>
    </p:extLst>
  </p:cSld>
  <p:clrMapOvr>
    <a:masterClrMapping/>
  </p:clrMapOvr>
  <p:transition spd="slow">
    <p:wip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E5B45-8D88-ED12-F886-5CB527D7B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1" y="286603"/>
            <a:ext cx="11481847" cy="1450757"/>
          </a:xfrm>
        </p:spPr>
        <p:txBody>
          <a:bodyPr/>
          <a:lstStyle/>
          <a:p>
            <a:r>
              <a:rPr lang="en-US"/>
              <a:t>Code Tracing(10 Slides)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738BBB-0AA8-3DCA-D70D-202ADE3D7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6895" y="6459785"/>
            <a:ext cx="6966408" cy="365125"/>
          </a:xfrm>
        </p:spPr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graphicFrame>
        <p:nvGraphicFramePr>
          <p:cNvPr id="8" name="Object 5">
            <a:extLst>
              <a:ext uri="{FF2B5EF4-FFF2-40B4-BE49-F238E27FC236}">
                <a16:creationId xmlns:a16="http://schemas.microsoft.com/office/drawing/2014/main" id="{3AF1A481-4EE6-904D-6F34-D398907512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3695" y="3306619"/>
          <a:ext cx="12127245" cy="29033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4236428" imgH="1015113" progId="Word.Document.12">
                  <p:embed/>
                </p:oleObj>
              </mc:Choice>
              <mc:Fallback>
                <p:oleObj name="Document" r:id="rId2" imgW="4236428" imgH="1015113" progId="Word.Document.12">
                  <p:embed/>
                  <p:pic>
                    <p:nvPicPr>
                      <p:cNvPr id="8" name="Object 5">
                        <a:extLst>
                          <a:ext uri="{FF2B5EF4-FFF2-40B4-BE49-F238E27FC236}">
                            <a16:creationId xmlns:a16="http://schemas.microsoft.com/office/drawing/2014/main" id="{3AF1A481-4EE6-904D-6F34-D3989075124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695" y="3306619"/>
                        <a:ext cx="12127245" cy="29033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AutoShape 7">
            <a:extLst>
              <a:ext uri="{FF2B5EF4-FFF2-40B4-BE49-F238E27FC236}">
                <a16:creationId xmlns:a16="http://schemas.microsoft.com/office/drawing/2014/main" id="{5DFCE6EE-0594-2E3E-D016-63068E681C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3323" y="2669929"/>
            <a:ext cx="3533775" cy="384175"/>
          </a:xfrm>
          <a:prstGeom prst="wedgeRoundRectCallout">
            <a:avLst>
              <a:gd name="adj1" fmla="val -37434"/>
              <a:gd name="adj2" fmla="val 508863"/>
              <a:gd name="adj3" fmla="val 16667"/>
            </a:avLst>
          </a:prstGeom>
          <a:solidFill>
            <a:schemeClr val="accent1">
              <a:alpha val="28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+mj-lt"/>
              </a:rPr>
              <a:t>Execute the print statement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B6697047-42C2-5A22-EC29-A3E0DF386A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699" y="4852844"/>
            <a:ext cx="3852574" cy="892174"/>
          </a:xfrm>
          <a:prstGeom prst="rect">
            <a:avLst/>
          </a:prstGeom>
          <a:solidFill>
            <a:srgbClr val="CDD4E8">
              <a:alpha val="45097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</p:spTree>
    <p:extLst>
      <p:ext uri="{BB962C8B-B14F-4D97-AF65-F5344CB8AC3E}">
        <p14:creationId xmlns:p14="http://schemas.microsoft.com/office/powerpoint/2010/main" val="1207593916"/>
      </p:ext>
    </p:extLst>
  </p:cSld>
  <p:clrMapOvr>
    <a:masterClrMapping/>
  </p:clrMapOvr>
  <p:transition spd="slow">
    <p:wip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E5B45-8D88-ED12-F886-5CB527D7B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1" y="286603"/>
            <a:ext cx="11481847" cy="1450757"/>
          </a:xfrm>
        </p:spPr>
        <p:txBody>
          <a:bodyPr/>
          <a:lstStyle/>
          <a:p>
            <a:r>
              <a:rPr lang="en-US" altLang="en-US"/>
              <a:t>CAUTION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E1710-1895-E34B-968E-9A6498584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791" y="1845734"/>
            <a:ext cx="11481847" cy="4023360"/>
          </a:xfrm>
        </p:spPr>
        <p:txBody>
          <a:bodyPr/>
          <a:lstStyle/>
          <a:p>
            <a:r>
              <a:rPr lang="en-US" altLang="en-US"/>
              <a:t>A return statement is required for a value-returning method. The method shown below in (a) is logically correct, but it has a compilation error because the Java compiler thinks it possible that this method does not return any value.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738BBB-0AA8-3DCA-D70D-202ADE3D7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6895" y="6459785"/>
            <a:ext cx="6966408" cy="365125"/>
          </a:xfrm>
        </p:spPr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graphicFrame>
        <p:nvGraphicFramePr>
          <p:cNvPr id="5" name="Object 6">
            <a:extLst>
              <a:ext uri="{FF2B5EF4-FFF2-40B4-BE49-F238E27FC236}">
                <a16:creationId xmlns:a16="http://schemas.microsoft.com/office/drawing/2014/main" id="{56FA7D82-2738-5931-0308-2568B440F55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9099851"/>
              </p:ext>
            </p:extLst>
          </p:nvPr>
        </p:nvGraphicFramePr>
        <p:xfrm>
          <a:off x="841265" y="2977861"/>
          <a:ext cx="10496898" cy="27065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4622800" imgH="1193800" progId="Word.Picture.8">
                  <p:embed/>
                </p:oleObj>
              </mc:Choice>
              <mc:Fallback>
                <p:oleObj name="Picture" r:id="rId2" imgW="4622800" imgH="1193800" progId="Word.Picture.8">
                  <p:embed/>
                  <p:pic>
                    <p:nvPicPr>
                      <p:cNvPr id="47111" name="Object 6">
                        <a:extLst>
                          <a:ext uri="{FF2B5EF4-FFF2-40B4-BE49-F238E27FC236}">
                            <a16:creationId xmlns:a16="http://schemas.microsoft.com/office/drawing/2014/main" id="{AD7FF33A-614D-BDD3-4298-F7B563FE875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1265" y="2977861"/>
                        <a:ext cx="10496898" cy="27065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99791274"/>
      </p:ext>
    </p:extLst>
  </p:cSld>
  <p:clrMapOvr>
    <a:masterClrMapping/>
  </p:clrMapOvr>
  <p:transition spd="slow">
    <p:wip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E5B45-8D88-ED12-F886-5CB527D7B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1" y="286603"/>
            <a:ext cx="11481847" cy="1450757"/>
          </a:xfrm>
        </p:spPr>
        <p:txBody>
          <a:bodyPr/>
          <a:lstStyle/>
          <a:p>
            <a:r>
              <a:rPr lang="en-US" altLang="en-US"/>
              <a:t>Value-returning Methods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E1710-1895-E34B-968E-9A6498584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791" y="1845734"/>
            <a:ext cx="11481847" cy="4023360"/>
          </a:xfrm>
        </p:spPr>
        <p:txBody>
          <a:bodyPr/>
          <a:lstStyle/>
          <a:p>
            <a:r>
              <a:rPr lang="en-US" altLang="en-US"/>
              <a:t>A value-returning method is one that simply performs a task and then sends a value back to the code that called it.</a:t>
            </a:r>
          </a:p>
          <a:p>
            <a:r>
              <a:rPr lang="en-US" altLang="en-US"/>
              <a:t>Used in expressions.</a:t>
            </a:r>
          </a:p>
          <a:p>
            <a:r>
              <a:rPr lang="en-US" altLang="en-US"/>
              <a:t>Can save value for later calculation or print value.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738BBB-0AA8-3DCA-D70D-202ADE3D7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6895" y="6459785"/>
            <a:ext cx="6966408" cy="365125"/>
          </a:xfrm>
        </p:spPr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C69C32A-A7FA-64F8-2C83-BAC13826F2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5096" y="3857414"/>
            <a:ext cx="7629236" cy="2381900"/>
          </a:xfrm>
          <a:prstGeom prst="rect">
            <a:avLst/>
          </a:prstGeom>
          <a:noFill/>
          <a:ln w="3175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40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200">
                <a:solidFill>
                  <a:schemeClr val="tx2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000">
                <a:solidFill>
                  <a:schemeClr val="tx2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>
                <a:solidFill>
                  <a:schemeClr val="tx2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9pPr>
          </a:lstStyle>
          <a:p>
            <a:pPr>
              <a:lnSpc>
                <a:spcPct val="80000"/>
              </a:lnSpc>
              <a:buClr>
                <a:srgbClr val="666699"/>
              </a:buClr>
              <a:buSzTx/>
              <a:buFont typeface="Wingdings" panose="05000000000000000000" pitchFamily="2" charset="2"/>
              <a:buNone/>
              <a:defRPr/>
            </a:pPr>
            <a:r>
              <a:rPr lang="en-US" altLang="ar-SA" sz="2200" b="1">
                <a:solidFill>
                  <a:schemeClr val="tx1"/>
                </a:solidFill>
                <a:latin typeface="Courier New" panose="02070309020205020404" pitchFamily="49" charset="0"/>
              </a:rPr>
              <a:t>public static double min(double x, double y)</a:t>
            </a:r>
          </a:p>
          <a:p>
            <a:pPr>
              <a:lnSpc>
                <a:spcPct val="80000"/>
              </a:lnSpc>
              <a:buClr>
                <a:srgbClr val="666699"/>
              </a:buClr>
              <a:buSzTx/>
              <a:buFont typeface="Wingdings" panose="05000000000000000000" pitchFamily="2" charset="2"/>
              <a:buNone/>
              <a:defRPr/>
            </a:pPr>
            <a:r>
              <a:rPr lang="en-US" altLang="ar-SA" sz="2200" b="1">
                <a:solidFill>
                  <a:schemeClr val="tx1"/>
                </a:solidFill>
                <a:latin typeface="Courier New" panose="02070309020205020404" pitchFamily="49" charset="0"/>
              </a:rPr>
              <a:t>	{   if (x &lt;= y)</a:t>
            </a:r>
          </a:p>
          <a:p>
            <a:pPr>
              <a:lnSpc>
                <a:spcPct val="80000"/>
              </a:lnSpc>
              <a:buClr>
                <a:srgbClr val="666699"/>
              </a:buClr>
              <a:buSzTx/>
              <a:buFont typeface="Wingdings" panose="05000000000000000000" pitchFamily="2" charset="2"/>
              <a:buNone/>
              <a:defRPr/>
            </a:pPr>
            <a:r>
              <a:rPr lang="en-US" altLang="ar-SA" sz="2200" b="1">
                <a:solidFill>
                  <a:schemeClr val="tx1"/>
                </a:solidFill>
                <a:latin typeface="Courier New" panose="02070309020205020404" pitchFamily="49" charset="0"/>
              </a:rPr>
              <a:t>         return x;</a:t>
            </a:r>
          </a:p>
          <a:p>
            <a:pPr>
              <a:lnSpc>
                <a:spcPct val="80000"/>
              </a:lnSpc>
              <a:buClr>
                <a:srgbClr val="666699"/>
              </a:buClr>
              <a:buSzTx/>
              <a:buFont typeface="Wingdings" panose="05000000000000000000" pitchFamily="2" charset="2"/>
              <a:buNone/>
              <a:defRPr/>
            </a:pPr>
            <a:r>
              <a:rPr lang="en-US" altLang="ar-SA" sz="2200" b="1">
                <a:solidFill>
                  <a:schemeClr val="tx1"/>
                </a:solidFill>
                <a:latin typeface="Courier New" panose="02070309020205020404" pitchFamily="49" charset="0"/>
              </a:rPr>
              <a:t>    </a:t>
            </a:r>
          </a:p>
          <a:p>
            <a:pPr>
              <a:lnSpc>
                <a:spcPct val="80000"/>
              </a:lnSpc>
              <a:buClr>
                <a:srgbClr val="666699"/>
              </a:buClr>
              <a:buSzTx/>
              <a:buFont typeface="Wingdings" panose="05000000000000000000" pitchFamily="2" charset="2"/>
              <a:buNone/>
              <a:defRPr/>
            </a:pPr>
            <a:r>
              <a:rPr lang="en-US" altLang="ar-SA" sz="2200" b="1">
                <a:solidFill>
                  <a:schemeClr val="tx1"/>
                </a:solidFill>
                <a:latin typeface="Courier New" panose="02070309020205020404" pitchFamily="49" charset="0"/>
              </a:rPr>
              <a:t>    	 return y;    }</a:t>
            </a:r>
          </a:p>
        </p:txBody>
      </p:sp>
    </p:spTree>
    <p:extLst>
      <p:ext uri="{BB962C8B-B14F-4D97-AF65-F5344CB8AC3E}">
        <p14:creationId xmlns:p14="http://schemas.microsoft.com/office/powerpoint/2010/main" val="1077123618"/>
      </p:ext>
    </p:extLst>
  </p:cSld>
  <p:clrMapOvr>
    <a:masterClrMapping/>
  </p:clrMapOvr>
  <p:transition spd="slow">
    <p:wip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E5B45-8D88-ED12-F886-5CB527D7B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1" y="286603"/>
            <a:ext cx="11481847" cy="1450757"/>
          </a:xfrm>
        </p:spPr>
        <p:txBody>
          <a:bodyPr/>
          <a:lstStyle/>
          <a:p>
            <a:r>
              <a:rPr lang="en-US" altLang="en-US"/>
              <a:t>void Methods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E1710-1895-E34B-968E-9A6498584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791" y="1845734"/>
            <a:ext cx="11481847" cy="4023360"/>
          </a:xfrm>
        </p:spPr>
        <p:txBody>
          <a:bodyPr/>
          <a:lstStyle/>
          <a:p>
            <a:r>
              <a:rPr lang="en-US" altLang="en-US"/>
              <a:t>A </a:t>
            </a:r>
            <a:r>
              <a:rPr lang="en-US" altLang="en-US" b="1"/>
              <a:t>void</a:t>
            </a:r>
            <a:r>
              <a:rPr lang="en-US" altLang="en-US"/>
              <a:t> method is one that simply performs a task and then terminates.</a:t>
            </a:r>
          </a:p>
          <a:p>
            <a:r>
              <a:rPr lang="en-US" altLang="en-US"/>
              <a:t>Similar in structure to value-returning methods.</a:t>
            </a:r>
          </a:p>
          <a:p>
            <a:r>
              <a:rPr lang="en-US" altLang="en-US"/>
              <a:t>Call to method is always stand-alone statement.</a:t>
            </a:r>
          </a:p>
          <a:p>
            <a:r>
              <a:rPr lang="en-US" altLang="en-US"/>
              <a:t>Can use </a:t>
            </a:r>
            <a:r>
              <a:rPr lang="en-US" altLang="en-US" b="1"/>
              <a:t>return</a:t>
            </a:r>
            <a:r>
              <a:rPr lang="en-US" altLang="en-US"/>
              <a:t> statement to exit method early.</a:t>
            </a:r>
          </a:p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738BBB-0AA8-3DCA-D70D-202ADE3D7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6895" y="6459785"/>
            <a:ext cx="6966408" cy="365125"/>
          </a:xfrm>
        </p:spPr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771E86B3-3F25-BED3-B5E5-E5BA29FE6D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0657" y="4172480"/>
            <a:ext cx="7758113" cy="1804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ar-SA" sz="2000" b="1">
                <a:latin typeface="Courier New" panose="02070309020205020404" pitchFamily="49" charset="0"/>
              </a:rPr>
              <a:t>public static void </a:t>
            </a:r>
            <a:r>
              <a:rPr lang="en-US" altLang="ar-SA" sz="2000" b="1" err="1">
                <a:latin typeface="Courier New" panose="02070309020205020404" pitchFamily="49" charset="0"/>
              </a:rPr>
              <a:t>displayValue</a:t>
            </a:r>
            <a:r>
              <a:rPr lang="en-US" altLang="ar-SA" sz="2000" b="1">
                <a:latin typeface="Courier New" panose="02070309020205020404" pitchFamily="49" charset="0"/>
              </a:rPr>
              <a:t>(int num)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ar-SA" sz="2000" b="1">
                <a:latin typeface="Courier New" panose="02070309020205020404" pitchFamily="49" charset="0"/>
              </a:rPr>
              <a:t>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ar-SA" sz="2000" b="1">
                <a:latin typeface="Courier New" panose="02070309020205020404" pitchFamily="49" charset="0"/>
              </a:rPr>
              <a:t>	</a:t>
            </a:r>
            <a:r>
              <a:rPr lang="en-US" altLang="ar-SA" sz="2000" b="1" err="1">
                <a:latin typeface="Courier New" panose="02070309020205020404" pitchFamily="49" charset="0"/>
              </a:rPr>
              <a:t>System.out.println</a:t>
            </a:r>
            <a:r>
              <a:rPr lang="en-US" altLang="ar-SA" sz="2000" b="1">
                <a:latin typeface="Courier New" panose="02070309020205020404" pitchFamily="49" charset="0"/>
              </a:rPr>
              <a:t>("The value is " + num);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ar-SA" sz="2000" b="1"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17962480"/>
      </p:ext>
    </p:extLst>
  </p:cSld>
  <p:clrMapOvr>
    <a:masterClrMapping/>
  </p:clrMapOvr>
  <p:transition spd="slow">
    <p:wip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E5B45-8D88-ED12-F886-5CB527D7B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1" y="286603"/>
            <a:ext cx="11481847" cy="1450757"/>
          </a:xfrm>
        </p:spPr>
        <p:txBody>
          <a:bodyPr/>
          <a:lstStyle/>
          <a:p>
            <a:r>
              <a:rPr lang="en-US" altLang="en-US"/>
              <a:t>Passing Arguments by value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E1710-1895-E34B-968E-9A6498584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791" y="1845734"/>
            <a:ext cx="11481847" cy="4023360"/>
          </a:xfrm>
        </p:spPr>
        <p:txBody>
          <a:bodyPr/>
          <a:lstStyle/>
          <a:p>
            <a:r>
              <a:rPr lang="en-US" altLang="en-US"/>
              <a:t>In Java, all arguments of the </a:t>
            </a:r>
            <a:r>
              <a:rPr lang="en-US" altLang="en-US" b="1"/>
              <a:t>primitive data types</a:t>
            </a:r>
            <a:r>
              <a:rPr lang="en-US" altLang="en-US"/>
              <a:t> are </a:t>
            </a:r>
            <a:r>
              <a:rPr lang="en-US" altLang="en-US" b="1" i="1" u="sng"/>
              <a:t>passed by value</a:t>
            </a:r>
            <a:r>
              <a:rPr lang="en-US" altLang="en-US"/>
              <a:t>, which means that only a copy of an argument’s value is passed into a parameter variable.</a:t>
            </a:r>
          </a:p>
          <a:p>
            <a:r>
              <a:rPr lang="en-US" altLang="en-US"/>
              <a:t>A method’s parameter variables are separate and distinct from the arguments that are listed inside the parentheses of a method call.</a:t>
            </a:r>
          </a:p>
          <a:p>
            <a:r>
              <a:rPr lang="en-US" altLang="en-US"/>
              <a:t>If a parameter variable is changed inside a method, it has no affect on the original argument.</a:t>
            </a:r>
          </a:p>
          <a:p>
            <a:pPr marL="0" indent="0">
              <a:buNone/>
            </a:pPr>
            <a:r>
              <a:rPr lang="en-US" altLang="en-US" b="1"/>
              <a:t>PassByValue.java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738BBB-0AA8-3DCA-D70D-202ADE3D7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6895" y="6459785"/>
            <a:ext cx="6966408" cy="365125"/>
          </a:xfrm>
        </p:spPr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</p:spTree>
    <p:extLst>
      <p:ext uri="{BB962C8B-B14F-4D97-AF65-F5344CB8AC3E}">
        <p14:creationId xmlns:p14="http://schemas.microsoft.com/office/powerpoint/2010/main" val="641044297"/>
      </p:ext>
    </p:extLst>
  </p:cSld>
  <p:clrMapOvr>
    <a:masterClrMapping/>
  </p:clrMapOvr>
  <p:transition spd="slow">
    <p:wip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E5B45-8D88-ED12-F886-5CB527D7B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1" y="286603"/>
            <a:ext cx="11481847" cy="1450757"/>
          </a:xfrm>
        </p:spPr>
        <p:txBody>
          <a:bodyPr/>
          <a:lstStyle/>
          <a:p>
            <a:r>
              <a:rPr lang="en-US" altLang="en-US"/>
              <a:t>Passing Arguments by value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738BBB-0AA8-3DCA-D70D-202ADE3D7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6895" y="6459785"/>
            <a:ext cx="6966408" cy="365125"/>
          </a:xfrm>
        </p:spPr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A758A94-CD99-A00C-8D61-813053F90191}"/>
              </a:ext>
            </a:extLst>
          </p:cNvPr>
          <p:cNvSpPr txBox="1">
            <a:spLocks noGrp="1" noChangeArrowheads="1"/>
          </p:cNvSpPr>
          <p:nvPr>
            <p:ph idx="1"/>
          </p:nvPr>
        </p:nvSpPr>
        <p:spPr>
          <a:xfrm>
            <a:off x="348791" y="2308081"/>
            <a:ext cx="11480800" cy="4022725"/>
          </a:xfrm>
          <a:prstGeom prst="rect">
            <a:avLst/>
          </a:prstGeom>
        </p:spPr>
        <p:txBody>
          <a:bodyPr vert="horz">
            <a:normAutofit lnSpcReduction="10000"/>
          </a:bodyPr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kumimoji="0"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altLang="ar-SA" sz="2000" b="1">
                <a:latin typeface="Courier New" panose="02070309020205020404" pitchFamily="49" charset="0"/>
              </a:rPr>
              <a:t>double n1=5.0, n2=10.0</a:t>
            </a:r>
          </a:p>
          <a:p>
            <a:pPr>
              <a:buFontTx/>
              <a:buNone/>
            </a:pPr>
            <a:r>
              <a:rPr lang="en-US" altLang="ar-SA" sz="2000" b="1" err="1">
                <a:latin typeface="Courier New" panose="02070309020205020404" pitchFamily="49" charset="0"/>
              </a:rPr>
              <a:t>showSum</a:t>
            </a:r>
            <a:r>
              <a:rPr lang="en-US" altLang="ar-SA" sz="2000" b="1">
                <a:latin typeface="Courier New" panose="02070309020205020404" pitchFamily="49" charset="0"/>
              </a:rPr>
              <a:t>(n1, n2);  </a:t>
            </a:r>
          </a:p>
          <a:p>
            <a:pPr>
              <a:buFontTx/>
              <a:buNone/>
            </a:pPr>
            <a:endParaRPr lang="en-US" altLang="ar-SA" sz="2000" b="1">
              <a:latin typeface="Courier New" panose="02070309020205020404" pitchFamily="49" charset="0"/>
            </a:endParaRPr>
          </a:p>
          <a:p>
            <a:pPr>
              <a:buFontTx/>
              <a:buNone/>
            </a:pPr>
            <a:endParaRPr lang="en-US" altLang="ar-SA" sz="2000" b="1">
              <a:latin typeface="Courier New" panose="02070309020205020404" pitchFamily="49" charset="0"/>
            </a:endParaRPr>
          </a:p>
          <a:p>
            <a:pPr>
              <a:buFontTx/>
              <a:buNone/>
            </a:pPr>
            <a:r>
              <a:rPr lang="en-US" altLang="ar-SA" sz="2000" b="1">
                <a:latin typeface="Courier New" panose="02070309020205020404" pitchFamily="49" charset="0"/>
              </a:rPr>
              <a:t>public static void </a:t>
            </a:r>
            <a:r>
              <a:rPr lang="en-US" altLang="ar-SA" sz="2000" b="1" err="1">
                <a:latin typeface="Courier New" panose="02070309020205020404" pitchFamily="49" charset="0"/>
              </a:rPr>
              <a:t>showSum</a:t>
            </a:r>
            <a:r>
              <a:rPr lang="en-US" altLang="ar-SA" sz="2000" b="1">
                <a:latin typeface="Courier New" panose="02070309020205020404" pitchFamily="49" charset="0"/>
              </a:rPr>
              <a:t>(double num1, double num2)</a:t>
            </a:r>
          </a:p>
          <a:p>
            <a:pPr>
              <a:buFontTx/>
              <a:buNone/>
            </a:pPr>
            <a:r>
              <a:rPr lang="en-US" altLang="ar-SA" sz="2000" b="1">
                <a:latin typeface="Courier New" panose="02070309020205020404" pitchFamily="49" charset="0"/>
              </a:rPr>
              <a:t>{</a:t>
            </a:r>
          </a:p>
          <a:p>
            <a:pPr lvl="1">
              <a:buFontTx/>
              <a:buNone/>
            </a:pPr>
            <a:r>
              <a:rPr lang="en-US" altLang="ar-SA" sz="2000" b="1">
                <a:latin typeface="Courier New" panose="02070309020205020404" pitchFamily="49" charset="0"/>
              </a:rPr>
              <a:t>double sum;	//to hold the sum</a:t>
            </a:r>
          </a:p>
          <a:p>
            <a:pPr lvl="1">
              <a:buFontTx/>
              <a:buNone/>
            </a:pPr>
            <a:r>
              <a:rPr lang="en-US" altLang="ar-SA" sz="2000" b="1">
                <a:latin typeface="Courier New" panose="02070309020205020404" pitchFamily="49" charset="0"/>
              </a:rPr>
              <a:t>sum = num1 + num2;</a:t>
            </a:r>
          </a:p>
          <a:p>
            <a:pPr lvl="1">
              <a:buFontTx/>
              <a:buNone/>
            </a:pPr>
            <a:r>
              <a:rPr lang="en-US" altLang="ar-SA" sz="2000" b="1" err="1">
                <a:latin typeface="Courier New" panose="02070309020205020404" pitchFamily="49" charset="0"/>
              </a:rPr>
              <a:t>System.out.println</a:t>
            </a:r>
            <a:r>
              <a:rPr lang="en-US" altLang="ar-SA" sz="2000" b="1">
                <a:latin typeface="Courier New" panose="02070309020205020404" pitchFamily="49" charset="0"/>
              </a:rPr>
              <a:t>("The sum is " + sum);</a:t>
            </a:r>
          </a:p>
          <a:p>
            <a:pPr>
              <a:buFontTx/>
              <a:buNone/>
            </a:pPr>
            <a:r>
              <a:rPr lang="en-US" altLang="ar-SA" sz="2000" b="1">
                <a:latin typeface="Courier New" panose="02070309020205020404" pitchFamily="49" charset="0"/>
              </a:rPr>
              <a:t>} </a:t>
            </a:r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D71380D1-E731-816A-EAEC-6D324B44F1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7848" y="1772816"/>
            <a:ext cx="7181850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ar-SA" sz="2000">
                <a:solidFill>
                  <a:srgbClr val="FF3300"/>
                </a:solidFill>
                <a:latin typeface="+mj-lt"/>
              </a:rPr>
              <a:t>The value 5.0 of argument n1 is copied into the </a:t>
            </a:r>
            <a:r>
              <a:rPr lang="en-US" altLang="ar-SA" sz="2000" b="1">
                <a:solidFill>
                  <a:srgbClr val="FF3300"/>
                </a:solidFill>
                <a:latin typeface="+mj-lt"/>
              </a:rPr>
              <a:t>num1</a:t>
            </a:r>
            <a:r>
              <a:rPr lang="en-US" altLang="ar-SA" sz="2000">
                <a:solidFill>
                  <a:srgbClr val="FF3300"/>
                </a:solidFill>
                <a:latin typeface="+mj-lt"/>
              </a:rPr>
              <a:t> parameter.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ar-SA" sz="2000">
                <a:solidFill>
                  <a:srgbClr val="FF3300"/>
                </a:solidFill>
                <a:latin typeface="+mj-lt"/>
              </a:rPr>
              <a:t>The value 10.0 of argument n2 is copied into the </a:t>
            </a:r>
            <a:r>
              <a:rPr lang="en-US" altLang="ar-SA" sz="2000" b="1">
                <a:solidFill>
                  <a:srgbClr val="FF3300"/>
                </a:solidFill>
                <a:latin typeface="+mj-lt"/>
              </a:rPr>
              <a:t>num2</a:t>
            </a:r>
            <a:r>
              <a:rPr lang="en-US" altLang="ar-SA" sz="2000">
                <a:solidFill>
                  <a:srgbClr val="FF3300"/>
                </a:solidFill>
                <a:latin typeface="+mj-lt"/>
              </a:rPr>
              <a:t> parameter.</a:t>
            </a:r>
          </a:p>
        </p:txBody>
      </p:sp>
      <p:sp>
        <p:nvSpPr>
          <p:cNvPr id="9" name="Text Box 12">
            <a:extLst>
              <a:ext uri="{FF2B5EF4-FFF2-40B4-BE49-F238E27FC236}">
                <a16:creationId xmlns:a16="http://schemas.microsoft.com/office/drawing/2014/main" id="{6E8F83E8-50D3-14B8-790A-C573A4A89E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6062" y="3035054"/>
            <a:ext cx="3962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ar-SA" sz="2400">
                <a:solidFill>
                  <a:srgbClr val="FF3300"/>
                </a:solidFill>
              </a:rPr>
              <a:t>NOTE:  Order matters!</a:t>
            </a:r>
          </a:p>
        </p:txBody>
      </p:sp>
      <p:sp>
        <p:nvSpPr>
          <p:cNvPr id="18" name="Line 6">
            <a:extLst>
              <a:ext uri="{FF2B5EF4-FFF2-40B4-BE49-F238E27FC236}">
                <a16:creationId xmlns:a16="http://schemas.microsoft.com/office/drawing/2014/main" id="{B56F5F0F-03C0-2293-A13D-377981CD189E}"/>
              </a:ext>
            </a:extLst>
          </p:cNvPr>
          <p:cNvSpPr>
            <a:spLocks noChangeShapeType="1"/>
          </p:cNvSpPr>
          <p:nvPr/>
        </p:nvSpPr>
        <p:spPr bwMode="auto">
          <a:xfrm>
            <a:off x="2918687" y="3712584"/>
            <a:ext cx="2807858" cy="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9" name="Line 7">
            <a:extLst>
              <a:ext uri="{FF2B5EF4-FFF2-40B4-BE49-F238E27FC236}">
                <a16:creationId xmlns:a16="http://schemas.microsoft.com/office/drawing/2014/main" id="{795981E5-D1F5-7009-176B-59ADFE7E8F62}"/>
              </a:ext>
            </a:extLst>
          </p:cNvPr>
          <p:cNvSpPr>
            <a:spLocks noChangeShapeType="1"/>
          </p:cNvSpPr>
          <p:nvPr/>
        </p:nvSpPr>
        <p:spPr bwMode="auto">
          <a:xfrm>
            <a:off x="1708736" y="2992580"/>
            <a:ext cx="1209951" cy="728991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0" name="Line 10">
            <a:extLst>
              <a:ext uri="{FF2B5EF4-FFF2-40B4-BE49-F238E27FC236}">
                <a16:creationId xmlns:a16="http://schemas.microsoft.com/office/drawing/2014/main" id="{E82BA392-C19C-ED4F-BDB8-16F37D731CB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26545" y="3721572"/>
            <a:ext cx="0" cy="222355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1" name="Line 6">
            <a:extLst>
              <a:ext uri="{FF2B5EF4-FFF2-40B4-BE49-F238E27FC236}">
                <a16:creationId xmlns:a16="http://schemas.microsoft.com/office/drawing/2014/main" id="{7E245900-23EC-BA5E-37AF-DAE7B30013D9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8204" y="3621233"/>
            <a:ext cx="4114800" cy="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" name="Line 7">
            <a:extLst>
              <a:ext uri="{FF2B5EF4-FFF2-40B4-BE49-F238E27FC236}">
                <a16:creationId xmlns:a16="http://schemas.microsoft.com/office/drawing/2014/main" id="{29FC42F8-2B26-AABC-0842-DD6064D7103C}"/>
              </a:ext>
            </a:extLst>
          </p:cNvPr>
          <p:cNvSpPr>
            <a:spLocks noChangeShapeType="1"/>
          </p:cNvSpPr>
          <p:nvPr/>
        </p:nvSpPr>
        <p:spPr bwMode="auto">
          <a:xfrm>
            <a:off x="2327565" y="2992581"/>
            <a:ext cx="1410640" cy="628652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" name="Line 10">
            <a:extLst>
              <a:ext uri="{FF2B5EF4-FFF2-40B4-BE49-F238E27FC236}">
                <a16:creationId xmlns:a16="http://schemas.microsoft.com/office/drawing/2014/main" id="{4472B287-DF2F-A0D3-1D0F-4F7F06E32642}"/>
              </a:ext>
            </a:extLst>
          </p:cNvPr>
          <p:cNvSpPr>
            <a:spLocks noChangeShapeType="1"/>
          </p:cNvSpPr>
          <p:nvPr/>
        </p:nvSpPr>
        <p:spPr bwMode="auto">
          <a:xfrm>
            <a:off x="7853004" y="3621233"/>
            <a:ext cx="0" cy="22860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632215"/>
      </p:ext>
    </p:extLst>
  </p:cSld>
  <p:clrMapOvr>
    <a:masterClrMapping/>
  </p:clrMapOvr>
  <p:transition spd="slow">
    <p:wip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E5B45-8D88-ED12-F886-5CB527D7B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1" y="286603"/>
            <a:ext cx="11481847" cy="1450757"/>
          </a:xfrm>
        </p:spPr>
        <p:txBody>
          <a:bodyPr/>
          <a:lstStyle/>
          <a:p>
            <a:r>
              <a:rPr lang="en-US" altLang="en-US"/>
              <a:t>The static key word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E1710-1895-E34B-968E-9A6498584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791" y="1845734"/>
            <a:ext cx="11481847" cy="4023360"/>
          </a:xfrm>
        </p:spPr>
        <p:txBody>
          <a:bodyPr/>
          <a:lstStyle/>
          <a:p>
            <a:r>
              <a:rPr lang="en-US" altLang="en-US"/>
              <a:t>If a method is declared </a:t>
            </a:r>
            <a:r>
              <a:rPr lang="en-US" altLang="en-US" b="1"/>
              <a:t>static</a:t>
            </a:r>
            <a:r>
              <a:rPr lang="en-US" altLang="en-US"/>
              <a:t>, it can be accessed from the class itself without a need to create an object of that class.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738BBB-0AA8-3DCA-D70D-202ADE3D7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6895" y="6459785"/>
            <a:ext cx="6966408" cy="365125"/>
          </a:xfrm>
        </p:spPr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</p:spTree>
    <p:extLst>
      <p:ext uri="{BB962C8B-B14F-4D97-AF65-F5344CB8AC3E}">
        <p14:creationId xmlns:p14="http://schemas.microsoft.com/office/powerpoint/2010/main" val="2294299928"/>
      </p:ext>
    </p:extLst>
  </p:cSld>
  <p:clrMapOvr>
    <a:masterClrMapping/>
  </p:clrMapOvr>
  <p:transition spd="slow">
    <p:wip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E5B45-8D88-ED12-F886-5CB527D7B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1" y="286603"/>
            <a:ext cx="11481847" cy="1450757"/>
          </a:xfrm>
        </p:spPr>
        <p:txBody>
          <a:bodyPr/>
          <a:lstStyle/>
          <a:p>
            <a:r>
              <a:rPr lang="en-US" altLang="en-US"/>
              <a:t>Exercise(1)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E1710-1895-E34B-968E-9A6498584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791" y="1845734"/>
            <a:ext cx="11481847" cy="4023360"/>
          </a:xfrm>
        </p:spPr>
        <p:txBody>
          <a:bodyPr>
            <a:normAutofit/>
          </a:bodyPr>
          <a:lstStyle/>
          <a:p>
            <a:r>
              <a:rPr lang="en-US" altLang="en-US"/>
              <a:t>Write a Java method to find the </a:t>
            </a:r>
            <a:r>
              <a:rPr lang="en-US" altLang="en-US" b="1"/>
              <a:t>smallest</a:t>
            </a:r>
            <a:r>
              <a:rPr lang="en-US" altLang="en-US"/>
              <a:t> number among three numbers.</a:t>
            </a:r>
          </a:p>
          <a:p>
            <a:r>
              <a:rPr lang="en-US" altLang="en-US"/>
              <a:t>Write a Java program that includes a method named </a:t>
            </a:r>
            <a:r>
              <a:rPr lang="en-US" altLang="en-US" b="1" err="1"/>
              <a:t>isOddEven</a:t>
            </a:r>
            <a:r>
              <a:rPr lang="en-US" altLang="en-US"/>
              <a:t> to determine whether a given integer is odd or even. Prompt the user to enter a whole number, call the </a:t>
            </a:r>
            <a:r>
              <a:rPr lang="en-US" altLang="en-US" b="1" err="1"/>
              <a:t>isOddEven</a:t>
            </a:r>
            <a:r>
              <a:rPr lang="en-US" altLang="en-US"/>
              <a:t> method to check its parity, and then print a message indicating whether the entered number is odd or even. Ensure that your program provides clear user instructions and outputs a meaningful result based on the parity of the entered number.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738BBB-0AA8-3DCA-D70D-202ADE3D7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6895" y="6459785"/>
            <a:ext cx="6966408" cy="365125"/>
          </a:xfrm>
        </p:spPr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</p:spTree>
    <p:extLst>
      <p:ext uri="{BB962C8B-B14F-4D97-AF65-F5344CB8AC3E}">
        <p14:creationId xmlns:p14="http://schemas.microsoft.com/office/powerpoint/2010/main" val="4262302907"/>
      </p:ext>
    </p:extLst>
  </p:cSld>
  <p:clrMapOvr>
    <a:masterClrMapping/>
  </p:clrMapOvr>
  <p:transition spd="slow">
    <p:wip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E5B45-8D88-ED12-F886-5CB527D7B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1" y="286603"/>
            <a:ext cx="11481847" cy="1450757"/>
          </a:xfrm>
        </p:spPr>
        <p:txBody>
          <a:bodyPr/>
          <a:lstStyle/>
          <a:p>
            <a:r>
              <a:rPr lang="en-US" altLang="en-US"/>
              <a:t>Exercise(2)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E1710-1895-E34B-968E-9A6498584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791" y="1845734"/>
            <a:ext cx="11481847" cy="4023360"/>
          </a:xfrm>
        </p:spPr>
        <p:txBody>
          <a:bodyPr/>
          <a:lstStyle/>
          <a:p>
            <a:r>
              <a:rPr lang="en-US" altLang="en-US"/>
              <a:t> write a program to find the area of a rectangle, as following:</a:t>
            </a:r>
          </a:p>
          <a:p>
            <a:pPr lvl="1"/>
            <a:r>
              <a:rPr lang="en-US" altLang="en-US"/>
              <a:t>Define a method to </a:t>
            </a:r>
            <a:r>
              <a:rPr lang="en-US" altLang="en-US" b="1"/>
              <a:t>read</a:t>
            </a:r>
            <a:r>
              <a:rPr lang="en-US" altLang="en-US"/>
              <a:t> the width and height of a rectangle. </a:t>
            </a:r>
          </a:p>
          <a:p>
            <a:pPr lvl="1"/>
            <a:r>
              <a:rPr lang="en-US" altLang="en-US"/>
              <a:t>Define a method to </a:t>
            </a:r>
            <a:r>
              <a:rPr lang="en-US" altLang="en-US" b="1"/>
              <a:t>calculate the area</a:t>
            </a:r>
            <a:r>
              <a:rPr lang="en-US" altLang="en-US"/>
              <a:t>.</a:t>
            </a:r>
          </a:p>
          <a:p>
            <a:pPr lvl="1"/>
            <a:r>
              <a:rPr lang="en-US" altLang="en-US"/>
              <a:t>Define a method to </a:t>
            </a:r>
            <a:r>
              <a:rPr lang="en-US" altLang="en-US" b="1"/>
              <a:t>print</a:t>
            </a:r>
            <a:r>
              <a:rPr lang="en-US" altLang="en-US"/>
              <a:t> the area.</a:t>
            </a:r>
          </a:p>
          <a:p>
            <a:endParaRPr lang="en-US" altLang="en-US"/>
          </a:p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738BBB-0AA8-3DCA-D70D-202ADE3D7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6895" y="6459785"/>
            <a:ext cx="6966408" cy="365125"/>
          </a:xfrm>
        </p:spPr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</p:spTree>
    <p:extLst>
      <p:ext uri="{BB962C8B-B14F-4D97-AF65-F5344CB8AC3E}">
        <p14:creationId xmlns:p14="http://schemas.microsoft.com/office/powerpoint/2010/main" val="751761977"/>
      </p:ext>
    </p:extLst>
  </p:cSld>
  <p:clrMapOvr>
    <a:masterClrMapping/>
  </p:clrMapOvr>
  <p:transition spd="slow">
    <p:wip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E5B45-8D88-ED12-F886-5CB527D7B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1" y="286603"/>
            <a:ext cx="11481847" cy="1450757"/>
          </a:xfrm>
        </p:spPr>
        <p:txBody>
          <a:bodyPr/>
          <a:lstStyle/>
          <a:p>
            <a:r>
              <a:rPr lang="en-US" altLang="en-US"/>
              <a:t>Exercise(3)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E1710-1895-E34B-968E-9A6498584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791" y="1845734"/>
            <a:ext cx="11481847" cy="4023360"/>
          </a:xfrm>
        </p:spPr>
        <p:txBody>
          <a:bodyPr/>
          <a:lstStyle/>
          <a:p>
            <a:r>
              <a:rPr lang="en-US" altLang="en-US"/>
              <a:t>Write a program to find the factorial of a number using two methods: one method called </a:t>
            </a:r>
            <a:r>
              <a:rPr lang="en-US" altLang="en-US" b="1"/>
              <a:t>input</a:t>
            </a:r>
            <a:r>
              <a:rPr lang="en-US" altLang="en-US"/>
              <a:t> to get the input from the user and return it as integer, and the second called </a:t>
            </a:r>
            <a:r>
              <a:rPr lang="en-US" altLang="en-US" b="1"/>
              <a:t>fact</a:t>
            </a:r>
            <a:r>
              <a:rPr lang="en-US" altLang="en-US"/>
              <a:t> which computes and prints the factorial.</a:t>
            </a:r>
          </a:p>
          <a:p>
            <a:r>
              <a:rPr lang="en-US" altLang="en-US"/>
              <a:t>Write a java method that prompts the user to input a positive integer. It should then print the </a:t>
            </a:r>
            <a:r>
              <a:rPr lang="en-US" altLang="en-US" b="1"/>
              <a:t>multiplication table</a:t>
            </a:r>
            <a:r>
              <a:rPr lang="en-US" altLang="en-US"/>
              <a:t> of that number.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738BBB-0AA8-3DCA-D70D-202ADE3D7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6895" y="6459785"/>
            <a:ext cx="6966408" cy="365125"/>
          </a:xfrm>
        </p:spPr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</p:spTree>
    <p:extLst>
      <p:ext uri="{BB962C8B-B14F-4D97-AF65-F5344CB8AC3E}">
        <p14:creationId xmlns:p14="http://schemas.microsoft.com/office/powerpoint/2010/main" val="3239478214"/>
      </p:ext>
    </p:extLst>
  </p:cSld>
  <p:clrMapOvr>
    <a:masterClrMapping/>
  </p:clrMapOvr>
  <p:transition spd="slow">
    <p:wip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E5B45-8D88-ED12-F886-5CB527D7B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1" y="286603"/>
            <a:ext cx="11481847" cy="1450757"/>
          </a:xfrm>
        </p:spPr>
        <p:txBody>
          <a:bodyPr/>
          <a:lstStyle/>
          <a:p>
            <a:r>
              <a:rPr lang="en-US" altLang="en-US"/>
              <a:t>Exercise(4)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E1710-1895-E34B-968E-9A6498584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791" y="1845734"/>
            <a:ext cx="11481847" cy="4023360"/>
          </a:xfrm>
        </p:spPr>
        <p:txBody>
          <a:bodyPr/>
          <a:lstStyle/>
          <a:p>
            <a:pPr marL="342900" indent="-342900"/>
            <a:r>
              <a:rPr lang="en-US"/>
              <a:t>Write a java method  to find the value of one number raised to the power of another </a:t>
            </a:r>
            <a:r>
              <a:rPr lang="en-US" b="1"/>
              <a:t>(</a:t>
            </a:r>
            <a:r>
              <a:rPr lang="en-US" sz="2000" b="1" err="1">
                <a:cs typeface="Times New Roman" pitchFamily="18" charset="0"/>
              </a:rPr>
              <a:t>x</a:t>
            </a:r>
            <a:r>
              <a:rPr lang="en-US" sz="2000" b="1" baseline="30000" err="1">
                <a:cs typeface="Times New Roman" pitchFamily="18" charset="0"/>
              </a:rPr>
              <a:t>y</a:t>
            </a:r>
            <a:r>
              <a:rPr lang="en-US" b="1"/>
              <a:t>)</a:t>
            </a:r>
            <a:r>
              <a:rPr lang="en-US"/>
              <a:t>.</a:t>
            </a:r>
          </a:p>
          <a:p>
            <a:pPr marL="342900" indent="-342900"/>
            <a:r>
              <a:rPr lang="en-US"/>
              <a:t>Write a program to find the average of three marks for a student, as following:</a:t>
            </a:r>
          </a:p>
          <a:p>
            <a:pPr marL="882900" lvl="1" indent="-342900"/>
            <a:r>
              <a:rPr lang="en-US"/>
              <a:t>Define a method named </a:t>
            </a:r>
            <a:r>
              <a:rPr lang="en-US" b="1" err="1"/>
              <a:t>getMark</a:t>
            </a:r>
            <a:r>
              <a:rPr lang="en-US"/>
              <a:t> to read the value of each mark, and returns it as int.</a:t>
            </a:r>
          </a:p>
          <a:p>
            <a:pPr marL="882900" lvl="1" indent="-342900"/>
            <a:r>
              <a:rPr lang="en-US"/>
              <a:t>Define a method named </a:t>
            </a:r>
            <a:r>
              <a:rPr lang="en-US" b="1" err="1"/>
              <a:t>findAvg</a:t>
            </a:r>
            <a:r>
              <a:rPr lang="en-US"/>
              <a:t> to compute the average for the student.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738BBB-0AA8-3DCA-D70D-202ADE3D7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6895" y="6459785"/>
            <a:ext cx="6966408" cy="365125"/>
          </a:xfrm>
        </p:spPr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</p:spTree>
    <p:extLst>
      <p:ext uri="{BB962C8B-B14F-4D97-AF65-F5344CB8AC3E}">
        <p14:creationId xmlns:p14="http://schemas.microsoft.com/office/powerpoint/2010/main" val="545556524"/>
      </p:ext>
    </p:extLst>
  </p:cSld>
  <p:clrMapOvr>
    <a:masterClrMapping/>
  </p:clrMapOvr>
  <p:transition spd="slow">
    <p:wip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E5B45-8D88-ED12-F886-5CB527D7B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1" y="286603"/>
            <a:ext cx="11481847" cy="1450757"/>
          </a:xfrm>
        </p:spPr>
        <p:txBody>
          <a:bodyPr/>
          <a:lstStyle/>
          <a:p>
            <a:r>
              <a:rPr lang="en-US" altLang="en-US"/>
              <a:t>Exercise(5)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E1710-1895-E34B-968E-9A6498584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791" y="1845734"/>
            <a:ext cx="11481847" cy="4023360"/>
          </a:xfrm>
        </p:spPr>
        <p:txBody>
          <a:bodyPr/>
          <a:lstStyle/>
          <a:p>
            <a:r>
              <a:rPr lang="en-US" altLang="en-US"/>
              <a:t>Write a java method named </a:t>
            </a:r>
            <a:r>
              <a:rPr lang="en-US" altLang="en-US" err="1"/>
              <a:t>findVol</a:t>
            </a:r>
            <a:r>
              <a:rPr lang="en-US" altLang="en-US"/>
              <a:t> to find the volume the volume of a cylinder, where:  </a:t>
            </a:r>
            <a:r>
              <a:rPr lang="en-US" altLang="en-US" b="1" err="1"/>
              <a:t>cylinderVolume</a:t>
            </a:r>
            <a:r>
              <a:rPr lang="en-US" altLang="en-US" b="1"/>
              <a:t>=πr²h</a:t>
            </a:r>
            <a:r>
              <a:rPr lang="en-US" altLang="en-US"/>
              <a:t>, Where </a:t>
            </a:r>
            <a:r>
              <a:rPr lang="en-US" altLang="en-US" b="1"/>
              <a:t>π</a:t>
            </a:r>
            <a:r>
              <a:rPr lang="en-US" altLang="en-US"/>
              <a:t> is constant and the values of </a:t>
            </a:r>
            <a:r>
              <a:rPr lang="en-US" altLang="en-US" b="1"/>
              <a:t>h</a:t>
            </a:r>
            <a:r>
              <a:rPr lang="en-US" altLang="en-US"/>
              <a:t> and </a:t>
            </a:r>
            <a:r>
              <a:rPr lang="en-US" altLang="en-US" b="1"/>
              <a:t>r</a:t>
            </a:r>
            <a:r>
              <a:rPr lang="en-US" altLang="en-US"/>
              <a:t> should be received as a parameters </a:t>
            </a:r>
          </a:p>
          <a:p>
            <a:r>
              <a:rPr lang="en-US" altLang="en-US"/>
              <a:t>Write a java method called display() to print the even numbers in a range between x and y. where x and y should be entered by user.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738BBB-0AA8-3DCA-D70D-202ADE3D7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6895" y="6459785"/>
            <a:ext cx="6966408" cy="365125"/>
          </a:xfrm>
        </p:spPr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</p:spTree>
    <p:extLst>
      <p:ext uri="{BB962C8B-B14F-4D97-AF65-F5344CB8AC3E}">
        <p14:creationId xmlns:p14="http://schemas.microsoft.com/office/powerpoint/2010/main" val="4188821564"/>
      </p:ext>
    </p:extLst>
  </p:cSld>
  <p:clrMapOvr>
    <a:masterClrMapping/>
  </p:clrMapOvr>
  <p:transition spd="slow">
    <p:wipe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E5B45-8D88-ED12-F886-5CB527D7B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1" y="286603"/>
            <a:ext cx="11481847" cy="1450757"/>
          </a:xfrm>
        </p:spPr>
        <p:txBody>
          <a:bodyPr/>
          <a:lstStyle/>
          <a:p>
            <a:r>
              <a:rPr lang="en-US" altLang="en-US"/>
              <a:t>Exercise(6)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E1710-1895-E34B-968E-9A6498584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791" y="1845734"/>
            <a:ext cx="11481847" cy="4023360"/>
          </a:xfrm>
        </p:spPr>
        <p:txBody>
          <a:bodyPr/>
          <a:lstStyle/>
          <a:p>
            <a:r>
              <a:rPr lang="en-US" altLang="en-US"/>
              <a:t>Write Java program that prompts the user to input two integers, a starting number and an ending number. It then uses a while loop to print all the natural numbers from the starting number to the ending number, inclusive.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738BBB-0AA8-3DCA-D70D-202ADE3D7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6895" y="6459785"/>
            <a:ext cx="6966408" cy="365125"/>
          </a:xfrm>
        </p:spPr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</p:spTree>
    <p:extLst>
      <p:ext uri="{BB962C8B-B14F-4D97-AF65-F5344CB8AC3E}">
        <p14:creationId xmlns:p14="http://schemas.microsoft.com/office/powerpoint/2010/main" val="3486902441"/>
      </p:ext>
    </p:extLst>
  </p:cSld>
  <p:clrMapOvr>
    <a:masterClrMapping/>
  </p:clrMapOvr>
  <p:transition spd="slow">
    <p:wipe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E5B45-8D88-ED12-F886-5CB527D7B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1" y="286603"/>
            <a:ext cx="11481847" cy="1450757"/>
          </a:xfrm>
        </p:spPr>
        <p:txBody>
          <a:bodyPr/>
          <a:lstStyle/>
          <a:p>
            <a:r>
              <a:rPr lang="en-US" altLang="en-US"/>
              <a:t>Reference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E1710-1895-E34B-968E-9A6498584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791" y="1845734"/>
            <a:ext cx="11481847" cy="4023360"/>
          </a:xfrm>
        </p:spPr>
        <p:txBody>
          <a:bodyPr/>
          <a:lstStyle/>
          <a:p>
            <a:r>
              <a:rPr lang="en-US" altLang="en-US"/>
              <a:t>[1] Introduction to Java Programming, Comprehensive Version, Student Value Edition, Daniel Liang, 12th Edition, Pearson 2019</a:t>
            </a:r>
          </a:p>
          <a:p>
            <a:r>
              <a:rPr lang="en-US" altLang="en-US"/>
              <a:t>lecture Notes: edugate.asu.edu.jo.</a:t>
            </a:r>
          </a:p>
          <a:p>
            <a:r>
              <a:rPr lang="en-US" altLang="en-US"/>
              <a:t>lecture  Videos : YouTube channel.</a:t>
            </a:r>
          </a:p>
          <a:p>
            <a:r>
              <a:rPr lang="en-US" altLang="en-US"/>
              <a:t>Lab manual 2,3,4,7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738BBB-0AA8-3DCA-D70D-202ADE3D7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6895" y="6459785"/>
            <a:ext cx="6966408" cy="365125"/>
          </a:xfrm>
        </p:spPr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</p:spTree>
    <p:extLst>
      <p:ext uri="{BB962C8B-B14F-4D97-AF65-F5344CB8AC3E}">
        <p14:creationId xmlns:p14="http://schemas.microsoft.com/office/powerpoint/2010/main" val="2939680095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Retrospect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low Edge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692FF6E27440F4A9616568541A8C2D3" ma:contentTypeVersion="6" ma:contentTypeDescription="Create a new document." ma:contentTypeScope="" ma:versionID="e3fbfd782b729c2ea75271ecc6381aad">
  <xsd:schema xmlns:xsd="http://www.w3.org/2001/XMLSchema" xmlns:xs="http://www.w3.org/2001/XMLSchema" xmlns:p="http://schemas.microsoft.com/office/2006/metadata/properties" xmlns:ns2="60b65d92-b9ba-4fda-a6d4-fc80fee45f1e" xmlns:ns3="31c5b7b8-1c06-40e5-9112-5d0b2cb3e63a" targetNamespace="http://schemas.microsoft.com/office/2006/metadata/properties" ma:root="true" ma:fieldsID="27c10afda9c9eed6cc1dc44218ee2e2d" ns2:_="" ns3:_="">
    <xsd:import namespace="60b65d92-b9ba-4fda-a6d4-fc80fee45f1e"/>
    <xsd:import namespace="31c5b7b8-1c06-40e5-9112-5d0b2cb3e63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b65d92-b9ba-4fda-a6d4-fc80fee45f1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c5b7b8-1c06-40e5-9112-5d0b2cb3e63a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04182E8-5459-416C-BF30-EE3668F210A4}"/>
</file>

<file path=customXml/itemProps2.xml><?xml version="1.0" encoding="utf-8"?>
<ds:datastoreItem xmlns:ds="http://schemas.openxmlformats.org/officeDocument/2006/customXml" ds:itemID="{7AD21629-8556-4260-8D0A-66F958DBEB5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706F9C5-C70B-424B-A69C-C16F529BE365}">
  <ds:schemaRefs>
    <ds:schemaRef ds:uri="dec0ca4c-66b0-48e9-ad00-41e092718583"/>
    <ds:schemaRef ds:uri="ecd437d3-f4c5-4a99-b253-419d7adaefb7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Application>Microsoft Office PowerPoint</Application>
  <PresentationFormat>Widescreen</PresentationFormat>
  <Slides>62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3" baseType="lpstr">
      <vt:lpstr>Retrospect</vt:lpstr>
      <vt:lpstr>Fundamental Programming in JAVA</vt:lpstr>
      <vt:lpstr>Objectives</vt:lpstr>
      <vt:lpstr>The String Class</vt:lpstr>
      <vt:lpstr>Primitive vs. Reference Variables</vt:lpstr>
      <vt:lpstr>Primitive vs. Reference Variables</vt:lpstr>
      <vt:lpstr>String Objects</vt:lpstr>
      <vt:lpstr>Strings Are Immutable</vt:lpstr>
      <vt:lpstr>Trace Code (Two Slides)</vt:lpstr>
      <vt:lpstr>Cont. Trace Code</vt:lpstr>
      <vt:lpstr>Interned Strings</vt:lpstr>
      <vt:lpstr>Examples</vt:lpstr>
      <vt:lpstr>Trace Code (Three Slides)</vt:lpstr>
      <vt:lpstr>Cont. Trace Code</vt:lpstr>
      <vt:lpstr>Cont. Trace Code</vt:lpstr>
      <vt:lpstr>String Methods</vt:lpstr>
      <vt:lpstr>Simple Methods for String Objects</vt:lpstr>
      <vt:lpstr>Getting String Length</vt:lpstr>
      <vt:lpstr>Getting Characters from a String </vt:lpstr>
      <vt:lpstr>Converting Strings</vt:lpstr>
      <vt:lpstr>String Concatenation </vt:lpstr>
      <vt:lpstr>Comparing Strings</vt:lpstr>
      <vt:lpstr>Obtaining Substrings</vt:lpstr>
      <vt:lpstr>Finding a Character or a Substring in a String</vt:lpstr>
      <vt:lpstr>Finding a Character or a Substring in a String</vt:lpstr>
      <vt:lpstr>The Math Class</vt:lpstr>
      <vt:lpstr>Exponent Methods</vt:lpstr>
      <vt:lpstr>min, max, and abs</vt:lpstr>
      <vt:lpstr>The random Method</vt:lpstr>
      <vt:lpstr>Examples on random Method</vt:lpstr>
      <vt:lpstr>Exercises</vt:lpstr>
      <vt:lpstr>Exercises</vt:lpstr>
      <vt:lpstr>Exercises</vt:lpstr>
      <vt:lpstr>Exercises</vt:lpstr>
      <vt:lpstr>User Defined Methods</vt:lpstr>
      <vt:lpstr>Defining Methods</vt:lpstr>
      <vt:lpstr>Defining Methods</vt:lpstr>
      <vt:lpstr>Method Signature</vt:lpstr>
      <vt:lpstr>Formal Parameters</vt:lpstr>
      <vt:lpstr>Actual Parameters</vt:lpstr>
      <vt:lpstr>Return Value Type</vt:lpstr>
      <vt:lpstr>Code Tracing(10 Slides)</vt:lpstr>
      <vt:lpstr>Code Tracing(10 Slides)</vt:lpstr>
      <vt:lpstr>Code Tracing(10 Slides)</vt:lpstr>
      <vt:lpstr>Code Tracing(10 Slides)</vt:lpstr>
      <vt:lpstr>Code Tracing(10 Slides)</vt:lpstr>
      <vt:lpstr>Code Tracing(10 Slides)</vt:lpstr>
      <vt:lpstr>Code Tracing(10 Slides)</vt:lpstr>
      <vt:lpstr>Code Tracing(10 Slides)</vt:lpstr>
      <vt:lpstr>Code Tracing(10 Slides)</vt:lpstr>
      <vt:lpstr>CAUTION</vt:lpstr>
      <vt:lpstr>Value-returning Methods</vt:lpstr>
      <vt:lpstr>void Methods</vt:lpstr>
      <vt:lpstr>Passing Arguments by value</vt:lpstr>
      <vt:lpstr>Passing Arguments by value</vt:lpstr>
      <vt:lpstr>The static key word</vt:lpstr>
      <vt:lpstr>Exercise(1)</vt:lpstr>
      <vt:lpstr>Exercise(2)</vt:lpstr>
      <vt:lpstr>Exercise(3)</vt:lpstr>
      <vt:lpstr>Exercise(4)</vt:lpstr>
      <vt:lpstr>Exercise(5)</vt:lpstr>
      <vt:lpstr>Exercise(6)</vt:lpstr>
      <vt:lpstr>Reference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Bara Hamadah;b_qaddoumi@asu.edu.jo</dc:creator>
  <cp:revision>3</cp:revision>
  <dcterms:created xsi:type="dcterms:W3CDTF">2023-12-21T19:04:58Z</dcterms:created>
  <dcterms:modified xsi:type="dcterms:W3CDTF">2024-03-22T11:37:23Z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0x0101008692FF6E27440F4A9616568541A8C2D3</vt:lpwstr>
  </property>
</Properties>
</file>