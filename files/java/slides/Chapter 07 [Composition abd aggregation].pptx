
<file path=[Content_Types].xml><?xml version="1.0" encoding="utf-8"?>
<Types xmlns="http://schemas.openxmlformats.org/package/2006/content-types">
  <Default Extension="bin" ContentType="application/vnd.openxmlformats-officedocument.oleObject"/>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4"/>
  </p:sldMasterIdLst>
  <p:notesMasterIdLst>
    <p:notesMasterId r:id="rId35"/>
  </p:notesMasterIdLst>
  <p:sldIdLst>
    <p:sldId id="256" r:id="rId5"/>
    <p:sldId id="257" r:id="rId6"/>
    <p:sldId id="258" r:id="rId7"/>
    <p:sldId id="385" r:id="rId8"/>
    <p:sldId id="386" r:id="rId9"/>
    <p:sldId id="387" r:id="rId10"/>
    <p:sldId id="388" r:id="rId11"/>
    <p:sldId id="389" r:id="rId12"/>
    <p:sldId id="390" r:id="rId13"/>
    <p:sldId id="391" r:id="rId14"/>
    <p:sldId id="392" r:id="rId15"/>
    <p:sldId id="393" r:id="rId16"/>
    <p:sldId id="394" r:id="rId17"/>
    <p:sldId id="690" r:id="rId18"/>
    <p:sldId id="691" r:id="rId19"/>
    <p:sldId id="692" r:id="rId20"/>
    <p:sldId id="693" r:id="rId21"/>
    <p:sldId id="694" r:id="rId22"/>
    <p:sldId id="695" r:id="rId23"/>
    <p:sldId id="696" r:id="rId24"/>
    <p:sldId id="697" r:id="rId25"/>
    <p:sldId id="698" r:id="rId26"/>
    <p:sldId id="699" r:id="rId27"/>
    <p:sldId id="700" r:id="rId28"/>
    <p:sldId id="701" r:id="rId29"/>
    <p:sldId id="702" r:id="rId30"/>
    <p:sldId id="703" r:id="rId31"/>
    <p:sldId id="705" r:id="rId32"/>
    <p:sldId id="704" r:id="rId33"/>
    <p:sldId id="384"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BADA"/>
    <a:srgbClr val="0070C0"/>
    <a:srgbClr val="D9A0FF"/>
    <a:srgbClr val="E8ECF5"/>
    <a:srgbClr val="B240FF"/>
    <a:srgbClr val="FF8080"/>
    <a:srgbClr val="FF0000"/>
    <a:srgbClr val="CDD4E8"/>
    <a:srgbClr val="FF8C8C"/>
    <a:srgbClr val="CCEF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30E3E0-ECFE-A502-180B-A72FF0685D70}" v="66" dt="2024-02-25T23:00:21.1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017" autoAdjust="0"/>
    <p:restoredTop sz="93220" autoAdjust="0"/>
  </p:normalViewPr>
  <p:slideViewPr>
    <p:cSldViewPr snapToGrid="0">
      <p:cViewPr varScale="1">
        <p:scale>
          <a:sx n="74" d="100"/>
          <a:sy n="74" d="100"/>
        </p:scale>
        <p:origin x="48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a Hamadeh" userId="S::b_hamadeh@asu.edu.jo::ba91a99f-f3ba-46e6-ad5d-582794b375a9" providerId="AD" clId="Web-{9F30E3E0-ECFE-A502-180B-A72FF0685D70}"/>
    <pc:docChg chg="mod modSld">
      <pc:chgData name="Bara Hamadeh" userId="S::b_hamadeh@asu.edu.jo::ba91a99f-f3ba-46e6-ad5d-582794b375a9" providerId="AD" clId="Web-{9F30E3E0-ECFE-A502-180B-A72FF0685D70}" dt="2024-02-25T23:00:21.102" v="65"/>
      <pc:docMkLst>
        <pc:docMk/>
      </pc:docMkLst>
      <pc:sldChg chg="delSp modTransition">
        <pc:chgData name="Bara Hamadeh" userId="S::b_hamadeh@asu.edu.jo::ba91a99f-f3ba-46e6-ad5d-582794b375a9" providerId="AD" clId="Web-{9F30E3E0-ECFE-A502-180B-A72FF0685D70}" dt="2024-02-25T23:00:21.102" v="65"/>
        <pc:sldMkLst>
          <pc:docMk/>
          <pc:sldMk cId="98556299" sldId="256"/>
        </pc:sldMkLst>
        <pc:spChg chg="del">
          <ac:chgData name="Bara Hamadeh" userId="S::b_hamadeh@asu.edu.jo::ba91a99f-f3ba-46e6-ad5d-582794b375a9" providerId="AD" clId="Web-{9F30E3E0-ECFE-A502-180B-A72FF0685D70}" dt="2024-02-25T23:00:05.054" v="1"/>
          <ac:spMkLst>
            <pc:docMk/>
            <pc:sldMk cId="98556299" sldId="256"/>
            <ac:spMk id="4" creationId="{3E2AE632-31A0-217D-FD10-0A342181E0D1}"/>
          </ac:spMkLst>
        </pc:spChg>
      </pc:sldChg>
      <pc:sldChg chg="modSp">
        <pc:chgData name="Bara Hamadeh" userId="S::b_hamadeh@asu.edu.jo::ba91a99f-f3ba-46e6-ad5d-582794b375a9" providerId="AD" clId="Web-{9F30E3E0-ECFE-A502-180B-A72FF0685D70}" dt="2024-02-25T23:00:10.008" v="49"/>
        <pc:sldMkLst>
          <pc:docMk/>
          <pc:sldMk cId="763895569" sldId="257"/>
        </pc:sldMkLst>
        <pc:spChg chg="mod">
          <ac:chgData name="Bara Hamadeh" userId="S::b_hamadeh@asu.edu.jo::ba91a99f-f3ba-46e6-ad5d-582794b375a9" providerId="AD" clId="Web-{9F30E3E0-ECFE-A502-180B-A72FF0685D70}" dt="2024-02-25T23:00:10.008" v="49"/>
          <ac:spMkLst>
            <pc:docMk/>
            <pc:sldMk cId="763895569" sldId="257"/>
            <ac:spMk id="4" creationId="{8258CA88-4CE1-2FF4-DD8D-F6AFF13B654D}"/>
          </ac:spMkLst>
        </pc:spChg>
      </pc:sldChg>
      <pc:sldChg chg="modSp">
        <pc:chgData name="Bara Hamadeh" userId="S::b_hamadeh@asu.edu.jo::ba91a99f-f3ba-46e6-ad5d-582794b375a9" providerId="AD" clId="Web-{9F30E3E0-ECFE-A502-180B-A72FF0685D70}" dt="2024-02-25T23:00:09.961" v="44"/>
        <pc:sldMkLst>
          <pc:docMk/>
          <pc:sldMk cId="2201219679" sldId="258"/>
        </pc:sldMkLst>
        <pc:spChg chg="mod">
          <ac:chgData name="Bara Hamadeh" userId="S::b_hamadeh@asu.edu.jo::ba91a99f-f3ba-46e6-ad5d-582794b375a9" providerId="AD" clId="Web-{9F30E3E0-ECFE-A502-180B-A72FF0685D70}" dt="2024-02-25T23:00:09.961" v="44"/>
          <ac:spMkLst>
            <pc:docMk/>
            <pc:sldMk cId="2201219679" sldId="258"/>
            <ac:spMk id="4" creationId="{66738BBB-0AA8-3DCA-D70D-202ADE3D7914}"/>
          </ac:spMkLst>
        </pc:spChg>
      </pc:sldChg>
      <pc:sldChg chg="modSp modTransition">
        <pc:chgData name="Bara Hamadeh" userId="S::b_hamadeh@asu.edu.jo::ba91a99f-f3ba-46e6-ad5d-582794b375a9" providerId="AD" clId="Web-{9F30E3E0-ECFE-A502-180B-A72FF0685D70}" dt="2024-02-25T23:00:18.696" v="64"/>
        <pc:sldMkLst>
          <pc:docMk/>
          <pc:sldMk cId="1327438597" sldId="384"/>
        </pc:sldMkLst>
        <pc:spChg chg="mod">
          <ac:chgData name="Bara Hamadeh" userId="S::b_hamadeh@asu.edu.jo::ba91a99f-f3ba-46e6-ad5d-582794b375a9" providerId="AD" clId="Web-{9F30E3E0-ECFE-A502-180B-A72FF0685D70}" dt="2024-02-25T23:00:09.961" v="43"/>
          <ac:spMkLst>
            <pc:docMk/>
            <pc:sldMk cId="1327438597" sldId="384"/>
            <ac:spMk id="4" creationId="{66738BBB-0AA8-3DCA-D70D-202ADE3D7914}"/>
          </ac:spMkLst>
        </pc:spChg>
      </pc:sldChg>
      <pc:sldChg chg="modSp">
        <pc:chgData name="Bara Hamadeh" userId="S::b_hamadeh@asu.edu.jo::ba91a99f-f3ba-46e6-ad5d-582794b375a9" providerId="AD" clId="Web-{9F30E3E0-ECFE-A502-180B-A72FF0685D70}" dt="2024-02-25T23:00:09.977" v="45"/>
        <pc:sldMkLst>
          <pc:docMk/>
          <pc:sldMk cId="4220449072" sldId="385"/>
        </pc:sldMkLst>
        <pc:spChg chg="mod">
          <ac:chgData name="Bara Hamadeh" userId="S::b_hamadeh@asu.edu.jo::ba91a99f-f3ba-46e6-ad5d-582794b375a9" providerId="AD" clId="Web-{9F30E3E0-ECFE-A502-180B-A72FF0685D70}" dt="2024-02-25T23:00:09.977" v="45"/>
          <ac:spMkLst>
            <pc:docMk/>
            <pc:sldMk cId="4220449072" sldId="385"/>
            <ac:spMk id="4" creationId="{19189098-FE4F-3B24-A3A6-E0A6A2E659EE}"/>
          </ac:spMkLst>
        </pc:spChg>
      </pc:sldChg>
      <pc:sldChg chg="modSp">
        <pc:chgData name="Bara Hamadeh" userId="S::b_hamadeh@asu.edu.jo::ba91a99f-f3ba-46e6-ad5d-582794b375a9" providerId="AD" clId="Web-{9F30E3E0-ECFE-A502-180B-A72FF0685D70}" dt="2024-02-25T23:00:09.977" v="46"/>
        <pc:sldMkLst>
          <pc:docMk/>
          <pc:sldMk cId="94669334" sldId="386"/>
        </pc:sldMkLst>
        <pc:spChg chg="mod">
          <ac:chgData name="Bara Hamadeh" userId="S::b_hamadeh@asu.edu.jo::ba91a99f-f3ba-46e6-ad5d-582794b375a9" providerId="AD" clId="Web-{9F30E3E0-ECFE-A502-180B-A72FF0685D70}" dt="2024-02-25T23:00:09.977" v="46"/>
          <ac:spMkLst>
            <pc:docMk/>
            <pc:sldMk cId="94669334" sldId="386"/>
            <ac:spMk id="4" creationId="{93E7041A-E3F7-0C69-230F-6A8C43920F90}"/>
          </ac:spMkLst>
        </pc:spChg>
      </pc:sldChg>
      <pc:sldChg chg="modSp">
        <pc:chgData name="Bara Hamadeh" userId="S::b_hamadeh@asu.edu.jo::ba91a99f-f3ba-46e6-ad5d-582794b375a9" providerId="AD" clId="Web-{9F30E3E0-ECFE-A502-180B-A72FF0685D70}" dt="2024-02-25T23:00:09.992" v="47"/>
        <pc:sldMkLst>
          <pc:docMk/>
          <pc:sldMk cId="3564072124" sldId="387"/>
        </pc:sldMkLst>
        <pc:spChg chg="mod">
          <ac:chgData name="Bara Hamadeh" userId="S::b_hamadeh@asu.edu.jo::ba91a99f-f3ba-46e6-ad5d-582794b375a9" providerId="AD" clId="Web-{9F30E3E0-ECFE-A502-180B-A72FF0685D70}" dt="2024-02-25T23:00:09.992" v="47"/>
          <ac:spMkLst>
            <pc:docMk/>
            <pc:sldMk cId="3564072124" sldId="387"/>
            <ac:spMk id="4" creationId="{C1C5A38B-5857-EB25-0F69-B42963875812}"/>
          </ac:spMkLst>
        </pc:spChg>
      </pc:sldChg>
      <pc:sldChg chg="modSp">
        <pc:chgData name="Bara Hamadeh" userId="S::b_hamadeh@asu.edu.jo::ba91a99f-f3ba-46e6-ad5d-582794b375a9" providerId="AD" clId="Web-{9F30E3E0-ECFE-A502-180B-A72FF0685D70}" dt="2024-02-25T23:00:09.992" v="48"/>
        <pc:sldMkLst>
          <pc:docMk/>
          <pc:sldMk cId="45407585" sldId="388"/>
        </pc:sldMkLst>
        <pc:spChg chg="mod">
          <ac:chgData name="Bara Hamadeh" userId="S::b_hamadeh@asu.edu.jo::ba91a99f-f3ba-46e6-ad5d-582794b375a9" providerId="AD" clId="Web-{9F30E3E0-ECFE-A502-180B-A72FF0685D70}" dt="2024-02-25T23:00:09.992" v="48"/>
          <ac:spMkLst>
            <pc:docMk/>
            <pc:sldMk cId="45407585" sldId="388"/>
            <ac:spMk id="4" creationId="{0A9EC82C-55F4-70ED-1C6D-F9DFD7B97F12}"/>
          </ac:spMkLst>
        </pc:spChg>
      </pc:sldChg>
      <pc:sldChg chg="modSp">
        <pc:chgData name="Bara Hamadeh" userId="S::b_hamadeh@asu.edu.jo::ba91a99f-f3ba-46e6-ad5d-582794b375a9" providerId="AD" clId="Web-{9F30E3E0-ECFE-A502-180B-A72FF0685D70}" dt="2024-02-25T23:00:10.008" v="50"/>
        <pc:sldMkLst>
          <pc:docMk/>
          <pc:sldMk cId="1408191576" sldId="389"/>
        </pc:sldMkLst>
        <pc:spChg chg="mod">
          <ac:chgData name="Bara Hamadeh" userId="S::b_hamadeh@asu.edu.jo::ba91a99f-f3ba-46e6-ad5d-582794b375a9" providerId="AD" clId="Web-{9F30E3E0-ECFE-A502-180B-A72FF0685D70}" dt="2024-02-25T23:00:10.008" v="50"/>
          <ac:spMkLst>
            <pc:docMk/>
            <pc:sldMk cId="1408191576" sldId="389"/>
            <ac:spMk id="4" creationId="{C6011301-1626-8B03-04DE-88231C568326}"/>
          </ac:spMkLst>
        </pc:spChg>
      </pc:sldChg>
      <pc:sldChg chg="modSp">
        <pc:chgData name="Bara Hamadeh" userId="S::b_hamadeh@asu.edu.jo::ba91a99f-f3ba-46e6-ad5d-582794b375a9" providerId="AD" clId="Web-{9F30E3E0-ECFE-A502-180B-A72FF0685D70}" dt="2024-02-25T23:00:10.023" v="51"/>
        <pc:sldMkLst>
          <pc:docMk/>
          <pc:sldMk cId="2138149781" sldId="390"/>
        </pc:sldMkLst>
        <pc:spChg chg="mod">
          <ac:chgData name="Bara Hamadeh" userId="S::b_hamadeh@asu.edu.jo::ba91a99f-f3ba-46e6-ad5d-582794b375a9" providerId="AD" clId="Web-{9F30E3E0-ECFE-A502-180B-A72FF0685D70}" dt="2024-02-25T23:00:10.023" v="51"/>
          <ac:spMkLst>
            <pc:docMk/>
            <pc:sldMk cId="2138149781" sldId="390"/>
            <ac:spMk id="4" creationId="{417A0ACC-A0A9-004F-24F4-C256598C5E45}"/>
          </ac:spMkLst>
        </pc:spChg>
      </pc:sldChg>
      <pc:sldChg chg="modSp">
        <pc:chgData name="Bara Hamadeh" userId="S::b_hamadeh@asu.edu.jo::ba91a99f-f3ba-46e6-ad5d-582794b375a9" providerId="AD" clId="Web-{9F30E3E0-ECFE-A502-180B-A72FF0685D70}" dt="2024-02-25T23:00:10.023" v="52"/>
        <pc:sldMkLst>
          <pc:docMk/>
          <pc:sldMk cId="1169308520" sldId="391"/>
        </pc:sldMkLst>
        <pc:spChg chg="mod">
          <ac:chgData name="Bara Hamadeh" userId="S::b_hamadeh@asu.edu.jo::ba91a99f-f3ba-46e6-ad5d-582794b375a9" providerId="AD" clId="Web-{9F30E3E0-ECFE-A502-180B-A72FF0685D70}" dt="2024-02-25T23:00:10.023" v="52"/>
          <ac:spMkLst>
            <pc:docMk/>
            <pc:sldMk cId="1169308520" sldId="391"/>
            <ac:spMk id="4" creationId="{BDAA0D75-A4D2-20D9-38A1-2CBB8069BF46}"/>
          </ac:spMkLst>
        </pc:spChg>
      </pc:sldChg>
      <pc:sldChg chg="modSp">
        <pc:chgData name="Bara Hamadeh" userId="S::b_hamadeh@asu.edu.jo::ba91a99f-f3ba-46e6-ad5d-582794b375a9" providerId="AD" clId="Web-{9F30E3E0-ECFE-A502-180B-A72FF0685D70}" dt="2024-02-25T23:00:10.039" v="53"/>
        <pc:sldMkLst>
          <pc:docMk/>
          <pc:sldMk cId="2041777354" sldId="392"/>
        </pc:sldMkLst>
        <pc:spChg chg="mod">
          <ac:chgData name="Bara Hamadeh" userId="S::b_hamadeh@asu.edu.jo::ba91a99f-f3ba-46e6-ad5d-582794b375a9" providerId="AD" clId="Web-{9F30E3E0-ECFE-A502-180B-A72FF0685D70}" dt="2024-02-25T23:00:10.039" v="53"/>
          <ac:spMkLst>
            <pc:docMk/>
            <pc:sldMk cId="2041777354" sldId="392"/>
            <ac:spMk id="4" creationId="{617734B4-4ABA-43A9-183A-EF48E4BBFC35}"/>
          </ac:spMkLst>
        </pc:spChg>
      </pc:sldChg>
      <pc:sldChg chg="modSp">
        <pc:chgData name="Bara Hamadeh" userId="S::b_hamadeh@asu.edu.jo::ba91a99f-f3ba-46e6-ad5d-582794b375a9" providerId="AD" clId="Web-{9F30E3E0-ECFE-A502-180B-A72FF0685D70}" dt="2024-02-25T23:00:10.039" v="54"/>
        <pc:sldMkLst>
          <pc:docMk/>
          <pc:sldMk cId="4077709017" sldId="393"/>
        </pc:sldMkLst>
        <pc:spChg chg="mod">
          <ac:chgData name="Bara Hamadeh" userId="S::b_hamadeh@asu.edu.jo::ba91a99f-f3ba-46e6-ad5d-582794b375a9" providerId="AD" clId="Web-{9F30E3E0-ECFE-A502-180B-A72FF0685D70}" dt="2024-02-25T23:00:10.039" v="54"/>
          <ac:spMkLst>
            <pc:docMk/>
            <pc:sldMk cId="4077709017" sldId="393"/>
            <ac:spMk id="4" creationId="{5237A223-8520-2366-A0EC-225E4E38BB5B}"/>
          </ac:spMkLst>
        </pc:spChg>
      </pc:sldChg>
      <pc:sldChg chg="modSp">
        <pc:chgData name="Bara Hamadeh" userId="S::b_hamadeh@asu.edu.jo::ba91a99f-f3ba-46e6-ad5d-582794b375a9" providerId="AD" clId="Web-{9F30E3E0-ECFE-A502-180B-A72FF0685D70}" dt="2024-02-25T23:00:10.055" v="55"/>
        <pc:sldMkLst>
          <pc:docMk/>
          <pc:sldMk cId="1118679104" sldId="394"/>
        </pc:sldMkLst>
        <pc:spChg chg="mod">
          <ac:chgData name="Bara Hamadeh" userId="S::b_hamadeh@asu.edu.jo::ba91a99f-f3ba-46e6-ad5d-582794b375a9" providerId="AD" clId="Web-{9F30E3E0-ECFE-A502-180B-A72FF0685D70}" dt="2024-02-25T23:00:10.055" v="55"/>
          <ac:spMkLst>
            <pc:docMk/>
            <pc:sldMk cId="1118679104" sldId="394"/>
            <ac:spMk id="4" creationId="{F860BFB4-53F7-623B-F04F-56EBFF0410A9}"/>
          </ac:spMkLst>
        </pc:spChg>
      </pc:sldChg>
      <pc:sldChg chg="modSp">
        <pc:chgData name="Bara Hamadeh" userId="S::b_hamadeh@asu.edu.jo::ba91a99f-f3ba-46e6-ad5d-582794b375a9" providerId="AD" clId="Web-{9F30E3E0-ECFE-A502-180B-A72FF0685D70}" dt="2024-02-25T23:00:10.070" v="56"/>
        <pc:sldMkLst>
          <pc:docMk/>
          <pc:sldMk cId="1170503274" sldId="690"/>
        </pc:sldMkLst>
        <pc:spChg chg="mod">
          <ac:chgData name="Bara Hamadeh" userId="S::b_hamadeh@asu.edu.jo::ba91a99f-f3ba-46e6-ad5d-582794b375a9" providerId="AD" clId="Web-{9F30E3E0-ECFE-A502-180B-A72FF0685D70}" dt="2024-02-25T23:00:10.070" v="56"/>
          <ac:spMkLst>
            <pc:docMk/>
            <pc:sldMk cId="1170503274" sldId="690"/>
            <ac:spMk id="4" creationId="{6629A7AF-A338-4ABE-AA75-CF4A3D5F8750}"/>
          </ac:spMkLst>
        </pc:spChg>
      </pc:sldChg>
      <pc:sldChg chg="modSp">
        <pc:chgData name="Bara Hamadeh" userId="S::b_hamadeh@asu.edu.jo::ba91a99f-f3ba-46e6-ad5d-582794b375a9" providerId="AD" clId="Web-{9F30E3E0-ECFE-A502-180B-A72FF0685D70}" dt="2024-02-25T23:00:10.086" v="57"/>
        <pc:sldMkLst>
          <pc:docMk/>
          <pc:sldMk cId="63536141" sldId="691"/>
        </pc:sldMkLst>
        <pc:spChg chg="mod">
          <ac:chgData name="Bara Hamadeh" userId="S::b_hamadeh@asu.edu.jo::ba91a99f-f3ba-46e6-ad5d-582794b375a9" providerId="AD" clId="Web-{9F30E3E0-ECFE-A502-180B-A72FF0685D70}" dt="2024-02-25T23:00:10.086" v="57"/>
          <ac:spMkLst>
            <pc:docMk/>
            <pc:sldMk cId="63536141" sldId="691"/>
            <ac:spMk id="4" creationId="{3831BA74-83D0-A3AF-9237-CC37F1986315}"/>
          </ac:spMkLst>
        </pc:spChg>
      </pc:sldChg>
      <pc:sldChg chg="modSp">
        <pc:chgData name="Bara Hamadeh" userId="S::b_hamadeh@asu.edu.jo::ba91a99f-f3ba-46e6-ad5d-582794b375a9" providerId="AD" clId="Web-{9F30E3E0-ECFE-A502-180B-A72FF0685D70}" dt="2024-02-25T23:00:10.086" v="58"/>
        <pc:sldMkLst>
          <pc:docMk/>
          <pc:sldMk cId="979853097" sldId="692"/>
        </pc:sldMkLst>
        <pc:spChg chg="mod">
          <ac:chgData name="Bara Hamadeh" userId="S::b_hamadeh@asu.edu.jo::ba91a99f-f3ba-46e6-ad5d-582794b375a9" providerId="AD" clId="Web-{9F30E3E0-ECFE-A502-180B-A72FF0685D70}" dt="2024-02-25T23:00:10.086" v="58"/>
          <ac:spMkLst>
            <pc:docMk/>
            <pc:sldMk cId="979853097" sldId="692"/>
            <ac:spMk id="4" creationId="{258A7F9C-D4AF-467E-6A28-CC4AEACE56B5}"/>
          </ac:spMkLst>
        </pc:spChg>
      </pc:sldChg>
      <pc:sldChg chg="modSp">
        <pc:chgData name="Bara Hamadeh" userId="S::b_hamadeh@asu.edu.jo::ba91a99f-f3ba-46e6-ad5d-582794b375a9" providerId="AD" clId="Web-{9F30E3E0-ECFE-A502-180B-A72FF0685D70}" dt="2024-02-25T23:00:10.102" v="59"/>
        <pc:sldMkLst>
          <pc:docMk/>
          <pc:sldMk cId="2187624822" sldId="693"/>
        </pc:sldMkLst>
        <pc:spChg chg="mod">
          <ac:chgData name="Bara Hamadeh" userId="S::b_hamadeh@asu.edu.jo::ba91a99f-f3ba-46e6-ad5d-582794b375a9" providerId="AD" clId="Web-{9F30E3E0-ECFE-A502-180B-A72FF0685D70}" dt="2024-02-25T23:00:10.102" v="59"/>
          <ac:spMkLst>
            <pc:docMk/>
            <pc:sldMk cId="2187624822" sldId="693"/>
            <ac:spMk id="4" creationId="{18E35CAD-A13F-D29C-ACC4-5D29AF9154B4}"/>
          </ac:spMkLst>
        </pc:spChg>
      </pc:sldChg>
      <pc:sldChg chg="modSp">
        <pc:chgData name="Bara Hamadeh" userId="S::b_hamadeh@asu.edu.jo::ba91a99f-f3ba-46e6-ad5d-582794b375a9" providerId="AD" clId="Web-{9F30E3E0-ECFE-A502-180B-A72FF0685D70}" dt="2024-02-25T23:00:09.867" v="31"/>
        <pc:sldMkLst>
          <pc:docMk/>
          <pc:sldMk cId="2527535633" sldId="694"/>
        </pc:sldMkLst>
        <pc:spChg chg="mod">
          <ac:chgData name="Bara Hamadeh" userId="S::b_hamadeh@asu.edu.jo::ba91a99f-f3ba-46e6-ad5d-582794b375a9" providerId="AD" clId="Web-{9F30E3E0-ECFE-A502-180B-A72FF0685D70}" dt="2024-02-25T23:00:09.867" v="31"/>
          <ac:spMkLst>
            <pc:docMk/>
            <pc:sldMk cId="2527535633" sldId="694"/>
            <ac:spMk id="4" creationId="{44AEBF91-C8B6-3A37-E057-66D368D6F453}"/>
          </ac:spMkLst>
        </pc:spChg>
      </pc:sldChg>
      <pc:sldChg chg="modSp">
        <pc:chgData name="Bara Hamadeh" userId="S::b_hamadeh@asu.edu.jo::ba91a99f-f3ba-46e6-ad5d-582794b375a9" providerId="AD" clId="Web-{9F30E3E0-ECFE-A502-180B-A72FF0685D70}" dt="2024-02-25T23:00:09.883" v="32"/>
        <pc:sldMkLst>
          <pc:docMk/>
          <pc:sldMk cId="1436488911" sldId="695"/>
        </pc:sldMkLst>
        <pc:spChg chg="mod">
          <ac:chgData name="Bara Hamadeh" userId="S::b_hamadeh@asu.edu.jo::ba91a99f-f3ba-46e6-ad5d-582794b375a9" providerId="AD" clId="Web-{9F30E3E0-ECFE-A502-180B-A72FF0685D70}" dt="2024-02-25T23:00:09.883" v="32"/>
          <ac:spMkLst>
            <pc:docMk/>
            <pc:sldMk cId="1436488911" sldId="695"/>
            <ac:spMk id="4" creationId="{43978E71-0FE7-E950-3C3D-A398B498C123}"/>
          </ac:spMkLst>
        </pc:spChg>
      </pc:sldChg>
      <pc:sldChg chg="modSp">
        <pc:chgData name="Bara Hamadeh" userId="S::b_hamadeh@asu.edu.jo::ba91a99f-f3ba-46e6-ad5d-582794b375a9" providerId="AD" clId="Web-{9F30E3E0-ECFE-A502-180B-A72FF0685D70}" dt="2024-02-25T23:00:09.883" v="33"/>
        <pc:sldMkLst>
          <pc:docMk/>
          <pc:sldMk cId="3991203598" sldId="696"/>
        </pc:sldMkLst>
        <pc:spChg chg="mod">
          <ac:chgData name="Bara Hamadeh" userId="S::b_hamadeh@asu.edu.jo::ba91a99f-f3ba-46e6-ad5d-582794b375a9" providerId="AD" clId="Web-{9F30E3E0-ECFE-A502-180B-A72FF0685D70}" dt="2024-02-25T23:00:09.883" v="33"/>
          <ac:spMkLst>
            <pc:docMk/>
            <pc:sldMk cId="3991203598" sldId="696"/>
            <ac:spMk id="4" creationId="{07AE49A7-D92B-A0AC-7CCF-E4DB7B968F98}"/>
          </ac:spMkLst>
        </pc:spChg>
      </pc:sldChg>
      <pc:sldChg chg="modSp">
        <pc:chgData name="Bara Hamadeh" userId="S::b_hamadeh@asu.edu.jo::ba91a99f-f3ba-46e6-ad5d-582794b375a9" providerId="AD" clId="Web-{9F30E3E0-ECFE-A502-180B-A72FF0685D70}" dt="2024-02-25T23:00:09.898" v="34"/>
        <pc:sldMkLst>
          <pc:docMk/>
          <pc:sldMk cId="958094741" sldId="697"/>
        </pc:sldMkLst>
        <pc:spChg chg="mod">
          <ac:chgData name="Bara Hamadeh" userId="S::b_hamadeh@asu.edu.jo::ba91a99f-f3ba-46e6-ad5d-582794b375a9" providerId="AD" clId="Web-{9F30E3E0-ECFE-A502-180B-A72FF0685D70}" dt="2024-02-25T23:00:09.898" v="34"/>
          <ac:spMkLst>
            <pc:docMk/>
            <pc:sldMk cId="958094741" sldId="697"/>
            <ac:spMk id="4" creationId="{06950B1B-80C5-99BF-6C2F-1B31D51C21FA}"/>
          </ac:spMkLst>
        </pc:spChg>
      </pc:sldChg>
      <pc:sldChg chg="modSp">
        <pc:chgData name="Bara Hamadeh" userId="S::b_hamadeh@asu.edu.jo::ba91a99f-f3ba-46e6-ad5d-582794b375a9" providerId="AD" clId="Web-{9F30E3E0-ECFE-A502-180B-A72FF0685D70}" dt="2024-02-25T23:00:09.898" v="35"/>
        <pc:sldMkLst>
          <pc:docMk/>
          <pc:sldMk cId="1221624494" sldId="698"/>
        </pc:sldMkLst>
        <pc:spChg chg="mod">
          <ac:chgData name="Bara Hamadeh" userId="S::b_hamadeh@asu.edu.jo::ba91a99f-f3ba-46e6-ad5d-582794b375a9" providerId="AD" clId="Web-{9F30E3E0-ECFE-A502-180B-A72FF0685D70}" dt="2024-02-25T23:00:09.898" v="35"/>
          <ac:spMkLst>
            <pc:docMk/>
            <pc:sldMk cId="1221624494" sldId="698"/>
            <ac:spMk id="4" creationId="{8DB56EB9-42AD-8BEA-5C02-B42377B02EAF}"/>
          </ac:spMkLst>
        </pc:spChg>
      </pc:sldChg>
      <pc:sldChg chg="modSp">
        <pc:chgData name="Bara Hamadeh" userId="S::b_hamadeh@asu.edu.jo::ba91a99f-f3ba-46e6-ad5d-582794b375a9" providerId="AD" clId="Web-{9F30E3E0-ECFE-A502-180B-A72FF0685D70}" dt="2024-02-25T23:00:09.898" v="36"/>
        <pc:sldMkLst>
          <pc:docMk/>
          <pc:sldMk cId="1375903411" sldId="699"/>
        </pc:sldMkLst>
        <pc:spChg chg="mod">
          <ac:chgData name="Bara Hamadeh" userId="S::b_hamadeh@asu.edu.jo::ba91a99f-f3ba-46e6-ad5d-582794b375a9" providerId="AD" clId="Web-{9F30E3E0-ECFE-A502-180B-A72FF0685D70}" dt="2024-02-25T23:00:09.898" v="36"/>
          <ac:spMkLst>
            <pc:docMk/>
            <pc:sldMk cId="1375903411" sldId="699"/>
            <ac:spMk id="4" creationId="{3C8E0D9D-E9A8-3892-7495-51C4BD3B66FA}"/>
          </ac:spMkLst>
        </pc:spChg>
      </pc:sldChg>
      <pc:sldChg chg="modSp">
        <pc:chgData name="Bara Hamadeh" userId="S::b_hamadeh@asu.edu.jo::ba91a99f-f3ba-46e6-ad5d-582794b375a9" providerId="AD" clId="Web-{9F30E3E0-ECFE-A502-180B-A72FF0685D70}" dt="2024-02-25T23:00:09.914" v="37"/>
        <pc:sldMkLst>
          <pc:docMk/>
          <pc:sldMk cId="3897999753" sldId="700"/>
        </pc:sldMkLst>
        <pc:spChg chg="mod">
          <ac:chgData name="Bara Hamadeh" userId="S::b_hamadeh@asu.edu.jo::ba91a99f-f3ba-46e6-ad5d-582794b375a9" providerId="AD" clId="Web-{9F30E3E0-ECFE-A502-180B-A72FF0685D70}" dt="2024-02-25T23:00:09.914" v="37"/>
          <ac:spMkLst>
            <pc:docMk/>
            <pc:sldMk cId="3897999753" sldId="700"/>
            <ac:spMk id="4" creationId="{2B4AB606-16EA-CC34-A795-CDD13A0FC148}"/>
          </ac:spMkLst>
        </pc:spChg>
      </pc:sldChg>
      <pc:sldChg chg="modSp">
        <pc:chgData name="Bara Hamadeh" userId="S::b_hamadeh@asu.edu.jo::ba91a99f-f3ba-46e6-ad5d-582794b375a9" providerId="AD" clId="Web-{9F30E3E0-ECFE-A502-180B-A72FF0685D70}" dt="2024-02-25T23:00:09.914" v="38"/>
        <pc:sldMkLst>
          <pc:docMk/>
          <pc:sldMk cId="3767487707" sldId="701"/>
        </pc:sldMkLst>
        <pc:spChg chg="mod">
          <ac:chgData name="Bara Hamadeh" userId="S::b_hamadeh@asu.edu.jo::ba91a99f-f3ba-46e6-ad5d-582794b375a9" providerId="AD" clId="Web-{9F30E3E0-ECFE-A502-180B-A72FF0685D70}" dt="2024-02-25T23:00:09.914" v="38"/>
          <ac:spMkLst>
            <pc:docMk/>
            <pc:sldMk cId="3767487707" sldId="701"/>
            <ac:spMk id="4" creationId="{8D53F2BA-CBDF-D831-CFD1-E2EE8A6ADDFE}"/>
          </ac:spMkLst>
        </pc:spChg>
      </pc:sldChg>
      <pc:sldChg chg="modSp modTransition">
        <pc:chgData name="Bara Hamadeh" userId="S::b_hamadeh@asu.edu.jo::ba91a99f-f3ba-46e6-ad5d-582794b375a9" providerId="AD" clId="Web-{9F30E3E0-ECFE-A502-180B-A72FF0685D70}" dt="2024-02-25T23:00:18.696" v="60"/>
        <pc:sldMkLst>
          <pc:docMk/>
          <pc:sldMk cId="3817176486" sldId="702"/>
        </pc:sldMkLst>
        <pc:spChg chg="mod">
          <ac:chgData name="Bara Hamadeh" userId="S::b_hamadeh@asu.edu.jo::ba91a99f-f3ba-46e6-ad5d-582794b375a9" providerId="AD" clId="Web-{9F30E3E0-ECFE-A502-180B-A72FF0685D70}" dt="2024-02-25T23:00:09.930" v="39"/>
          <ac:spMkLst>
            <pc:docMk/>
            <pc:sldMk cId="3817176486" sldId="702"/>
            <ac:spMk id="4" creationId="{E2FBAE99-B742-58B4-9068-16BFD50402B6}"/>
          </ac:spMkLst>
        </pc:spChg>
      </pc:sldChg>
      <pc:sldChg chg="modSp modTransition">
        <pc:chgData name="Bara Hamadeh" userId="S::b_hamadeh@asu.edu.jo::ba91a99f-f3ba-46e6-ad5d-582794b375a9" providerId="AD" clId="Web-{9F30E3E0-ECFE-A502-180B-A72FF0685D70}" dt="2024-02-25T23:00:18.696" v="61"/>
        <pc:sldMkLst>
          <pc:docMk/>
          <pc:sldMk cId="344111049" sldId="703"/>
        </pc:sldMkLst>
        <pc:spChg chg="mod">
          <ac:chgData name="Bara Hamadeh" userId="S::b_hamadeh@asu.edu.jo::ba91a99f-f3ba-46e6-ad5d-582794b375a9" providerId="AD" clId="Web-{9F30E3E0-ECFE-A502-180B-A72FF0685D70}" dt="2024-02-25T23:00:09.930" v="40"/>
          <ac:spMkLst>
            <pc:docMk/>
            <pc:sldMk cId="344111049" sldId="703"/>
            <ac:spMk id="4" creationId="{2C3A78E5-5776-A873-684C-A6F7FE85B026}"/>
          </ac:spMkLst>
        </pc:spChg>
      </pc:sldChg>
      <pc:sldChg chg="modSp modTransition">
        <pc:chgData name="Bara Hamadeh" userId="S::b_hamadeh@asu.edu.jo::ba91a99f-f3ba-46e6-ad5d-582794b375a9" providerId="AD" clId="Web-{9F30E3E0-ECFE-A502-180B-A72FF0685D70}" dt="2024-02-25T23:00:18.696" v="63"/>
        <pc:sldMkLst>
          <pc:docMk/>
          <pc:sldMk cId="3842004357" sldId="704"/>
        </pc:sldMkLst>
        <pc:spChg chg="mod">
          <ac:chgData name="Bara Hamadeh" userId="S::b_hamadeh@asu.edu.jo::ba91a99f-f3ba-46e6-ad5d-582794b375a9" providerId="AD" clId="Web-{9F30E3E0-ECFE-A502-180B-A72FF0685D70}" dt="2024-02-25T23:00:09.945" v="42"/>
          <ac:spMkLst>
            <pc:docMk/>
            <pc:sldMk cId="3842004357" sldId="704"/>
            <ac:spMk id="4" creationId="{B457F18C-5F49-4CC2-8CBE-5E64C4BCA40E}"/>
          </ac:spMkLst>
        </pc:spChg>
      </pc:sldChg>
      <pc:sldChg chg="modSp modTransition">
        <pc:chgData name="Bara Hamadeh" userId="S::b_hamadeh@asu.edu.jo::ba91a99f-f3ba-46e6-ad5d-582794b375a9" providerId="AD" clId="Web-{9F30E3E0-ECFE-A502-180B-A72FF0685D70}" dt="2024-02-25T23:00:18.696" v="62"/>
        <pc:sldMkLst>
          <pc:docMk/>
          <pc:sldMk cId="3396674143" sldId="705"/>
        </pc:sldMkLst>
        <pc:spChg chg="mod">
          <ac:chgData name="Bara Hamadeh" userId="S::b_hamadeh@asu.edu.jo::ba91a99f-f3ba-46e6-ad5d-582794b375a9" providerId="AD" clId="Web-{9F30E3E0-ECFE-A502-180B-A72FF0685D70}" dt="2024-02-25T23:00:09.945" v="41"/>
          <ac:spMkLst>
            <pc:docMk/>
            <pc:sldMk cId="3396674143" sldId="705"/>
            <ac:spMk id="4" creationId="{C42E633D-AB3C-B8BD-C72F-C2DD427B9CD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5B87DE-9E73-458A-8E46-5005C259709B}" type="datetimeFigureOut">
              <a:rPr lang="en-US" smtClean="0"/>
              <a:t>2/25/2024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5C0B3B-8708-4C1B-BF63-D2C17A953311}" type="slidenum">
              <a:rPr lang="en-US" smtClean="0"/>
              <a:t>‹#›</a:t>
            </a:fld>
            <a:endParaRPr lang="en-US"/>
          </a:p>
        </p:txBody>
      </p:sp>
    </p:spTree>
    <p:extLst>
      <p:ext uri="{BB962C8B-B14F-4D97-AF65-F5344CB8AC3E}">
        <p14:creationId xmlns:p14="http://schemas.microsoft.com/office/powerpoint/2010/main" val="3382356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C0B3B-8708-4C1B-BF63-D2C17A953311}" type="slidenum">
              <a:rPr lang="en-US" smtClean="0"/>
              <a:t>1</a:t>
            </a:fld>
            <a:endParaRPr lang="en-US"/>
          </a:p>
        </p:txBody>
      </p:sp>
    </p:spTree>
    <p:extLst>
      <p:ext uri="{BB962C8B-B14F-4D97-AF65-F5344CB8AC3E}">
        <p14:creationId xmlns:p14="http://schemas.microsoft.com/office/powerpoint/2010/main" val="35136814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6EF93B9-2240-458A-9C8A-D77D360F136D}" type="datetime1">
              <a:rPr lang="en-US" smtClean="0"/>
              <a:t>2/25/2024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69422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D869A1-FFE9-4971-81CF-E6E587BFAF17}" type="datetime1">
              <a:rPr lang="en-US" smtClean="0"/>
              <a:t>2/25/2024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543625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4E62A-F207-4772-9B5A-8BD6FA3161E2}" type="datetime1">
              <a:rPr lang="en-US" smtClean="0"/>
              <a:t>2/25/2024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5053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48AA4B-B17E-4627-824C-92E89A68F5AA}" type="datetime1">
              <a:rPr lang="en-US" smtClean="0"/>
              <a:t>2/25/2024</a:t>
            </a:fld>
            <a:endParaRPr lang="en-US"/>
          </a:p>
        </p:txBody>
      </p:sp>
      <p:sp>
        <p:nvSpPr>
          <p:cNvPr id="6" name="Footer Placeholder 5"/>
          <p:cNvSpPr>
            <a:spLocks noGrp="1"/>
          </p:cNvSpPr>
          <p:nvPr>
            <p:ph type="ftr" sz="quarter" idx="11"/>
          </p:nvPr>
        </p:nvSpPr>
        <p:spPr/>
        <p:txBody>
          <a:body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555795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B8F3F9C-F010-46A2-A453-26E07754FC91}" type="datetime1">
              <a:rPr lang="en-US" smtClean="0"/>
              <a:t>2/25/2024</a:t>
            </a:fld>
            <a:endParaRPr lang="en-US"/>
          </a:p>
        </p:txBody>
      </p:sp>
      <p:sp>
        <p:nvSpPr>
          <p:cNvPr id="8" name="Footer Placeholder 7"/>
          <p:cNvSpPr>
            <a:spLocks noGrp="1"/>
          </p:cNvSpPr>
          <p:nvPr>
            <p:ph type="ftr" sz="quarter" idx="11"/>
          </p:nvPr>
        </p:nvSpPr>
        <p:spPr/>
        <p:txBody>
          <a:bodyPr/>
          <a:lstStyle/>
          <a:p>
            <a:r>
              <a:rPr lang="en-US"/>
              <a:t>Edited and Reviewed By: I. Bara' Qadomi &amp; I. Bara' Hamadah (FIT, Applied Science Private University)</a:t>
            </a:r>
          </a:p>
        </p:txBody>
      </p:sp>
      <p:sp>
        <p:nvSpPr>
          <p:cNvPr id="9" name="Slide Number Placeholder 8"/>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3154714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7CF26C5-0AB1-4D81-B349-EA1C4636412F}" type="datetime1">
              <a:rPr lang="en-US" smtClean="0"/>
              <a:t>2/25/2024</a:t>
            </a:fld>
            <a:endParaRPr lang="en-US"/>
          </a:p>
        </p:txBody>
      </p:sp>
      <p:sp>
        <p:nvSpPr>
          <p:cNvPr id="4" name="Footer Placeholder 3"/>
          <p:cNvSpPr>
            <a:spLocks noGrp="1"/>
          </p:cNvSpPr>
          <p:nvPr>
            <p:ph type="ftr" sz="quarter" idx="11"/>
          </p:nvPr>
        </p:nvSpPr>
        <p:spPr/>
        <p:txBody>
          <a:bodyPr/>
          <a:lstStyle/>
          <a:p>
            <a:r>
              <a:rPr lang="en-US"/>
              <a:t>Edited and Reviewed By: I. Bara' Qadomi &amp; I. Bara' Hamadah (FIT, Applied Science Private University)</a:t>
            </a:r>
          </a:p>
        </p:txBody>
      </p:sp>
      <p:sp>
        <p:nvSpPr>
          <p:cNvPr id="5" name="Slide Number Placeholder 4"/>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943265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831A512-64F8-4392-8727-ADC49072C1D3}" type="datetime1">
              <a:rPr lang="en-US" smtClean="0"/>
              <a:t>2/25/2024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Edited and Reviewed By: I. Bara' Qadomi &amp; I. Bara' Hamadah (FIT, Applied Science Private University)</a:t>
            </a:r>
          </a:p>
        </p:txBody>
      </p:sp>
      <p:sp>
        <p:nvSpPr>
          <p:cNvPr id="9" name="Slide Number Placeholder 8"/>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103728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7B8F72D-549A-4727-BDFA-90F03C6F4337}" type="datetime1">
              <a:rPr lang="en-US" smtClean="0"/>
              <a:t>2/25/2024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C396071-E751-40D2-A926-BDB6331B5672}" type="slidenum">
              <a:rPr lang="en-US" smtClean="0"/>
              <a:t>‹#›</a:t>
            </a:fld>
            <a:endParaRPr lang="en-US"/>
          </a:p>
        </p:txBody>
      </p:sp>
    </p:spTree>
    <p:extLst>
      <p:ext uri="{BB962C8B-B14F-4D97-AF65-F5344CB8AC3E}">
        <p14:creationId xmlns:p14="http://schemas.microsoft.com/office/powerpoint/2010/main" val="3199667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627615-D348-4B19-B7B7-DAC148C1B269}" type="datetime1">
              <a:rPr lang="en-US" smtClean="0"/>
              <a:t>2/25/2024</a:t>
            </a:fld>
            <a:endParaRPr lang="en-US"/>
          </a:p>
        </p:txBody>
      </p:sp>
      <p:sp>
        <p:nvSpPr>
          <p:cNvPr id="6" name="Footer Placeholder 5"/>
          <p:cNvSpPr>
            <a:spLocks noGrp="1"/>
          </p:cNvSpPr>
          <p:nvPr>
            <p:ph type="ftr" sz="quarter" idx="11"/>
          </p:nvPr>
        </p:nvSpPr>
        <p:spPr/>
        <p:txBody>
          <a:body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593807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DED0CC-F8D7-43EC-A0E5-764B02C0CAC0}" type="datetime1">
              <a:rPr lang="en-US" smtClean="0"/>
              <a:t>2/25/2024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40525929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132D33-3C11-41B2-948E-9B474AE99438}" type="datetime1">
              <a:rPr lang="en-US" smtClean="0"/>
              <a:t>2/25/2024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2606264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348791" y="286603"/>
            <a:ext cx="11481847"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48791" y="1845734"/>
            <a:ext cx="11481847"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48792" y="6459785"/>
            <a:ext cx="2422688" cy="365125"/>
          </a:xfrm>
          <a:prstGeom prst="rect">
            <a:avLst/>
          </a:prstGeom>
        </p:spPr>
        <p:txBody>
          <a:bodyPr vert="horz" lIns="91440" tIns="45720" rIns="91440" bIns="45720" rtlCol="0" anchor="ctr"/>
          <a:lstStyle>
            <a:lvl1pPr algn="l">
              <a:defRPr sz="900">
                <a:solidFill>
                  <a:srgbClr val="FFFFFF"/>
                </a:solidFill>
              </a:defRPr>
            </a:lvl1pPr>
          </a:lstStyle>
          <a:p>
            <a:fld id="{73A80365-0E86-4783-B3FB-8FB7408E0554}" type="datetime1">
              <a:rPr lang="en-US" smtClean="0"/>
              <a:t>2/25/2024</a:t>
            </a:fld>
            <a:endParaRPr lang="en-US" dirty="0"/>
          </a:p>
        </p:txBody>
      </p:sp>
      <p:sp>
        <p:nvSpPr>
          <p:cNvPr id="5" name="Footer Placeholder 4"/>
          <p:cNvSpPr>
            <a:spLocks noGrp="1"/>
          </p:cNvSpPr>
          <p:nvPr>
            <p:ph type="ftr" sz="quarter" idx="3"/>
          </p:nvPr>
        </p:nvSpPr>
        <p:spPr>
          <a:xfrm>
            <a:off x="2846895" y="6459785"/>
            <a:ext cx="6966408"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Edited and Reviewed By: I. Bara' Qadomi &amp; I. Bara' Hamadah (FIT, Applied Science Private University)</a:t>
            </a:r>
            <a:endParaRPr lang="en-US" dirty="0"/>
          </a:p>
        </p:txBody>
      </p:sp>
      <p:sp>
        <p:nvSpPr>
          <p:cNvPr id="6" name="Slide Number Placeholder 5"/>
          <p:cNvSpPr>
            <a:spLocks noGrp="1"/>
          </p:cNvSpPr>
          <p:nvPr>
            <p:ph type="sldNum" sz="quarter" idx="4"/>
          </p:nvPr>
        </p:nvSpPr>
        <p:spPr>
          <a:xfrm>
            <a:off x="9900458" y="6459785"/>
            <a:ext cx="1930180" cy="365125"/>
          </a:xfrm>
          <a:prstGeom prst="rect">
            <a:avLst/>
          </a:prstGeom>
        </p:spPr>
        <p:txBody>
          <a:bodyPr vert="horz" lIns="91440" tIns="45720" rIns="91440" bIns="45720" rtlCol="0" anchor="ctr"/>
          <a:lstStyle>
            <a:lvl1pPr algn="r">
              <a:defRPr sz="1050">
                <a:solidFill>
                  <a:srgbClr val="FFFFFF"/>
                </a:solidFill>
              </a:defRPr>
            </a:lvl1pPr>
          </a:lstStyle>
          <a:p>
            <a:fld id="{CC396071-E751-40D2-A926-BDB6331B5672}" type="slidenum">
              <a:rPr lang="en-US" smtClean="0"/>
              <a:t>‹#›</a:t>
            </a:fld>
            <a:endParaRPr lang="en-US"/>
          </a:p>
        </p:txBody>
      </p:sp>
      <p:cxnSp>
        <p:nvCxnSpPr>
          <p:cNvPr id="10" name="Straight Connector 9"/>
          <p:cNvCxnSpPr>
            <a:cxnSpLocks/>
          </p:cNvCxnSpPr>
          <p:nvPr/>
        </p:nvCxnSpPr>
        <p:spPr>
          <a:xfrm flipV="1">
            <a:off x="348791" y="1737360"/>
            <a:ext cx="11481847" cy="485"/>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92952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180000" indent="-360000" algn="l" defTabSz="914400" rtl="0" eaLnBrk="1" latinLnBrk="0" hangingPunct="1">
        <a:lnSpc>
          <a:spcPct val="100000"/>
        </a:lnSpc>
        <a:spcBef>
          <a:spcPts val="1200"/>
        </a:spcBef>
        <a:spcAft>
          <a:spcPts val="200"/>
        </a:spcAft>
        <a:buClr>
          <a:schemeClr val="accent1"/>
        </a:buClr>
        <a:buSzPct val="100000"/>
        <a:buFont typeface="Wingdings" panose="05000000000000000000" pitchFamily="2" charset="2"/>
        <a:buChar char="§"/>
        <a:defRPr sz="2400" kern="1200">
          <a:solidFill>
            <a:schemeClr val="tx1">
              <a:lumMod val="75000"/>
              <a:lumOff val="25000"/>
            </a:schemeClr>
          </a:solidFill>
          <a:latin typeface="+mn-lt"/>
          <a:ea typeface="+mn-ea"/>
          <a:cs typeface="+mn-cs"/>
        </a:defRPr>
      </a:lvl1pPr>
      <a:lvl2pPr marL="720000" indent="-36000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2200" kern="1200">
          <a:solidFill>
            <a:schemeClr val="tx1">
              <a:lumMod val="75000"/>
              <a:lumOff val="25000"/>
            </a:schemeClr>
          </a:solidFill>
          <a:latin typeface="+mn-lt"/>
          <a:ea typeface="+mn-ea"/>
          <a:cs typeface="+mn-cs"/>
        </a:defRPr>
      </a:lvl2pPr>
      <a:lvl3pPr marL="1080000" indent="-360000" algn="l" defTabSz="914400" rtl="0" eaLnBrk="1" latinLnBrk="0" hangingPunct="1">
        <a:lnSpc>
          <a:spcPct val="10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426FD-D193-2F6D-1700-2CC522B16D18}"/>
              </a:ext>
            </a:extLst>
          </p:cNvPr>
          <p:cNvSpPr>
            <a:spLocks noGrp="1"/>
          </p:cNvSpPr>
          <p:nvPr>
            <p:ph type="ctrTitle"/>
          </p:nvPr>
        </p:nvSpPr>
        <p:spPr>
          <a:xfrm>
            <a:off x="1097280" y="758952"/>
            <a:ext cx="10058400" cy="3566160"/>
          </a:xfrm>
        </p:spPr>
        <p:txBody>
          <a:bodyPr/>
          <a:lstStyle/>
          <a:p>
            <a:r>
              <a:rPr lang="en-US" dirty="0"/>
              <a:t>Fundamental Programming Structures in JAVA</a:t>
            </a:r>
          </a:p>
        </p:txBody>
      </p:sp>
      <p:sp>
        <p:nvSpPr>
          <p:cNvPr id="3" name="Subtitle 2">
            <a:extLst>
              <a:ext uri="{FF2B5EF4-FFF2-40B4-BE49-F238E27FC236}">
                <a16:creationId xmlns:a16="http://schemas.microsoft.com/office/drawing/2014/main" id="{F67DB7FE-4890-3792-0238-F23914BC3E4F}"/>
              </a:ext>
            </a:extLst>
          </p:cNvPr>
          <p:cNvSpPr>
            <a:spLocks noGrp="1"/>
          </p:cNvSpPr>
          <p:nvPr>
            <p:ph type="subTitle" idx="1"/>
          </p:nvPr>
        </p:nvSpPr>
        <p:spPr>
          <a:xfrm>
            <a:off x="1100051" y="4455621"/>
            <a:ext cx="10058400" cy="1143000"/>
          </a:xfrm>
        </p:spPr>
        <p:txBody>
          <a:bodyPr/>
          <a:lstStyle/>
          <a:p>
            <a:r>
              <a:rPr lang="en-US" altLang="ar-SA" dirty="0"/>
              <a:t>Composition &amp; aggregation </a:t>
            </a:r>
          </a:p>
        </p:txBody>
      </p:sp>
    </p:spTree>
    <p:extLst>
      <p:ext uri="{BB962C8B-B14F-4D97-AF65-F5344CB8AC3E}">
        <p14:creationId xmlns:p14="http://schemas.microsoft.com/office/powerpoint/2010/main" val="98556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ar-SA" dirty="0"/>
              <a:t>Objectives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737361"/>
            <a:ext cx="11481847" cy="4640348"/>
          </a:xfrm>
        </p:spPr>
        <p:txBody>
          <a:bodyPr>
            <a:normAutofit/>
          </a:bodyPr>
          <a:lstStyle/>
          <a:p>
            <a:r>
              <a:rPr lang="en-US" altLang="en-US" sz="2400" dirty="0"/>
              <a:t>To discover the relationships between classes.</a:t>
            </a:r>
          </a:p>
          <a:p>
            <a:r>
              <a:rPr lang="en-US" altLang="en-US" sz="2400" dirty="0"/>
              <a:t>To distinguish between inheritance and composition. </a:t>
            </a:r>
          </a:p>
          <a:p>
            <a:r>
              <a:rPr lang="en-US" altLang="en-US" sz="2400" dirty="0"/>
              <a:t>To distinguish between aggregation and composition. </a:t>
            </a:r>
          </a:p>
          <a:p>
            <a:r>
              <a:rPr lang="en-US" altLang="en-US" sz="2400" dirty="0"/>
              <a:t>To declare a class has an property of another class.</a:t>
            </a:r>
          </a:p>
        </p:txBody>
      </p:sp>
      <p:sp>
        <p:nvSpPr>
          <p:cNvPr id="4" name="Footer Placeholder 3">
            <a:extLst>
              <a:ext uri="{FF2B5EF4-FFF2-40B4-BE49-F238E27FC236}">
                <a16:creationId xmlns:a16="http://schemas.microsoft.com/office/drawing/2014/main" id="{8258CA88-4CE1-2FF4-DD8D-F6AFF13B654D}"/>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76389556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Introduction </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90608272-F01A-C1FC-2656-16D8F568BEC2}"/>
              </a:ext>
            </a:extLst>
          </p:cNvPr>
          <p:cNvSpPr>
            <a:spLocks noGrp="1"/>
          </p:cNvSpPr>
          <p:nvPr>
            <p:ph idx="1"/>
          </p:nvPr>
        </p:nvSpPr>
        <p:spPr/>
        <p:txBody>
          <a:bodyPr>
            <a:normAutofit/>
          </a:bodyPr>
          <a:lstStyle/>
          <a:p>
            <a:pPr algn="l"/>
            <a:r>
              <a:rPr lang="en-US" b="0" i="0" dirty="0">
                <a:solidFill>
                  <a:schemeClr val="tx1">
                    <a:lumMod val="85000"/>
                    <a:lumOff val="15000"/>
                  </a:schemeClr>
                </a:solidFill>
                <a:effectLst/>
              </a:rPr>
              <a:t>Relationships between classes are crucial in object-oriented programming. Just as the concepts like classes and objects in object-oriented programming are built to model real-world entities, the relationships between classes in object-oriented programming are built to model the relationships between real-world entities, that these classes represent.</a:t>
            </a:r>
          </a:p>
          <a:p>
            <a:pPr algn="l"/>
            <a:r>
              <a:rPr lang="en-US" b="0" i="0" dirty="0">
                <a:solidFill>
                  <a:schemeClr val="tx1">
                    <a:lumMod val="85000"/>
                    <a:lumOff val="15000"/>
                  </a:schemeClr>
                </a:solidFill>
                <a:effectLst/>
              </a:rPr>
              <a:t>In a way, almost everything that we see in the real world can be viewed as a bunch of objects and the relationships/associations between them.</a:t>
            </a:r>
          </a:p>
          <a:p>
            <a:pPr marL="0" indent="0">
              <a:buNone/>
            </a:pPr>
            <a:endParaRPr lang="en-US" dirty="0"/>
          </a:p>
        </p:txBody>
      </p:sp>
    </p:spTree>
    <p:extLst>
      <p:ext uri="{BB962C8B-B14F-4D97-AF65-F5344CB8AC3E}">
        <p14:creationId xmlns:p14="http://schemas.microsoft.com/office/powerpoint/2010/main" val="2201219679"/>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FB5F9-1E69-D113-FC13-5D7971CEF6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3E6D1D-0212-275E-CF71-52F885D7B35C}"/>
              </a:ext>
            </a:extLst>
          </p:cNvPr>
          <p:cNvSpPr>
            <a:spLocks noGrp="1"/>
          </p:cNvSpPr>
          <p:nvPr>
            <p:ph type="title"/>
          </p:nvPr>
        </p:nvSpPr>
        <p:spPr>
          <a:xfrm>
            <a:off x="348791" y="286603"/>
            <a:ext cx="11481847" cy="1450757"/>
          </a:xfrm>
        </p:spPr>
        <p:txBody>
          <a:bodyPr/>
          <a:lstStyle/>
          <a:p>
            <a:r>
              <a:rPr lang="en-US" dirty="0"/>
              <a:t>Introduction </a:t>
            </a:r>
          </a:p>
        </p:txBody>
      </p:sp>
      <p:sp>
        <p:nvSpPr>
          <p:cNvPr id="4" name="Footer Placeholder 3">
            <a:extLst>
              <a:ext uri="{FF2B5EF4-FFF2-40B4-BE49-F238E27FC236}">
                <a16:creationId xmlns:a16="http://schemas.microsoft.com/office/drawing/2014/main" id="{19189098-FE4F-3B24-A3A6-E0A6A2E659EE}"/>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77B44D68-D239-556B-2884-22DFFFE7C356}"/>
              </a:ext>
            </a:extLst>
          </p:cNvPr>
          <p:cNvSpPr>
            <a:spLocks noGrp="1"/>
          </p:cNvSpPr>
          <p:nvPr>
            <p:ph idx="1"/>
          </p:nvPr>
        </p:nvSpPr>
        <p:spPr/>
        <p:txBody>
          <a:bodyPr>
            <a:normAutofit/>
          </a:bodyPr>
          <a:lstStyle/>
          <a:p>
            <a:pPr algn="l"/>
            <a:r>
              <a:rPr lang="en-US" b="0" i="0" dirty="0">
                <a:solidFill>
                  <a:schemeClr val="tx1">
                    <a:lumMod val="85000"/>
                    <a:lumOff val="15000"/>
                  </a:schemeClr>
                </a:solidFill>
                <a:effectLst/>
              </a:rPr>
              <a:t>Classes as individual entities( without any relations between them ) are impractical in object-oriented programming because then we would not be able to model the relationships that exist between real-life entities.</a:t>
            </a:r>
          </a:p>
          <a:p>
            <a:pPr algn="l"/>
            <a:r>
              <a:rPr lang="en-US" b="0" i="0" dirty="0">
                <a:solidFill>
                  <a:schemeClr val="tx1">
                    <a:lumMod val="85000"/>
                    <a:lumOff val="15000"/>
                  </a:schemeClr>
                </a:solidFill>
                <a:effectLst/>
              </a:rPr>
              <a:t>A student is called a student because he studies in a school/college. Here both student and college entities can be modeled as two individual classes with a relation of client-provider (wherein college “provides” education to the student) between them. Similarly, there would be no concept of the employee in real life without the existence of an organization that employs individuals, thus an organization is associated with an employee(here the relation is ‘employment’).</a:t>
            </a:r>
          </a:p>
          <a:p>
            <a:pPr marL="0" indent="0">
              <a:buNone/>
            </a:pPr>
            <a:endParaRPr lang="en-US" dirty="0"/>
          </a:p>
        </p:txBody>
      </p:sp>
    </p:spTree>
    <p:extLst>
      <p:ext uri="{BB962C8B-B14F-4D97-AF65-F5344CB8AC3E}">
        <p14:creationId xmlns:p14="http://schemas.microsoft.com/office/powerpoint/2010/main" val="4220449072"/>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2467D-D1F4-9450-98BA-EFA9221105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97B396-416F-CD29-7D42-732F348CF59A}"/>
              </a:ext>
            </a:extLst>
          </p:cNvPr>
          <p:cNvSpPr>
            <a:spLocks noGrp="1"/>
          </p:cNvSpPr>
          <p:nvPr>
            <p:ph type="title"/>
          </p:nvPr>
        </p:nvSpPr>
        <p:spPr>
          <a:xfrm>
            <a:off x="348791" y="286603"/>
            <a:ext cx="11481847" cy="1450757"/>
          </a:xfrm>
        </p:spPr>
        <p:txBody>
          <a:bodyPr/>
          <a:lstStyle/>
          <a:p>
            <a:r>
              <a:rPr lang="en-US" dirty="0"/>
              <a:t>Association in java  </a:t>
            </a:r>
          </a:p>
        </p:txBody>
      </p:sp>
      <p:sp>
        <p:nvSpPr>
          <p:cNvPr id="4" name="Footer Placeholder 3">
            <a:extLst>
              <a:ext uri="{FF2B5EF4-FFF2-40B4-BE49-F238E27FC236}">
                <a16:creationId xmlns:a16="http://schemas.microsoft.com/office/drawing/2014/main" id="{93E7041A-E3F7-0C69-230F-6A8C43920F90}"/>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96C0931B-5962-ABF6-7589-3A6159355D67}"/>
              </a:ext>
            </a:extLst>
          </p:cNvPr>
          <p:cNvSpPr>
            <a:spLocks noGrp="1"/>
          </p:cNvSpPr>
          <p:nvPr>
            <p:ph idx="1"/>
          </p:nvPr>
        </p:nvSpPr>
        <p:spPr>
          <a:xfrm>
            <a:off x="348791" y="1845733"/>
            <a:ext cx="11481847" cy="4228801"/>
          </a:xfrm>
        </p:spPr>
        <p:txBody>
          <a:bodyPr>
            <a:normAutofit/>
          </a:bodyPr>
          <a:lstStyle/>
          <a:p>
            <a:pPr algn="l"/>
            <a:r>
              <a:rPr lang="en-US" b="0" i="0" dirty="0">
                <a:solidFill>
                  <a:schemeClr val="tx1">
                    <a:lumMod val="85000"/>
                    <a:lumOff val="15000"/>
                  </a:schemeClr>
                </a:solidFill>
                <a:effectLst/>
              </a:rPr>
              <a:t>Association, in general terms, refers to the relationship between any two entities. Association in java is the relationship that can be established between any two classes</a:t>
            </a:r>
          </a:p>
          <a:p>
            <a:pPr algn="l"/>
            <a:r>
              <a:rPr lang="en-US" b="0" i="0" dirty="0">
                <a:solidFill>
                  <a:srgbClr val="273239"/>
                </a:solidFill>
                <a:effectLst/>
                <a:latin typeface="Nunito" panose="020F0502020204030204" pitchFamily="2" charset="0"/>
              </a:rPr>
              <a:t>Association can be one-to-one, one-to-many, many-to-one, many-to-many. In Object-Oriented programming, an Object communicates to another object to use functionality and services provided by that object.</a:t>
            </a:r>
          </a:p>
          <a:p>
            <a:pPr lvl="1"/>
            <a:r>
              <a:rPr lang="en-US" dirty="0"/>
              <a:t>It refers to how objects are related to each other and how they are using each other's functionality.</a:t>
            </a:r>
          </a:p>
        </p:txBody>
      </p:sp>
    </p:spTree>
    <p:extLst>
      <p:ext uri="{BB962C8B-B14F-4D97-AF65-F5344CB8AC3E}">
        <p14:creationId xmlns:p14="http://schemas.microsoft.com/office/powerpoint/2010/main" val="94669334"/>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5F951-6DC2-4D08-1545-2BBEF51F5E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741E06-5293-8BFB-4C38-E3C3420133B2}"/>
              </a:ext>
            </a:extLst>
          </p:cNvPr>
          <p:cNvSpPr>
            <a:spLocks noGrp="1"/>
          </p:cNvSpPr>
          <p:nvPr>
            <p:ph type="title"/>
          </p:nvPr>
        </p:nvSpPr>
        <p:spPr>
          <a:xfrm>
            <a:off x="348791" y="286603"/>
            <a:ext cx="11481847" cy="1450757"/>
          </a:xfrm>
        </p:spPr>
        <p:txBody>
          <a:bodyPr/>
          <a:lstStyle/>
          <a:p>
            <a:pPr algn="l"/>
            <a:r>
              <a:rPr lang="en-US" i="0" dirty="0">
                <a:effectLst/>
                <a:latin typeface="__Source_Sans_Pro_fa6df0"/>
              </a:rPr>
              <a:t>Forms of Association in Java</a:t>
            </a:r>
          </a:p>
        </p:txBody>
      </p:sp>
      <p:sp>
        <p:nvSpPr>
          <p:cNvPr id="4" name="Footer Placeholder 3">
            <a:extLst>
              <a:ext uri="{FF2B5EF4-FFF2-40B4-BE49-F238E27FC236}">
                <a16:creationId xmlns:a16="http://schemas.microsoft.com/office/drawing/2014/main" id="{C1C5A38B-5857-EB25-0F69-B42963875812}"/>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63B75CBE-4A8B-2326-F9AF-E43049B25654}"/>
              </a:ext>
            </a:extLst>
          </p:cNvPr>
          <p:cNvSpPr>
            <a:spLocks noGrp="1"/>
          </p:cNvSpPr>
          <p:nvPr>
            <p:ph idx="1"/>
          </p:nvPr>
        </p:nvSpPr>
        <p:spPr/>
        <p:txBody>
          <a:bodyPr>
            <a:normAutofit/>
          </a:bodyPr>
          <a:lstStyle/>
          <a:p>
            <a:pPr algn="l"/>
            <a:r>
              <a:rPr lang="en-US" b="0" i="0" dirty="0">
                <a:solidFill>
                  <a:schemeClr val="tx1">
                    <a:lumMod val="85000"/>
                    <a:lumOff val="15000"/>
                  </a:schemeClr>
                </a:solidFill>
                <a:effectLst/>
              </a:rPr>
              <a:t>Before we dive into the forms of Association in java, let us briefly explore the types of object relationships that can exist in OOPs. There can be two types of relationships in OOPs:</a:t>
            </a:r>
          </a:p>
          <a:p>
            <a:pPr lvl="1"/>
            <a:r>
              <a:rPr lang="en-US" b="1" i="0" dirty="0">
                <a:solidFill>
                  <a:schemeClr val="tx1">
                    <a:lumMod val="85000"/>
                    <a:lumOff val="15000"/>
                  </a:schemeClr>
                </a:solidFill>
                <a:effectLst/>
              </a:rPr>
              <a:t>IS-A</a:t>
            </a:r>
          </a:p>
          <a:p>
            <a:pPr lvl="1"/>
            <a:r>
              <a:rPr lang="en-US" b="1" i="0" dirty="0">
                <a:solidFill>
                  <a:schemeClr val="tx1">
                    <a:lumMod val="85000"/>
                    <a:lumOff val="15000"/>
                  </a:schemeClr>
                </a:solidFill>
                <a:effectLst/>
              </a:rPr>
              <a:t>HAS-A</a:t>
            </a:r>
          </a:p>
        </p:txBody>
      </p:sp>
      <p:pic>
        <p:nvPicPr>
          <p:cNvPr id="3" name="Picture 2" descr="https://s3.ap-south-1.amazonaws.com/upgrad.prod.blog/blog/wp-content/uploads/2021/04/24071547/unnamed-3.png">
            <a:extLst>
              <a:ext uri="{FF2B5EF4-FFF2-40B4-BE49-F238E27FC236}">
                <a16:creationId xmlns:a16="http://schemas.microsoft.com/office/drawing/2014/main" id="{702EB425-EBBA-5209-704E-E70A1772A3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3853" y="3429000"/>
            <a:ext cx="4447712" cy="2173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4072124"/>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6AB6E-0848-D50B-1050-72A4E20F8D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C97DD5-651D-B85B-4FA3-2E22DE3DA49B}"/>
              </a:ext>
            </a:extLst>
          </p:cNvPr>
          <p:cNvSpPr>
            <a:spLocks noGrp="1"/>
          </p:cNvSpPr>
          <p:nvPr>
            <p:ph type="title"/>
          </p:nvPr>
        </p:nvSpPr>
        <p:spPr>
          <a:xfrm>
            <a:off x="348791" y="286603"/>
            <a:ext cx="11481847" cy="1450757"/>
          </a:xfrm>
        </p:spPr>
        <p:txBody>
          <a:bodyPr/>
          <a:lstStyle/>
          <a:p>
            <a:pPr algn="l"/>
            <a:r>
              <a:rPr lang="en-US" i="0" dirty="0">
                <a:effectLst/>
                <a:latin typeface="__Source_Sans_Pro_fa6df0"/>
              </a:rPr>
              <a:t>Forms of Association in Java</a:t>
            </a:r>
          </a:p>
        </p:txBody>
      </p:sp>
      <p:sp>
        <p:nvSpPr>
          <p:cNvPr id="4" name="Footer Placeholder 3">
            <a:extLst>
              <a:ext uri="{FF2B5EF4-FFF2-40B4-BE49-F238E27FC236}">
                <a16:creationId xmlns:a16="http://schemas.microsoft.com/office/drawing/2014/main" id="{0A9EC82C-55F4-70ED-1C6D-F9DFD7B97F12}"/>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C46A4578-6E0B-5A40-6750-8F2315E3C8E3}"/>
              </a:ext>
            </a:extLst>
          </p:cNvPr>
          <p:cNvSpPr>
            <a:spLocks noGrp="1"/>
          </p:cNvSpPr>
          <p:nvPr>
            <p:ph idx="1"/>
          </p:nvPr>
        </p:nvSpPr>
        <p:spPr/>
        <p:txBody>
          <a:bodyPr>
            <a:normAutofit/>
          </a:bodyPr>
          <a:lstStyle/>
          <a:p>
            <a:pPr algn="l"/>
            <a:r>
              <a:rPr lang="en-US" b="0" i="0" dirty="0">
                <a:solidFill>
                  <a:schemeClr val="tx1">
                    <a:lumMod val="85000"/>
                    <a:lumOff val="15000"/>
                  </a:schemeClr>
                </a:solidFill>
                <a:effectLst/>
              </a:rPr>
              <a:t>The </a:t>
            </a:r>
            <a:r>
              <a:rPr lang="en-US" b="1" i="0" dirty="0">
                <a:solidFill>
                  <a:schemeClr val="bg2">
                    <a:lumMod val="75000"/>
                  </a:schemeClr>
                </a:solidFill>
                <a:effectLst/>
              </a:rPr>
              <a:t>IS-A</a:t>
            </a:r>
            <a:r>
              <a:rPr lang="en-US" b="0" i="0" dirty="0">
                <a:solidFill>
                  <a:schemeClr val="bg2">
                    <a:lumMod val="75000"/>
                  </a:schemeClr>
                </a:solidFill>
                <a:effectLst/>
              </a:rPr>
              <a:t> </a:t>
            </a:r>
            <a:r>
              <a:rPr lang="en-US" b="0" i="0" dirty="0">
                <a:solidFill>
                  <a:schemeClr val="tx1">
                    <a:lumMod val="85000"/>
                    <a:lumOff val="15000"/>
                  </a:schemeClr>
                </a:solidFill>
                <a:effectLst/>
              </a:rPr>
              <a:t>relationship is nothing but Inheritance. The relationships that can be established between classes using the concept of inheritance are called IS-A relations.</a:t>
            </a:r>
          </a:p>
          <a:p>
            <a:pPr algn="l"/>
            <a:r>
              <a:rPr lang="en-US" b="0" i="0" dirty="0">
                <a:solidFill>
                  <a:schemeClr val="tx1">
                    <a:lumMod val="85000"/>
                    <a:lumOff val="15000"/>
                  </a:schemeClr>
                </a:solidFill>
                <a:effectLst/>
              </a:rPr>
              <a:t>Ex: A parrot is-a Bird. Here Bird is a </a:t>
            </a:r>
            <a:r>
              <a:rPr lang="en-US" b="1" i="0" dirty="0">
                <a:solidFill>
                  <a:schemeClr val="bg2">
                    <a:lumMod val="75000"/>
                  </a:schemeClr>
                </a:solidFill>
                <a:effectLst/>
              </a:rPr>
              <a:t>base class</a:t>
            </a:r>
            <a:r>
              <a:rPr lang="en-US" b="0" i="0" dirty="0">
                <a:solidFill>
                  <a:schemeClr val="tx1">
                    <a:lumMod val="85000"/>
                    <a:lumOff val="15000"/>
                  </a:schemeClr>
                </a:solidFill>
                <a:effectLst/>
              </a:rPr>
              <a:t>, and Parrot is a </a:t>
            </a:r>
            <a:r>
              <a:rPr lang="en-US" b="1" i="0" dirty="0">
                <a:solidFill>
                  <a:schemeClr val="bg2">
                    <a:lumMod val="75000"/>
                  </a:schemeClr>
                </a:solidFill>
                <a:effectLst/>
              </a:rPr>
              <a:t>derived class</a:t>
            </a:r>
            <a:r>
              <a:rPr lang="en-US" b="0" i="0" dirty="0">
                <a:solidFill>
                  <a:schemeClr val="tx1">
                    <a:lumMod val="85000"/>
                    <a:lumOff val="15000"/>
                  </a:schemeClr>
                </a:solidFill>
                <a:effectLst/>
              </a:rPr>
              <a:t>, Parrot class inherits all the properties and attributes &amp; methods (other than those that are private) of base class Bird, thus establishing inheritance(IS-A) relation between the two classes.</a:t>
            </a:r>
            <a:r>
              <a:rPr lang="ar-JO" b="0" i="0" dirty="0">
                <a:solidFill>
                  <a:schemeClr val="tx1">
                    <a:lumMod val="85000"/>
                    <a:lumOff val="15000"/>
                  </a:schemeClr>
                </a:solidFill>
                <a:effectLst/>
              </a:rPr>
              <a:t> </a:t>
            </a:r>
            <a:r>
              <a:rPr kumimoji="0" lang="en-US" altLang="en-US" sz="2400" b="1" i="1" u="none" strike="noStrike" cap="none" normalizeH="0" baseline="0" dirty="0">
                <a:ln>
                  <a:noFill/>
                </a:ln>
                <a:solidFill>
                  <a:schemeClr val="bg2">
                    <a:lumMod val="75000"/>
                  </a:schemeClr>
                </a:solidFill>
                <a:effectLst/>
              </a:rPr>
              <a:t>It will be explained in the eighth week material.</a:t>
            </a:r>
            <a:endParaRPr lang="en-US" b="1" i="1" dirty="0">
              <a:solidFill>
                <a:schemeClr val="bg2">
                  <a:lumMod val="75000"/>
                </a:schemeClr>
              </a:solidFill>
              <a:effectLst/>
            </a:endParaRPr>
          </a:p>
        </p:txBody>
      </p:sp>
      <p:sp>
        <p:nvSpPr>
          <p:cNvPr id="8" name="Rectangle 3">
            <a:extLst>
              <a:ext uri="{FF2B5EF4-FFF2-40B4-BE49-F238E27FC236}">
                <a16:creationId xmlns:a16="http://schemas.microsoft.com/office/drawing/2014/main" id="{4CC33B29-E44C-379D-90ED-3FF411065D8B}"/>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5407585"/>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F5F08-F24E-4F54-D616-A82EEFF153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E9D151-4CEA-CFA4-0E6B-A6F652B79467}"/>
              </a:ext>
            </a:extLst>
          </p:cNvPr>
          <p:cNvSpPr>
            <a:spLocks noGrp="1"/>
          </p:cNvSpPr>
          <p:nvPr>
            <p:ph type="title"/>
          </p:nvPr>
        </p:nvSpPr>
        <p:spPr>
          <a:xfrm>
            <a:off x="348791" y="286603"/>
            <a:ext cx="11481847" cy="1450757"/>
          </a:xfrm>
        </p:spPr>
        <p:txBody>
          <a:bodyPr/>
          <a:lstStyle/>
          <a:p>
            <a:pPr algn="l"/>
            <a:r>
              <a:rPr lang="en-US" i="0" dirty="0">
                <a:effectLst/>
                <a:latin typeface="__Source_Sans_Pro_fa6df0"/>
              </a:rPr>
              <a:t>Forms of Association in Java</a:t>
            </a:r>
          </a:p>
        </p:txBody>
      </p:sp>
      <p:sp>
        <p:nvSpPr>
          <p:cNvPr id="4" name="Footer Placeholder 3">
            <a:extLst>
              <a:ext uri="{FF2B5EF4-FFF2-40B4-BE49-F238E27FC236}">
                <a16:creationId xmlns:a16="http://schemas.microsoft.com/office/drawing/2014/main" id="{C6011301-1626-8B03-04DE-88231C568326}"/>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1A7CCCDF-09FB-EC88-9F44-9EEAB84E4F85}"/>
              </a:ext>
            </a:extLst>
          </p:cNvPr>
          <p:cNvSpPr>
            <a:spLocks noGrp="1"/>
          </p:cNvSpPr>
          <p:nvPr>
            <p:ph idx="1"/>
          </p:nvPr>
        </p:nvSpPr>
        <p:spPr/>
        <p:txBody>
          <a:bodyPr>
            <a:normAutofit/>
          </a:bodyPr>
          <a:lstStyle/>
          <a:p>
            <a:pPr algn="l"/>
            <a:r>
              <a:rPr lang="en-US" b="0" i="0" dirty="0">
                <a:effectLst/>
              </a:rPr>
              <a:t>The</a:t>
            </a:r>
            <a:r>
              <a:rPr lang="en-US" b="0" i="0" dirty="0">
                <a:solidFill>
                  <a:schemeClr val="bg2">
                    <a:lumMod val="75000"/>
                  </a:schemeClr>
                </a:solidFill>
                <a:effectLst/>
              </a:rPr>
              <a:t> </a:t>
            </a:r>
            <a:r>
              <a:rPr lang="en-US" b="1" i="0" dirty="0">
                <a:solidFill>
                  <a:schemeClr val="bg2">
                    <a:lumMod val="75000"/>
                  </a:schemeClr>
                </a:solidFill>
                <a:effectLst/>
              </a:rPr>
              <a:t>HAS-A</a:t>
            </a:r>
            <a:r>
              <a:rPr lang="en-US" b="0" i="0" dirty="0">
                <a:solidFill>
                  <a:schemeClr val="bg2">
                    <a:lumMod val="75000"/>
                  </a:schemeClr>
                </a:solidFill>
                <a:effectLst/>
              </a:rPr>
              <a:t> </a:t>
            </a:r>
            <a:r>
              <a:rPr lang="en-US" b="0" i="0" dirty="0">
                <a:effectLst/>
              </a:rPr>
              <a:t>association on the other hand is where the Instance variables of a class refer to objects of another class. In other words, one class stores the objects of another class as its instance variables thereby establishing a HAS-A association between the two classes.</a:t>
            </a:r>
            <a:endParaRPr lang="en-US" b="0" i="1" dirty="0">
              <a:effectLst/>
            </a:endParaRPr>
          </a:p>
        </p:txBody>
      </p:sp>
      <p:sp>
        <p:nvSpPr>
          <p:cNvPr id="8" name="Rectangle 3">
            <a:extLst>
              <a:ext uri="{FF2B5EF4-FFF2-40B4-BE49-F238E27FC236}">
                <a16:creationId xmlns:a16="http://schemas.microsoft.com/office/drawing/2014/main" id="{9BE5CB98-9F93-AEE0-F37A-2994B9615126}"/>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08191576"/>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3018B-0135-9F91-C6BE-EEB3297DB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90FEC8-2E52-880F-8C9E-BE41EE2CE1CD}"/>
              </a:ext>
            </a:extLst>
          </p:cNvPr>
          <p:cNvSpPr>
            <a:spLocks noGrp="1"/>
          </p:cNvSpPr>
          <p:nvPr>
            <p:ph type="title"/>
          </p:nvPr>
        </p:nvSpPr>
        <p:spPr>
          <a:xfrm>
            <a:off x="348791" y="286603"/>
            <a:ext cx="11481847" cy="1450757"/>
          </a:xfrm>
        </p:spPr>
        <p:txBody>
          <a:bodyPr/>
          <a:lstStyle/>
          <a:p>
            <a:pPr algn="l"/>
            <a:r>
              <a:rPr lang="en-US" i="0" dirty="0">
                <a:effectLst/>
                <a:latin typeface="__Source_Sans_Pro_fa6df0"/>
              </a:rPr>
              <a:t>Forms of Association in Java</a:t>
            </a:r>
          </a:p>
        </p:txBody>
      </p:sp>
      <p:sp>
        <p:nvSpPr>
          <p:cNvPr id="4" name="Footer Placeholder 3">
            <a:extLst>
              <a:ext uri="{FF2B5EF4-FFF2-40B4-BE49-F238E27FC236}">
                <a16:creationId xmlns:a16="http://schemas.microsoft.com/office/drawing/2014/main" id="{417A0ACC-A0A9-004F-24F4-C256598C5E45}"/>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75DF4D22-07F9-ED82-0802-11CA66C4CE75}"/>
              </a:ext>
            </a:extLst>
          </p:cNvPr>
          <p:cNvSpPr>
            <a:spLocks noGrp="1"/>
          </p:cNvSpPr>
          <p:nvPr>
            <p:ph idx="1"/>
          </p:nvPr>
        </p:nvSpPr>
        <p:spPr/>
        <p:txBody>
          <a:bodyPr>
            <a:normAutofit/>
          </a:bodyPr>
          <a:lstStyle/>
          <a:p>
            <a:pPr algn="l"/>
            <a:r>
              <a:rPr lang="en-US" b="0" i="0" dirty="0">
                <a:effectLst/>
              </a:rPr>
              <a:t>There are two forms of Association that are possible in Java:</a:t>
            </a:r>
          </a:p>
          <a:p>
            <a:pPr lvl="1"/>
            <a:r>
              <a:rPr lang="en-US" b="1" i="0" dirty="0">
                <a:effectLst/>
              </a:rPr>
              <a:t>Aggregation</a:t>
            </a:r>
          </a:p>
          <a:p>
            <a:pPr lvl="1"/>
            <a:r>
              <a:rPr lang="en-US" b="1" i="0" dirty="0">
                <a:effectLst/>
              </a:rPr>
              <a:t>Composition</a:t>
            </a:r>
          </a:p>
        </p:txBody>
      </p:sp>
      <p:sp>
        <p:nvSpPr>
          <p:cNvPr id="8" name="Rectangle 3">
            <a:extLst>
              <a:ext uri="{FF2B5EF4-FFF2-40B4-BE49-F238E27FC236}">
                <a16:creationId xmlns:a16="http://schemas.microsoft.com/office/drawing/2014/main" id="{0E32C057-66DD-1654-E63B-5B8ABC352F0F}"/>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38149781"/>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9EB18-C596-CBF2-965B-5090A3F767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8D2F21-3C44-1143-4AAF-AAC6EF017887}"/>
              </a:ext>
            </a:extLst>
          </p:cNvPr>
          <p:cNvSpPr>
            <a:spLocks noGrp="1"/>
          </p:cNvSpPr>
          <p:nvPr>
            <p:ph type="title"/>
          </p:nvPr>
        </p:nvSpPr>
        <p:spPr>
          <a:xfrm>
            <a:off x="348791" y="286603"/>
            <a:ext cx="11481847" cy="1450757"/>
          </a:xfrm>
        </p:spPr>
        <p:txBody>
          <a:bodyPr/>
          <a:lstStyle/>
          <a:p>
            <a:pPr algn="l"/>
            <a:r>
              <a:rPr lang="en-US" i="0" dirty="0">
                <a:effectLst/>
                <a:latin typeface="__Source_Sans_Pro_fa6df0"/>
              </a:rPr>
              <a:t>Forms of Association in Java-Aggregation </a:t>
            </a:r>
          </a:p>
        </p:txBody>
      </p:sp>
      <p:sp>
        <p:nvSpPr>
          <p:cNvPr id="4" name="Footer Placeholder 3">
            <a:extLst>
              <a:ext uri="{FF2B5EF4-FFF2-40B4-BE49-F238E27FC236}">
                <a16:creationId xmlns:a16="http://schemas.microsoft.com/office/drawing/2014/main" id="{BDAA0D75-A4D2-20D9-38A1-2CBB8069BF46}"/>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5384B549-3A8D-7D83-5516-66063933EBCD}"/>
              </a:ext>
            </a:extLst>
          </p:cNvPr>
          <p:cNvSpPr>
            <a:spLocks noGrp="1"/>
          </p:cNvSpPr>
          <p:nvPr>
            <p:ph idx="1"/>
          </p:nvPr>
        </p:nvSpPr>
        <p:spPr>
          <a:xfrm>
            <a:off x="348791" y="1845733"/>
            <a:ext cx="11481847" cy="4198751"/>
          </a:xfrm>
        </p:spPr>
        <p:txBody>
          <a:bodyPr>
            <a:normAutofit/>
          </a:bodyPr>
          <a:lstStyle/>
          <a:p>
            <a:pPr algn="l"/>
            <a:r>
              <a:rPr lang="en-US" b="0" i="0" dirty="0">
                <a:effectLst/>
              </a:rPr>
              <a:t>Aggregation in java is a form of HAS-A relationship between two classes. It is a relatively more loosely coupled relation than composition in that, although both classes are associated with each other, one can exist without the other independently. So Aggregation in java is also called </a:t>
            </a:r>
            <a:r>
              <a:rPr lang="en-US" b="1" i="0" dirty="0">
                <a:solidFill>
                  <a:schemeClr val="bg2">
                    <a:lumMod val="75000"/>
                  </a:schemeClr>
                </a:solidFill>
                <a:effectLst/>
              </a:rPr>
              <a:t>a weak association</a:t>
            </a:r>
            <a:r>
              <a:rPr lang="en-US" b="0" i="0" dirty="0">
                <a:effectLst/>
              </a:rPr>
              <a:t>. </a:t>
            </a:r>
            <a:endParaRPr lang="en-US" dirty="0"/>
          </a:p>
          <a:p>
            <a:pPr algn="l"/>
            <a:r>
              <a:rPr lang="en-US" dirty="0"/>
              <a:t> Aggregation represents HAS-A relationship.</a:t>
            </a:r>
          </a:p>
          <a:p>
            <a:pPr marL="882900" lvl="1" indent="-342900"/>
            <a:r>
              <a:rPr lang="en-US" dirty="0"/>
              <a:t>Consider a situation, Employee object contains many information such as id, name, email ,Id etc. </a:t>
            </a:r>
          </a:p>
          <a:p>
            <a:pPr marL="882900" lvl="1" indent="-342900"/>
            <a:r>
              <a:rPr lang="en-US" dirty="0"/>
              <a:t>It contains one more object named address, which contains its own information's such as city, state, country, </a:t>
            </a:r>
            <a:r>
              <a:rPr lang="en-US" dirty="0" err="1"/>
              <a:t>zipcode</a:t>
            </a:r>
            <a:r>
              <a:rPr lang="en-US" dirty="0"/>
              <a:t> etc. as given below</a:t>
            </a:r>
            <a:endParaRPr lang="en-US" b="0" i="0" dirty="0">
              <a:effectLst/>
            </a:endParaRPr>
          </a:p>
        </p:txBody>
      </p:sp>
      <p:sp>
        <p:nvSpPr>
          <p:cNvPr id="8" name="Rectangle 3">
            <a:extLst>
              <a:ext uri="{FF2B5EF4-FFF2-40B4-BE49-F238E27FC236}">
                <a16:creationId xmlns:a16="http://schemas.microsoft.com/office/drawing/2014/main" id="{BE8C1C44-DC32-CE9F-FDD7-F6BE559CD9A6}"/>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6930852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F6644-5EAD-3DDF-4892-402CB8A9C2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7A2F3-A91A-568A-A186-26EA99938E86}"/>
              </a:ext>
            </a:extLst>
          </p:cNvPr>
          <p:cNvSpPr>
            <a:spLocks noGrp="1"/>
          </p:cNvSpPr>
          <p:nvPr>
            <p:ph type="title"/>
          </p:nvPr>
        </p:nvSpPr>
        <p:spPr>
          <a:xfrm>
            <a:off x="348791" y="286603"/>
            <a:ext cx="11481847" cy="1450757"/>
          </a:xfrm>
        </p:spPr>
        <p:txBody>
          <a:bodyPr/>
          <a:lstStyle/>
          <a:p>
            <a:pPr algn="l"/>
            <a:r>
              <a:rPr lang="en-US" i="0" dirty="0">
                <a:effectLst/>
                <a:latin typeface="__Source_Sans_Pro_fa6df0"/>
              </a:rPr>
              <a:t>Aggregation Example</a:t>
            </a:r>
            <a:endParaRPr lang="en-US" sz="2000" i="0" dirty="0">
              <a:effectLst/>
              <a:latin typeface="__Source_Sans_Pro_fa6df0"/>
            </a:endParaRPr>
          </a:p>
        </p:txBody>
      </p:sp>
      <p:sp>
        <p:nvSpPr>
          <p:cNvPr id="4" name="Footer Placeholder 3">
            <a:extLst>
              <a:ext uri="{FF2B5EF4-FFF2-40B4-BE49-F238E27FC236}">
                <a16:creationId xmlns:a16="http://schemas.microsoft.com/office/drawing/2014/main" id="{617734B4-4ABA-43A9-183A-EF48E4BBFC35}"/>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648EB217-AF67-6E7E-B401-D15E054FD5AA}"/>
              </a:ext>
            </a:extLst>
          </p:cNvPr>
          <p:cNvSpPr>
            <a:spLocks noGrp="1"/>
          </p:cNvSpPr>
          <p:nvPr>
            <p:ph idx="1"/>
          </p:nvPr>
        </p:nvSpPr>
        <p:spPr/>
        <p:txBody>
          <a:bodyPr>
            <a:normAutofit/>
          </a:bodyPr>
          <a:lstStyle/>
          <a:p>
            <a:pPr algn="l"/>
            <a:r>
              <a:rPr lang="en-US" dirty="0"/>
              <a:t>In this example, Employee has an object of Address, address object contains its own information such as city, state, country etc. </a:t>
            </a:r>
          </a:p>
          <a:p>
            <a:pPr lvl="1"/>
            <a:r>
              <a:rPr lang="en-US" dirty="0"/>
              <a:t>In such case relationship is Employee </a:t>
            </a:r>
            <a:r>
              <a:rPr lang="en-US" b="1" dirty="0"/>
              <a:t>HAS -A</a:t>
            </a:r>
            <a:r>
              <a:rPr lang="en-US" dirty="0"/>
              <a:t> address</a:t>
            </a:r>
          </a:p>
          <a:p>
            <a:pPr marL="360000" lvl="1" indent="0">
              <a:buNone/>
            </a:pPr>
            <a:endParaRPr lang="en-US" b="0" i="0" dirty="0">
              <a:effectLst/>
            </a:endParaRPr>
          </a:p>
        </p:txBody>
      </p:sp>
      <p:sp>
        <p:nvSpPr>
          <p:cNvPr id="8" name="Rectangle 3">
            <a:extLst>
              <a:ext uri="{FF2B5EF4-FFF2-40B4-BE49-F238E27FC236}">
                <a16:creationId xmlns:a16="http://schemas.microsoft.com/office/drawing/2014/main" id="{269623C7-D017-0B24-A7E5-0F98FD614295}"/>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41777354"/>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48A39-43BA-E43A-2114-E82DAB0AED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EB0E89-2E31-6564-F323-DCED3B4ACB8E}"/>
              </a:ext>
            </a:extLst>
          </p:cNvPr>
          <p:cNvSpPr>
            <a:spLocks noGrp="1"/>
          </p:cNvSpPr>
          <p:nvPr>
            <p:ph type="title"/>
          </p:nvPr>
        </p:nvSpPr>
        <p:spPr>
          <a:xfrm>
            <a:off x="348791" y="286603"/>
            <a:ext cx="11481847" cy="1450757"/>
          </a:xfrm>
        </p:spPr>
        <p:txBody>
          <a:bodyPr/>
          <a:lstStyle/>
          <a:p>
            <a:pPr algn="l"/>
            <a:r>
              <a:rPr lang="en-US" i="0" dirty="0">
                <a:effectLst/>
                <a:latin typeface="__Source_Sans_Pro_fa6df0"/>
              </a:rPr>
              <a:t>Aggregation </a:t>
            </a:r>
            <a:r>
              <a:rPr lang="en-US" sz="2000" i="0" dirty="0">
                <a:effectLst/>
                <a:latin typeface="__Source_Sans_Pro_fa6df0"/>
              </a:rPr>
              <a:t>Example</a:t>
            </a:r>
          </a:p>
        </p:txBody>
      </p:sp>
      <p:sp>
        <p:nvSpPr>
          <p:cNvPr id="4" name="Footer Placeholder 3">
            <a:extLst>
              <a:ext uri="{FF2B5EF4-FFF2-40B4-BE49-F238E27FC236}">
                <a16:creationId xmlns:a16="http://schemas.microsoft.com/office/drawing/2014/main" id="{5237A223-8520-2366-A0EC-225E4E38BB5B}"/>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3">
            <a:extLst>
              <a:ext uri="{FF2B5EF4-FFF2-40B4-BE49-F238E27FC236}">
                <a16:creationId xmlns:a16="http://schemas.microsoft.com/office/drawing/2014/main" id="{9A4D141E-97FD-E786-E35C-7560952A5A33}"/>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descr="A computer code with text&#10;&#10;Description automatically generated with medium confidence">
            <a:extLst>
              <a:ext uri="{FF2B5EF4-FFF2-40B4-BE49-F238E27FC236}">
                <a16:creationId xmlns:a16="http://schemas.microsoft.com/office/drawing/2014/main" id="{A30F10E3-6A03-1166-4B2E-546C7354BE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132" y="2013805"/>
            <a:ext cx="5213540" cy="4065023"/>
          </a:xfrm>
          <a:prstGeom prst="rect">
            <a:avLst/>
          </a:prstGeom>
        </p:spPr>
      </p:pic>
      <p:pic>
        <p:nvPicPr>
          <p:cNvPr id="9" name="Picture 8" descr="A computer code with text&#10;&#10;Description automatically generated with medium confidence">
            <a:extLst>
              <a:ext uri="{FF2B5EF4-FFF2-40B4-BE49-F238E27FC236}">
                <a16:creationId xmlns:a16="http://schemas.microsoft.com/office/drawing/2014/main" id="{FD89BEAD-07B4-B54A-8BED-423D566FB2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3028" y="2040044"/>
            <a:ext cx="6291496" cy="4038784"/>
          </a:xfrm>
          <a:prstGeom prst="rect">
            <a:avLst/>
          </a:prstGeom>
        </p:spPr>
      </p:pic>
      <p:sp>
        <p:nvSpPr>
          <p:cNvPr id="3" name="Content Placeholder 2">
            <a:extLst>
              <a:ext uri="{FF2B5EF4-FFF2-40B4-BE49-F238E27FC236}">
                <a16:creationId xmlns:a16="http://schemas.microsoft.com/office/drawing/2014/main" id="{E22F91C0-CE73-872E-8F33-A1928BC334C9}"/>
              </a:ext>
            </a:extLst>
          </p:cNvPr>
          <p:cNvSpPr>
            <a:spLocks noGrp="1"/>
          </p:cNvSpPr>
          <p:nvPr>
            <p:ph idx="1"/>
          </p:nvPr>
        </p:nvSpPr>
        <p:spPr>
          <a:xfrm>
            <a:off x="8945972" y="4059436"/>
            <a:ext cx="1506982" cy="498663"/>
          </a:xfrm>
          <a:prstGeom prst="rect">
            <a:avLst/>
          </a:prstGeom>
          <a:ln w="19050">
            <a:solidFill>
              <a:srgbClr val="FF0000"/>
            </a:solidFill>
            <a:prstDash val="dash"/>
          </a:ln>
        </p:spPr>
        <p:txBody>
          <a:bodyPr wrap="square">
            <a:spAutoFit/>
          </a:bodyPr>
          <a:lstStyle/>
          <a:p>
            <a:pPr marL="0" indent="0" algn="ctr">
              <a:lnSpc>
                <a:spcPct val="150000"/>
              </a:lnSpc>
              <a:buNone/>
            </a:pPr>
            <a:r>
              <a:rPr lang="en-US" sz="2000" b="1" dirty="0">
                <a:latin typeface="Times New Roman" pitchFamily="18" charset="0"/>
                <a:cs typeface="Times New Roman" pitchFamily="18" charset="0"/>
              </a:rPr>
              <a:t>Aggregation</a:t>
            </a:r>
          </a:p>
        </p:txBody>
      </p:sp>
    </p:spTree>
    <p:extLst>
      <p:ext uri="{BB962C8B-B14F-4D97-AF65-F5344CB8AC3E}">
        <p14:creationId xmlns:p14="http://schemas.microsoft.com/office/powerpoint/2010/main" val="4077709017"/>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272C1-A3DA-DB30-8172-CA171BF7CC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AFDB60-AE75-EB2C-A209-95D6890685BF}"/>
              </a:ext>
            </a:extLst>
          </p:cNvPr>
          <p:cNvSpPr>
            <a:spLocks noGrp="1"/>
          </p:cNvSpPr>
          <p:nvPr>
            <p:ph type="title"/>
          </p:nvPr>
        </p:nvSpPr>
        <p:spPr>
          <a:xfrm>
            <a:off x="348791" y="286603"/>
            <a:ext cx="11481847" cy="1450757"/>
          </a:xfrm>
        </p:spPr>
        <p:txBody>
          <a:bodyPr/>
          <a:lstStyle/>
          <a:p>
            <a:pPr algn="l"/>
            <a:r>
              <a:rPr lang="en-US" i="0" dirty="0">
                <a:effectLst/>
                <a:latin typeface="__Source_Sans_Pro_fa6df0"/>
              </a:rPr>
              <a:t>Aggregation </a:t>
            </a:r>
            <a:r>
              <a:rPr lang="en-US" sz="2000" i="0" dirty="0">
                <a:effectLst/>
                <a:latin typeface="__Source_Sans_Pro_fa6df0"/>
              </a:rPr>
              <a:t>Example</a:t>
            </a:r>
          </a:p>
        </p:txBody>
      </p:sp>
      <p:sp>
        <p:nvSpPr>
          <p:cNvPr id="4" name="Footer Placeholder 3">
            <a:extLst>
              <a:ext uri="{FF2B5EF4-FFF2-40B4-BE49-F238E27FC236}">
                <a16:creationId xmlns:a16="http://schemas.microsoft.com/office/drawing/2014/main" id="{F860BFB4-53F7-623B-F04F-56EBFF0410A9}"/>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3">
            <a:extLst>
              <a:ext uri="{FF2B5EF4-FFF2-40B4-BE49-F238E27FC236}">
                <a16:creationId xmlns:a16="http://schemas.microsoft.com/office/drawing/2014/main" id="{9E7A0FD7-DD03-5910-66A3-B5E6CE72CCCD}"/>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7730A4B9-4D6D-D207-05E3-D04F0B51B0A2}"/>
              </a:ext>
            </a:extLst>
          </p:cNvPr>
          <p:cNvSpPr txBox="1"/>
          <p:nvPr/>
        </p:nvSpPr>
        <p:spPr>
          <a:xfrm>
            <a:off x="535708" y="1936595"/>
            <a:ext cx="8303491" cy="3139321"/>
          </a:xfrm>
          <a:prstGeom prst="rect">
            <a:avLst/>
          </a:prstGeom>
          <a:noFill/>
        </p:spPr>
        <p:txBody>
          <a:bodyPr wrap="square">
            <a:spAutoFit/>
          </a:bodyPr>
          <a:lstStyle/>
          <a:p>
            <a:r>
              <a:rPr lang="en-US" dirty="0"/>
              <a:t>//AggregationTest.java </a:t>
            </a:r>
          </a:p>
          <a:p>
            <a:r>
              <a:rPr lang="en-US" dirty="0"/>
              <a:t>public class </a:t>
            </a:r>
            <a:r>
              <a:rPr lang="en-US" dirty="0" err="1"/>
              <a:t>AggregationTest</a:t>
            </a:r>
            <a:r>
              <a:rPr lang="en-US" dirty="0"/>
              <a:t> { </a:t>
            </a:r>
            <a:r>
              <a:rPr lang="en-US" dirty="0" err="1"/>
              <a:t>publicstaticvoidmain</a:t>
            </a:r>
            <a:r>
              <a:rPr lang="en-US" dirty="0"/>
              <a:t>(String[]</a:t>
            </a:r>
            <a:r>
              <a:rPr lang="en-US" dirty="0" err="1"/>
              <a:t>args</a:t>
            </a:r>
            <a:r>
              <a:rPr lang="en-US" dirty="0"/>
              <a:t>) {</a:t>
            </a:r>
          </a:p>
          <a:p>
            <a:endParaRPr lang="en-US" dirty="0"/>
          </a:p>
          <a:p>
            <a:r>
              <a:rPr lang="en-US" dirty="0"/>
              <a:t>Addressaddress1=</a:t>
            </a:r>
            <a:r>
              <a:rPr lang="en-US" dirty="0" err="1"/>
              <a:t>newAddress</a:t>
            </a:r>
            <a:r>
              <a:rPr lang="en-US" dirty="0"/>
              <a:t>(“</a:t>
            </a:r>
            <a:r>
              <a:rPr lang="en-US" dirty="0" err="1"/>
              <a:t>khalda</a:t>
            </a:r>
            <a:r>
              <a:rPr lang="en-US" dirty="0"/>
              <a:t>",“</a:t>
            </a:r>
            <a:r>
              <a:rPr lang="en-US" dirty="0" err="1"/>
              <a:t>Amman",“Jordan</a:t>
            </a:r>
            <a:r>
              <a:rPr lang="en-US" dirty="0"/>
              <a:t>"); Addressaddress2=</a:t>
            </a:r>
            <a:r>
              <a:rPr lang="en-US" dirty="0" err="1"/>
              <a:t>newAddress</a:t>
            </a:r>
            <a:r>
              <a:rPr lang="en-US" dirty="0"/>
              <a:t>(“</a:t>
            </a:r>
            <a:r>
              <a:rPr lang="en-US" dirty="0" err="1"/>
              <a:t>abdoon</a:t>
            </a:r>
            <a:r>
              <a:rPr lang="en-US" dirty="0"/>
              <a:t>",“</a:t>
            </a:r>
            <a:r>
              <a:rPr lang="en-US" dirty="0" err="1"/>
              <a:t>Amman",“Jordan</a:t>
            </a:r>
            <a:r>
              <a:rPr lang="en-US" dirty="0"/>
              <a:t>");</a:t>
            </a:r>
          </a:p>
          <a:p>
            <a:endParaRPr lang="en-US" dirty="0"/>
          </a:p>
          <a:p>
            <a:r>
              <a:rPr lang="en-US" dirty="0" err="1"/>
              <a:t>Empe</a:t>
            </a:r>
            <a:r>
              <a:rPr lang="en-US" dirty="0"/>
              <a:t>=</a:t>
            </a:r>
            <a:r>
              <a:rPr lang="en-US" dirty="0" err="1"/>
              <a:t>newEmp</a:t>
            </a:r>
            <a:r>
              <a:rPr lang="en-US" dirty="0"/>
              <a:t>(111,“Abdullah",</a:t>
            </a:r>
            <a:r>
              <a:rPr lang="en-US" b="1" dirty="0">
                <a:solidFill>
                  <a:schemeClr val="bg2">
                    <a:lumMod val="75000"/>
                  </a:schemeClr>
                </a:solidFill>
              </a:rPr>
              <a:t>address1</a:t>
            </a:r>
            <a:r>
              <a:rPr lang="en-US" dirty="0"/>
              <a:t>); Empe2=</a:t>
            </a:r>
            <a:r>
              <a:rPr lang="en-US" dirty="0" err="1"/>
              <a:t>newEmp</a:t>
            </a:r>
            <a:r>
              <a:rPr lang="en-US" dirty="0"/>
              <a:t>(112,“Ali",</a:t>
            </a:r>
            <a:r>
              <a:rPr lang="en-US" b="1" dirty="0">
                <a:solidFill>
                  <a:schemeClr val="bg2">
                    <a:lumMod val="75000"/>
                  </a:schemeClr>
                </a:solidFill>
              </a:rPr>
              <a:t>address2</a:t>
            </a:r>
            <a:r>
              <a:rPr lang="en-US" dirty="0"/>
              <a:t>); </a:t>
            </a:r>
          </a:p>
          <a:p>
            <a:endParaRPr lang="en-US" dirty="0"/>
          </a:p>
          <a:p>
            <a:r>
              <a:rPr lang="en-US" dirty="0" err="1"/>
              <a:t>e.display</a:t>
            </a:r>
            <a:r>
              <a:rPr lang="en-US" dirty="0"/>
              <a:t>(); </a:t>
            </a:r>
          </a:p>
          <a:p>
            <a:r>
              <a:rPr lang="en-US" dirty="0"/>
              <a:t>e2.display(); } }</a:t>
            </a:r>
          </a:p>
        </p:txBody>
      </p:sp>
    </p:spTree>
    <p:extLst>
      <p:ext uri="{BB962C8B-B14F-4D97-AF65-F5344CB8AC3E}">
        <p14:creationId xmlns:p14="http://schemas.microsoft.com/office/powerpoint/2010/main" val="1118679104"/>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6291D-1D1B-BDF2-9788-B5698B255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7DF519-2293-3BE0-13EE-40DB7E4C850C}"/>
              </a:ext>
            </a:extLst>
          </p:cNvPr>
          <p:cNvSpPr>
            <a:spLocks noGrp="1"/>
          </p:cNvSpPr>
          <p:nvPr>
            <p:ph type="title"/>
          </p:nvPr>
        </p:nvSpPr>
        <p:spPr>
          <a:xfrm>
            <a:off x="278876" y="230336"/>
            <a:ext cx="11481847" cy="1450757"/>
          </a:xfrm>
        </p:spPr>
        <p:txBody>
          <a:bodyPr/>
          <a:lstStyle/>
          <a:p>
            <a:r>
              <a:rPr lang="en-US" i="0" dirty="0">
                <a:effectLst/>
                <a:latin typeface="__Source_Sans_Pro_fa6df0"/>
              </a:rPr>
              <a:t>Aggregation </a:t>
            </a:r>
            <a:r>
              <a:rPr lang="en-US" altLang="ar-SA" sz="2000" dirty="0"/>
              <a:t>(Course, Instructor &amp; </a:t>
            </a:r>
            <a:r>
              <a:rPr lang="en-US" altLang="ar-SA" sz="2000" dirty="0" err="1"/>
              <a:t>TextBook</a:t>
            </a:r>
            <a:r>
              <a:rPr lang="en-US" altLang="ar-SA" sz="2000" dirty="0"/>
              <a:t>)</a:t>
            </a:r>
            <a:br>
              <a:rPr lang="en-US" altLang="ar-SA" sz="2000" dirty="0"/>
            </a:br>
            <a:endParaRPr lang="en-US" sz="2000" i="0" dirty="0">
              <a:effectLst/>
              <a:latin typeface="__Source_Sans_Pro_fa6df0"/>
            </a:endParaRPr>
          </a:p>
        </p:txBody>
      </p:sp>
      <p:sp>
        <p:nvSpPr>
          <p:cNvPr id="4" name="Footer Placeholder 3">
            <a:extLst>
              <a:ext uri="{FF2B5EF4-FFF2-40B4-BE49-F238E27FC236}">
                <a16:creationId xmlns:a16="http://schemas.microsoft.com/office/drawing/2014/main" id="{6629A7AF-A338-4ABE-AA75-CF4A3D5F8750}"/>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3">
            <a:extLst>
              <a:ext uri="{FF2B5EF4-FFF2-40B4-BE49-F238E27FC236}">
                <a16:creationId xmlns:a16="http://schemas.microsoft.com/office/drawing/2014/main" id="{4E7F66EE-D29F-26A2-9741-F3B46C12BFA7}"/>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7" name="Rectangle 2">
            <a:extLst>
              <a:ext uri="{FF2B5EF4-FFF2-40B4-BE49-F238E27FC236}">
                <a16:creationId xmlns:a16="http://schemas.microsoft.com/office/drawing/2014/main" id="{4934861F-6BE3-EDB1-5CBC-8C84C869B0A0}"/>
              </a:ext>
            </a:extLst>
          </p:cNvPr>
          <p:cNvSpPr txBox="1">
            <a:spLocks noChangeArrowheads="1"/>
          </p:cNvSpPr>
          <p:nvPr/>
        </p:nvSpPr>
        <p:spPr>
          <a:xfrm>
            <a:off x="2057400" y="0"/>
            <a:ext cx="8610600" cy="528638"/>
          </a:xfrm>
          <a:prstGeom prst="rect">
            <a:avLst/>
          </a:prstGeom>
        </p:spPr>
        <p:txBody>
          <a:bodyPr vert="horz" lIns="91440" tIns="45720" rIns="91440" bIns="45720" rtlCol="0" anchor="b">
            <a:normAutofit fontScale="975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en-US" altLang="ar-SA" sz="3600" dirty="0"/>
          </a:p>
        </p:txBody>
      </p:sp>
      <p:grpSp>
        <p:nvGrpSpPr>
          <p:cNvPr id="28" name="Group 3">
            <a:extLst>
              <a:ext uri="{FF2B5EF4-FFF2-40B4-BE49-F238E27FC236}">
                <a16:creationId xmlns:a16="http://schemas.microsoft.com/office/drawing/2014/main" id="{47180474-2784-E1E8-D045-3760DC5DF82A}"/>
              </a:ext>
            </a:extLst>
          </p:cNvPr>
          <p:cNvGrpSpPr>
            <a:grpSpLocks/>
          </p:cNvGrpSpPr>
          <p:nvPr/>
        </p:nvGrpSpPr>
        <p:grpSpPr bwMode="auto">
          <a:xfrm>
            <a:off x="3579091" y="1622738"/>
            <a:ext cx="4953000" cy="1940417"/>
            <a:chOff x="1824" y="576"/>
            <a:chExt cx="2400" cy="1231"/>
          </a:xfrm>
        </p:grpSpPr>
        <p:sp>
          <p:nvSpPr>
            <p:cNvPr id="29" name="Rectangle 4">
              <a:extLst>
                <a:ext uri="{FF2B5EF4-FFF2-40B4-BE49-F238E27FC236}">
                  <a16:creationId xmlns:a16="http://schemas.microsoft.com/office/drawing/2014/main" id="{9FB23D9A-4773-5189-181F-38F8990E084A}"/>
                </a:ext>
              </a:extLst>
            </p:cNvPr>
            <p:cNvSpPr>
              <a:spLocks noChangeArrowheads="1"/>
            </p:cNvSpPr>
            <p:nvPr/>
          </p:nvSpPr>
          <p:spPr bwMode="auto">
            <a:xfrm>
              <a:off x="1824" y="576"/>
              <a:ext cx="2400" cy="178"/>
            </a:xfrm>
            <a:prstGeom prst="rect">
              <a:avLst/>
            </a:prstGeom>
            <a:solidFill>
              <a:schemeClr val="accent2"/>
            </a:solidFill>
            <a:ln w="9525">
              <a:solidFill>
                <a:schemeClr val="tx1"/>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hangingPunct="1">
                <a:spcBef>
                  <a:spcPct val="0"/>
                </a:spcBef>
                <a:buClrTx/>
                <a:buFontTx/>
                <a:buNone/>
              </a:pPr>
              <a:r>
                <a:rPr lang="en-US" altLang="ar-SA" sz="1400" b="1"/>
                <a:t>Course</a:t>
              </a:r>
            </a:p>
          </p:txBody>
        </p:sp>
        <p:sp>
          <p:nvSpPr>
            <p:cNvPr id="30" name="Rectangle 5">
              <a:extLst>
                <a:ext uri="{FF2B5EF4-FFF2-40B4-BE49-F238E27FC236}">
                  <a16:creationId xmlns:a16="http://schemas.microsoft.com/office/drawing/2014/main" id="{7640FAE2-6DD2-C4B9-8CDA-27FABA92F77B}"/>
                </a:ext>
              </a:extLst>
            </p:cNvPr>
            <p:cNvSpPr>
              <a:spLocks noChangeArrowheads="1"/>
            </p:cNvSpPr>
            <p:nvPr/>
          </p:nvSpPr>
          <p:spPr bwMode="auto">
            <a:xfrm>
              <a:off x="1824" y="754"/>
              <a:ext cx="2400" cy="446"/>
            </a:xfrm>
            <a:prstGeom prst="rect">
              <a:avLst/>
            </a:prstGeom>
            <a:solidFill>
              <a:schemeClr val="accent2"/>
            </a:solidFill>
            <a:ln w="9525">
              <a:solidFill>
                <a:schemeClr val="tx1"/>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0"/>
                </a:spcBef>
                <a:buClrTx/>
                <a:buFontTx/>
                <a:buNone/>
              </a:pPr>
              <a:r>
                <a:rPr lang="en-US" altLang="ar-SA" sz="1400" dirty="0">
                  <a:latin typeface="Helvetica" panose="020B0604020202020204" pitchFamily="34" charset="0"/>
                </a:rPr>
                <a:t>- </a:t>
              </a:r>
              <a:r>
                <a:rPr lang="en-US" altLang="ar-SA" sz="1200" b="1" dirty="0" err="1">
                  <a:latin typeface="Helvetica" panose="020B0604020202020204" pitchFamily="34" charset="0"/>
                </a:rPr>
                <a:t>courseName</a:t>
              </a:r>
              <a:r>
                <a:rPr lang="en-US" altLang="ar-SA" sz="1200" b="1" dirty="0">
                  <a:latin typeface="Helvetica" panose="020B0604020202020204" pitchFamily="34" charset="0"/>
                </a:rPr>
                <a:t> : String</a:t>
              </a:r>
            </a:p>
            <a:p>
              <a:pPr eaLnBrk="1" hangingPunct="1">
                <a:spcBef>
                  <a:spcPct val="0"/>
                </a:spcBef>
                <a:buClrTx/>
                <a:buFontTx/>
                <a:buNone/>
              </a:pPr>
              <a:r>
                <a:rPr lang="en-US" altLang="ar-SA" sz="1200" b="1" dirty="0">
                  <a:latin typeface="Helvetica" panose="020B0604020202020204" pitchFamily="34" charset="0"/>
                </a:rPr>
                <a:t>- Instructor : Instructor</a:t>
              </a:r>
            </a:p>
            <a:p>
              <a:pPr eaLnBrk="1" hangingPunct="1">
                <a:spcBef>
                  <a:spcPct val="0"/>
                </a:spcBef>
                <a:buClrTx/>
                <a:buFontTx/>
                <a:buNone/>
              </a:pPr>
              <a:r>
                <a:rPr lang="en-US" altLang="ar-SA" sz="1200" b="1" dirty="0">
                  <a:latin typeface="Helvetica" panose="020B0604020202020204" pitchFamily="34" charset="0"/>
                </a:rPr>
                <a:t>- </a:t>
              </a:r>
              <a:r>
                <a:rPr lang="en-US" altLang="ar-SA" sz="1200" b="1" dirty="0" err="1">
                  <a:latin typeface="Helvetica" panose="020B0604020202020204" pitchFamily="34" charset="0"/>
                </a:rPr>
                <a:t>textBook</a:t>
              </a:r>
              <a:r>
                <a:rPr lang="en-US" altLang="ar-SA" sz="1200" b="1" dirty="0">
                  <a:latin typeface="Helvetica" panose="020B0604020202020204" pitchFamily="34" charset="0"/>
                </a:rPr>
                <a:t> : </a:t>
              </a:r>
              <a:r>
                <a:rPr lang="en-US" altLang="ar-SA" sz="1200" b="1" dirty="0" err="1">
                  <a:latin typeface="Helvetica" panose="020B0604020202020204" pitchFamily="34" charset="0"/>
                </a:rPr>
                <a:t>TextBook</a:t>
              </a:r>
              <a:endParaRPr lang="en-US" altLang="ar-SA" sz="1200" b="1" dirty="0">
                <a:latin typeface="Helvetica" panose="020B0604020202020204" pitchFamily="34" charset="0"/>
              </a:endParaRPr>
            </a:p>
          </p:txBody>
        </p:sp>
        <p:sp>
          <p:nvSpPr>
            <p:cNvPr id="31" name="Rectangle 6">
              <a:extLst>
                <a:ext uri="{FF2B5EF4-FFF2-40B4-BE49-F238E27FC236}">
                  <a16:creationId xmlns:a16="http://schemas.microsoft.com/office/drawing/2014/main" id="{81C05089-1B30-8046-48BE-923BC3E7E430}"/>
                </a:ext>
              </a:extLst>
            </p:cNvPr>
            <p:cNvSpPr>
              <a:spLocks noChangeArrowheads="1"/>
            </p:cNvSpPr>
            <p:nvPr/>
          </p:nvSpPr>
          <p:spPr bwMode="auto">
            <a:xfrm>
              <a:off x="1824" y="1200"/>
              <a:ext cx="2400" cy="607"/>
            </a:xfrm>
            <a:prstGeom prst="rect">
              <a:avLst/>
            </a:prstGeom>
            <a:solidFill>
              <a:schemeClr val="accent2"/>
            </a:solidFill>
            <a:ln w="9525">
              <a:solidFill>
                <a:schemeClr val="tx1"/>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0"/>
                </a:spcBef>
                <a:buClrTx/>
                <a:buFontTx/>
                <a:buNone/>
              </a:pPr>
              <a:r>
                <a:rPr lang="en-US" altLang="ar-SA" sz="1400" dirty="0">
                  <a:latin typeface="Helvetica" panose="020B0604020202020204" pitchFamily="34" charset="0"/>
                </a:rPr>
                <a:t>+ </a:t>
              </a:r>
              <a:r>
                <a:rPr lang="en-US" altLang="ar-SA" sz="1200" b="1" dirty="0">
                  <a:latin typeface="Helvetica" panose="020B0604020202020204" pitchFamily="34" charset="0"/>
                </a:rPr>
                <a:t>Course(name : String, </a:t>
              </a:r>
              <a:r>
                <a:rPr lang="en-US" altLang="ar-SA" sz="1200" b="1" dirty="0" err="1">
                  <a:latin typeface="Helvetica" panose="020B0604020202020204" pitchFamily="34" charset="0"/>
                </a:rPr>
                <a:t>instr</a:t>
              </a:r>
              <a:r>
                <a:rPr lang="en-US" altLang="ar-SA" sz="1200" b="1" dirty="0">
                  <a:latin typeface="Helvetica" panose="020B0604020202020204" pitchFamily="34" charset="0"/>
                </a:rPr>
                <a:t> : Instructor, text : </a:t>
              </a:r>
              <a:r>
                <a:rPr lang="en-US" altLang="ar-SA" sz="1200" b="1" dirty="0" err="1">
                  <a:latin typeface="Helvetica" panose="020B0604020202020204" pitchFamily="34" charset="0"/>
                </a:rPr>
                <a:t>TextBook</a:t>
              </a:r>
              <a:r>
                <a:rPr lang="en-US" altLang="ar-SA" sz="1200" b="1" dirty="0">
                  <a:latin typeface="Helvetica" panose="020B0604020202020204" pitchFamily="34" charset="0"/>
                </a:rPr>
                <a:t>)</a:t>
              </a:r>
            </a:p>
            <a:p>
              <a:pPr eaLnBrk="1" hangingPunct="1">
                <a:spcBef>
                  <a:spcPct val="0"/>
                </a:spcBef>
                <a:buClrTx/>
                <a:buFontTx/>
                <a:buNone/>
              </a:pPr>
              <a:r>
                <a:rPr lang="en-US" altLang="ar-SA" sz="1200" b="1" dirty="0">
                  <a:latin typeface="Helvetica" panose="020B0604020202020204" pitchFamily="34" charset="0"/>
                </a:rPr>
                <a:t>+ </a:t>
              </a:r>
              <a:r>
                <a:rPr lang="en-US" altLang="ar-SA" sz="1200" b="1" dirty="0" err="1">
                  <a:latin typeface="Helvetica" panose="020B0604020202020204" pitchFamily="34" charset="0"/>
                </a:rPr>
                <a:t>getName</a:t>
              </a:r>
              <a:r>
                <a:rPr lang="en-US" altLang="ar-SA" sz="1200" b="1" dirty="0">
                  <a:latin typeface="Helvetica" panose="020B0604020202020204" pitchFamily="34" charset="0"/>
                </a:rPr>
                <a:t>() : String</a:t>
              </a:r>
            </a:p>
            <a:p>
              <a:pPr eaLnBrk="1" hangingPunct="1">
                <a:spcBef>
                  <a:spcPct val="0"/>
                </a:spcBef>
                <a:buClrTx/>
                <a:buFontTx/>
                <a:buNone/>
              </a:pPr>
              <a:r>
                <a:rPr lang="en-US" altLang="ar-SA" sz="1200" b="1" dirty="0">
                  <a:latin typeface="Helvetica" panose="020B0604020202020204" pitchFamily="34" charset="0"/>
                </a:rPr>
                <a:t>+ </a:t>
              </a:r>
              <a:r>
                <a:rPr lang="en-US" altLang="ar-SA" sz="1200" b="1" dirty="0" err="1">
                  <a:latin typeface="Helvetica" panose="020B0604020202020204" pitchFamily="34" charset="0"/>
                </a:rPr>
                <a:t>getInstructor</a:t>
              </a:r>
              <a:r>
                <a:rPr lang="en-US" altLang="ar-SA" sz="1200" b="1" dirty="0">
                  <a:latin typeface="Helvetica" panose="020B0604020202020204" pitchFamily="34" charset="0"/>
                </a:rPr>
                <a:t>() : Instructor</a:t>
              </a:r>
            </a:p>
            <a:p>
              <a:pPr eaLnBrk="1" hangingPunct="1">
                <a:spcBef>
                  <a:spcPct val="0"/>
                </a:spcBef>
                <a:buClrTx/>
                <a:buFontTx/>
                <a:buNone/>
              </a:pPr>
              <a:r>
                <a:rPr lang="en-US" altLang="ar-SA" sz="1200" b="1" dirty="0">
                  <a:latin typeface="Helvetica" panose="020B0604020202020204" pitchFamily="34" charset="0"/>
                </a:rPr>
                <a:t>+ </a:t>
              </a:r>
              <a:r>
                <a:rPr lang="en-US" altLang="ar-SA" sz="1200" b="1" dirty="0" err="1">
                  <a:latin typeface="Helvetica" panose="020B0604020202020204" pitchFamily="34" charset="0"/>
                </a:rPr>
                <a:t>getTextBook</a:t>
              </a:r>
              <a:r>
                <a:rPr lang="en-US" altLang="ar-SA" sz="1200" b="1" dirty="0">
                  <a:latin typeface="Helvetica" panose="020B0604020202020204" pitchFamily="34" charset="0"/>
                </a:rPr>
                <a:t>() : </a:t>
              </a:r>
              <a:r>
                <a:rPr lang="en-US" altLang="ar-SA" sz="1200" b="1" dirty="0" err="1">
                  <a:latin typeface="Helvetica" panose="020B0604020202020204" pitchFamily="34" charset="0"/>
                </a:rPr>
                <a:t>TextBook</a:t>
              </a:r>
              <a:endParaRPr lang="en-US" altLang="ar-SA" sz="1200" b="1" dirty="0">
                <a:latin typeface="Helvetica" panose="020B0604020202020204" pitchFamily="34" charset="0"/>
              </a:endParaRPr>
            </a:p>
            <a:p>
              <a:pPr eaLnBrk="1" hangingPunct="1">
                <a:spcBef>
                  <a:spcPct val="0"/>
                </a:spcBef>
                <a:buClrTx/>
                <a:buFontTx/>
                <a:buNone/>
              </a:pPr>
              <a:r>
                <a:rPr lang="en-US" altLang="ar-SA" sz="1200" b="1" dirty="0">
                  <a:latin typeface="Helvetica" panose="020B0604020202020204" pitchFamily="34" charset="0"/>
                </a:rPr>
                <a:t>+ </a:t>
              </a:r>
              <a:r>
                <a:rPr lang="en-US" altLang="ar-SA" sz="1200" b="1" dirty="0" err="1">
                  <a:latin typeface="Helvetica" panose="020B0604020202020204" pitchFamily="34" charset="0"/>
                </a:rPr>
                <a:t>toString</a:t>
              </a:r>
              <a:r>
                <a:rPr lang="en-US" altLang="ar-SA" sz="1200" b="1" dirty="0">
                  <a:latin typeface="Helvetica" panose="020B0604020202020204" pitchFamily="34" charset="0"/>
                </a:rPr>
                <a:t>() : String</a:t>
              </a:r>
            </a:p>
          </p:txBody>
        </p:sp>
      </p:grpSp>
      <p:grpSp>
        <p:nvGrpSpPr>
          <p:cNvPr id="32" name="Group 7">
            <a:extLst>
              <a:ext uri="{FF2B5EF4-FFF2-40B4-BE49-F238E27FC236}">
                <a16:creationId xmlns:a16="http://schemas.microsoft.com/office/drawing/2014/main" id="{1FA92605-4758-85DD-1F2C-970C2496D0DB}"/>
              </a:ext>
            </a:extLst>
          </p:cNvPr>
          <p:cNvGrpSpPr>
            <a:grpSpLocks/>
          </p:cNvGrpSpPr>
          <p:nvPr/>
        </p:nvGrpSpPr>
        <p:grpSpPr bwMode="auto">
          <a:xfrm>
            <a:off x="6248400" y="3993485"/>
            <a:ext cx="4191000" cy="2349961"/>
            <a:chOff x="3072" y="624"/>
            <a:chExt cx="1824" cy="1776"/>
          </a:xfrm>
          <a:solidFill>
            <a:schemeClr val="accent2"/>
          </a:solidFill>
        </p:grpSpPr>
        <p:sp>
          <p:nvSpPr>
            <p:cNvPr id="33" name="Rectangle 8">
              <a:extLst>
                <a:ext uri="{FF2B5EF4-FFF2-40B4-BE49-F238E27FC236}">
                  <a16:creationId xmlns:a16="http://schemas.microsoft.com/office/drawing/2014/main" id="{683DE9E6-D0DF-03DA-9C3A-5C60C761407D}"/>
                </a:ext>
              </a:extLst>
            </p:cNvPr>
            <p:cNvSpPr>
              <a:spLocks noChangeArrowheads="1"/>
            </p:cNvSpPr>
            <p:nvPr/>
          </p:nvSpPr>
          <p:spPr bwMode="auto">
            <a:xfrm>
              <a:off x="3072" y="624"/>
              <a:ext cx="1824" cy="192"/>
            </a:xfrm>
            <a:prstGeom prst="rect">
              <a:avLst/>
            </a:prstGeom>
            <a:grpFill/>
            <a:ln w="9525">
              <a:solidFill>
                <a:schemeClr val="tx1"/>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hangingPunct="1">
                <a:spcBef>
                  <a:spcPct val="0"/>
                </a:spcBef>
                <a:buClrTx/>
                <a:buFontTx/>
                <a:buNone/>
              </a:pPr>
              <a:r>
                <a:rPr lang="en-US" altLang="ar-SA" sz="1400" b="1" dirty="0" err="1">
                  <a:latin typeface="Helvetica" panose="020B0604020202020204" pitchFamily="34" charset="0"/>
                </a:rPr>
                <a:t>TextBook</a:t>
              </a:r>
              <a:endParaRPr lang="en-US" altLang="ar-SA" sz="1400" b="1" dirty="0"/>
            </a:p>
          </p:txBody>
        </p:sp>
        <p:sp>
          <p:nvSpPr>
            <p:cNvPr id="34" name="Rectangle 9">
              <a:extLst>
                <a:ext uri="{FF2B5EF4-FFF2-40B4-BE49-F238E27FC236}">
                  <a16:creationId xmlns:a16="http://schemas.microsoft.com/office/drawing/2014/main" id="{26A4F6DA-5A73-ABEC-4926-D980EB4E358F}"/>
                </a:ext>
              </a:extLst>
            </p:cNvPr>
            <p:cNvSpPr>
              <a:spLocks noChangeArrowheads="1"/>
            </p:cNvSpPr>
            <p:nvPr/>
          </p:nvSpPr>
          <p:spPr bwMode="auto">
            <a:xfrm>
              <a:off x="3072" y="816"/>
              <a:ext cx="1824" cy="528"/>
            </a:xfrm>
            <a:prstGeom prst="rect">
              <a:avLst/>
            </a:prstGeom>
            <a:grpFill/>
            <a:ln w="9525">
              <a:solidFill>
                <a:schemeClr val="tx1"/>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0"/>
                </a:spcBef>
                <a:buClrTx/>
                <a:buFontTx/>
                <a:buChar char="-"/>
              </a:pPr>
              <a:r>
                <a:rPr lang="en-US" altLang="ar-SA" sz="1400">
                  <a:latin typeface="Helvetica" panose="020B0604020202020204" pitchFamily="34" charset="0"/>
                </a:rPr>
                <a:t> title : String</a:t>
              </a:r>
            </a:p>
            <a:p>
              <a:pPr eaLnBrk="1" hangingPunct="1">
                <a:spcBef>
                  <a:spcPct val="0"/>
                </a:spcBef>
                <a:buClrTx/>
                <a:buFontTx/>
                <a:buChar char="-"/>
              </a:pPr>
              <a:r>
                <a:rPr lang="en-US" altLang="ar-SA" sz="1400">
                  <a:latin typeface="Helvetica" panose="020B0604020202020204" pitchFamily="34" charset="0"/>
                </a:rPr>
                <a:t> author : String</a:t>
              </a:r>
            </a:p>
            <a:p>
              <a:pPr eaLnBrk="1" hangingPunct="1">
                <a:spcBef>
                  <a:spcPct val="0"/>
                </a:spcBef>
                <a:buClrTx/>
                <a:buFontTx/>
                <a:buChar char="-"/>
              </a:pPr>
              <a:r>
                <a:rPr lang="en-US" altLang="ar-SA" sz="1400">
                  <a:latin typeface="Helvetica" panose="020B0604020202020204" pitchFamily="34" charset="0"/>
                </a:rPr>
                <a:t> publisher : String</a:t>
              </a:r>
            </a:p>
          </p:txBody>
        </p:sp>
        <p:sp>
          <p:nvSpPr>
            <p:cNvPr id="35" name="Rectangle 10">
              <a:extLst>
                <a:ext uri="{FF2B5EF4-FFF2-40B4-BE49-F238E27FC236}">
                  <a16:creationId xmlns:a16="http://schemas.microsoft.com/office/drawing/2014/main" id="{4284B71C-0FEE-2465-0AA4-605705612D05}"/>
                </a:ext>
              </a:extLst>
            </p:cNvPr>
            <p:cNvSpPr>
              <a:spLocks noChangeArrowheads="1"/>
            </p:cNvSpPr>
            <p:nvPr/>
          </p:nvSpPr>
          <p:spPr bwMode="auto">
            <a:xfrm>
              <a:off x="3072" y="1344"/>
              <a:ext cx="1824" cy="1056"/>
            </a:xfrm>
            <a:prstGeom prst="rect">
              <a:avLst/>
            </a:prstGeom>
            <a:grpFill/>
            <a:ln w="9525">
              <a:solidFill>
                <a:schemeClr val="tx1"/>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0"/>
                </a:spcBef>
                <a:buClrTx/>
                <a:buFontTx/>
                <a:buNone/>
              </a:pPr>
              <a:r>
                <a:rPr lang="en-US" altLang="ar-SA" sz="1400" dirty="0">
                  <a:latin typeface="Helvetica" panose="020B0604020202020204" pitchFamily="34" charset="0"/>
                </a:rPr>
                <a:t>+ </a:t>
              </a:r>
              <a:r>
                <a:rPr lang="en-US" altLang="ar-SA" sz="1400" dirty="0" err="1">
                  <a:latin typeface="Helvetica" panose="020B0604020202020204" pitchFamily="34" charset="0"/>
                </a:rPr>
                <a:t>TextBook</a:t>
              </a:r>
              <a:r>
                <a:rPr lang="en-US" altLang="ar-SA" sz="1400" dirty="0">
                  <a:latin typeface="Helvetica" panose="020B0604020202020204" pitchFamily="34" charset="0"/>
                </a:rPr>
                <a:t>(title : String, author : String, publisher :</a:t>
              </a:r>
            </a:p>
            <a:p>
              <a:pPr eaLnBrk="1" hangingPunct="1">
                <a:spcBef>
                  <a:spcPct val="0"/>
                </a:spcBef>
                <a:buClrTx/>
                <a:buFontTx/>
                <a:buNone/>
              </a:pPr>
              <a:r>
                <a:rPr lang="en-US" altLang="ar-SA" sz="1400" dirty="0">
                  <a:latin typeface="Helvetica" panose="020B0604020202020204" pitchFamily="34" charset="0"/>
                </a:rPr>
                <a:t>	          String)</a:t>
              </a:r>
            </a:p>
            <a:p>
              <a:pPr eaLnBrk="1" hangingPunct="1">
                <a:spcBef>
                  <a:spcPct val="0"/>
                </a:spcBef>
                <a:buClrTx/>
                <a:buFontTx/>
                <a:buNone/>
              </a:pPr>
              <a:endParaRPr lang="en-US" altLang="ar-SA" sz="1400" dirty="0">
                <a:latin typeface="Helvetica" panose="020B0604020202020204" pitchFamily="34" charset="0"/>
              </a:endParaRPr>
            </a:p>
            <a:p>
              <a:pPr eaLnBrk="1" hangingPunct="1">
                <a:spcBef>
                  <a:spcPct val="0"/>
                </a:spcBef>
                <a:buClrTx/>
                <a:buFontTx/>
                <a:buNone/>
              </a:pPr>
              <a:r>
                <a:rPr lang="en-US" altLang="ar-SA" sz="1400" dirty="0">
                  <a:latin typeface="Helvetica" panose="020B0604020202020204" pitchFamily="34" charset="0"/>
                </a:rPr>
                <a:t>+ set(title : String, author : String, publisher : String)</a:t>
              </a:r>
            </a:p>
            <a:p>
              <a:pPr eaLnBrk="1" hangingPunct="1">
                <a:spcBef>
                  <a:spcPct val="0"/>
                </a:spcBef>
                <a:buClrTx/>
                <a:buFontTx/>
                <a:buNone/>
              </a:pPr>
              <a:r>
                <a:rPr lang="en-US" altLang="ar-SA" sz="1400" dirty="0">
                  <a:latin typeface="Helvetica" panose="020B0604020202020204" pitchFamily="34" charset="0"/>
                </a:rPr>
                <a:t>	: void</a:t>
              </a:r>
            </a:p>
            <a:p>
              <a:pPr eaLnBrk="1" hangingPunct="1">
                <a:spcBef>
                  <a:spcPct val="0"/>
                </a:spcBef>
                <a:buClrTx/>
                <a:buFontTx/>
                <a:buNone/>
              </a:pPr>
              <a:r>
                <a:rPr lang="en-US" altLang="ar-SA" sz="1400" dirty="0">
                  <a:latin typeface="Helvetica" panose="020B0604020202020204" pitchFamily="34" charset="0"/>
                </a:rPr>
                <a:t>+ </a:t>
              </a:r>
              <a:r>
                <a:rPr lang="en-US" altLang="ar-SA" sz="1400" dirty="0" err="1">
                  <a:latin typeface="Helvetica" panose="020B0604020202020204" pitchFamily="34" charset="0"/>
                </a:rPr>
                <a:t>toString</a:t>
              </a:r>
              <a:r>
                <a:rPr lang="en-US" altLang="ar-SA" sz="1400" dirty="0">
                  <a:latin typeface="Helvetica" panose="020B0604020202020204" pitchFamily="34" charset="0"/>
                </a:rPr>
                <a:t>() : String</a:t>
              </a:r>
            </a:p>
            <a:p>
              <a:pPr eaLnBrk="1" hangingPunct="1">
                <a:spcBef>
                  <a:spcPct val="0"/>
                </a:spcBef>
                <a:buClrTx/>
                <a:buFontTx/>
                <a:buNone/>
              </a:pPr>
              <a:endParaRPr lang="en-US" altLang="ar-SA" sz="1400" dirty="0">
                <a:latin typeface="Helvetica" panose="020B0604020202020204" pitchFamily="34" charset="0"/>
              </a:endParaRPr>
            </a:p>
          </p:txBody>
        </p:sp>
      </p:grpSp>
      <p:grpSp>
        <p:nvGrpSpPr>
          <p:cNvPr id="36" name="Group 11">
            <a:extLst>
              <a:ext uri="{FF2B5EF4-FFF2-40B4-BE49-F238E27FC236}">
                <a16:creationId xmlns:a16="http://schemas.microsoft.com/office/drawing/2014/main" id="{DB439A8E-4E41-6954-A5EE-E68F55AB2F72}"/>
              </a:ext>
            </a:extLst>
          </p:cNvPr>
          <p:cNvGrpSpPr>
            <a:grpSpLocks/>
          </p:cNvGrpSpPr>
          <p:nvPr/>
        </p:nvGrpSpPr>
        <p:grpSpPr bwMode="auto">
          <a:xfrm>
            <a:off x="1905000" y="4088264"/>
            <a:ext cx="3962400" cy="2302120"/>
            <a:chOff x="96" y="1920"/>
            <a:chExt cx="1632" cy="1571"/>
          </a:xfrm>
          <a:solidFill>
            <a:schemeClr val="accent2"/>
          </a:solidFill>
        </p:grpSpPr>
        <p:sp>
          <p:nvSpPr>
            <p:cNvPr id="37" name="Rectangle 12">
              <a:extLst>
                <a:ext uri="{FF2B5EF4-FFF2-40B4-BE49-F238E27FC236}">
                  <a16:creationId xmlns:a16="http://schemas.microsoft.com/office/drawing/2014/main" id="{9EC20FF3-6B10-C991-A8E7-C760917E75C7}"/>
                </a:ext>
              </a:extLst>
            </p:cNvPr>
            <p:cNvSpPr>
              <a:spLocks noChangeArrowheads="1"/>
            </p:cNvSpPr>
            <p:nvPr/>
          </p:nvSpPr>
          <p:spPr bwMode="auto">
            <a:xfrm>
              <a:off x="96" y="1920"/>
              <a:ext cx="1632" cy="192"/>
            </a:xfrm>
            <a:prstGeom prst="rect">
              <a:avLst/>
            </a:prstGeom>
            <a:grpFill/>
            <a:ln w="9525">
              <a:solidFill>
                <a:schemeClr val="tx1"/>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hangingPunct="1">
                <a:spcBef>
                  <a:spcPct val="0"/>
                </a:spcBef>
                <a:buClrTx/>
                <a:buFontTx/>
                <a:buNone/>
              </a:pPr>
              <a:r>
                <a:rPr lang="en-US" altLang="ar-SA" sz="1400" b="1" dirty="0"/>
                <a:t>Instructor</a:t>
              </a:r>
            </a:p>
          </p:txBody>
        </p:sp>
        <p:sp>
          <p:nvSpPr>
            <p:cNvPr id="38" name="Rectangle 13">
              <a:extLst>
                <a:ext uri="{FF2B5EF4-FFF2-40B4-BE49-F238E27FC236}">
                  <a16:creationId xmlns:a16="http://schemas.microsoft.com/office/drawing/2014/main" id="{8A767C46-56B7-8660-6E0D-A8ED313CCCEB}"/>
                </a:ext>
              </a:extLst>
            </p:cNvPr>
            <p:cNvSpPr>
              <a:spLocks noChangeArrowheads="1"/>
            </p:cNvSpPr>
            <p:nvPr/>
          </p:nvSpPr>
          <p:spPr bwMode="auto">
            <a:xfrm>
              <a:off x="96" y="2112"/>
              <a:ext cx="1632" cy="672"/>
            </a:xfrm>
            <a:prstGeom prst="rect">
              <a:avLst/>
            </a:prstGeom>
            <a:grpFill/>
            <a:ln w="9525">
              <a:solidFill>
                <a:schemeClr val="tx1"/>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0"/>
                </a:spcBef>
                <a:buClrTx/>
                <a:buFontTx/>
                <a:buChar char="-"/>
              </a:pPr>
              <a:r>
                <a:rPr lang="en-US" altLang="ar-SA" sz="1400">
                  <a:latin typeface="Helvetica" panose="020B0604020202020204" pitchFamily="34" charset="0"/>
                </a:rPr>
                <a:t> lastName : String</a:t>
              </a:r>
            </a:p>
            <a:p>
              <a:pPr eaLnBrk="1" hangingPunct="1">
                <a:spcBef>
                  <a:spcPct val="0"/>
                </a:spcBef>
                <a:buClrTx/>
                <a:buFontTx/>
                <a:buChar char="-"/>
              </a:pPr>
              <a:r>
                <a:rPr lang="en-US" altLang="ar-SA" sz="1400">
                  <a:latin typeface="Helvetica" panose="020B0604020202020204" pitchFamily="34" charset="0"/>
                </a:rPr>
                <a:t> firstName : String</a:t>
              </a:r>
            </a:p>
            <a:p>
              <a:pPr eaLnBrk="1" hangingPunct="1">
                <a:spcBef>
                  <a:spcPct val="0"/>
                </a:spcBef>
                <a:buClrTx/>
                <a:buFontTx/>
                <a:buChar char="-"/>
              </a:pPr>
              <a:r>
                <a:rPr lang="en-US" altLang="ar-SA" sz="1400">
                  <a:latin typeface="Helvetica" panose="020B0604020202020204" pitchFamily="34" charset="0"/>
                </a:rPr>
                <a:t> officeNumber : String</a:t>
              </a:r>
            </a:p>
            <a:p>
              <a:pPr eaLnBrk="1" hangingPunct="1">
                <a:spcBef>
                  <a:spcPct val="0"/>
                </a:spcBef>
                <a:buClrTx/>
                <a:buFontTx/>
                <a:buNone/>
              </a:pPr>
              <a:endParaRPr lang="en-US" altLang="ar-SA" sz="1400">
                <a:latin typeface="Helvetica" panose="020B0604020202020204" pitchFamily="34" charset="0"/>
              </a:endParaRPr>
            </a:p>
          </p:txBody>
        </p:sp>
        <p:sp>
          <p:nvSpPr>
            <p:cNvPr id="39" name="Rectangle 14">
              <a:extLst>
                <a:ext uri="{FF2B5EF4-FFF2-40B4-BE49-F238E27FC236}">
                  <a16:creationId xmlns:a16="http://schemas.microsoft.com/office/drawing/2014/main" id="{FAAFD1A1-6043-BF1F-9645-496BF42D516D}"/>
                </a:ext>
              </a:extLst>
            </p:cNvPr>
            <p:cNvSpPr>
              <a:spLocks noChangeArrowheads="1"/>
            </p:cNvSpPr>
            <p:nvPr/>
          </p:nvSpPr>
          <p:spPr bwMode="auto">
            <a:xfrm>
              <a:off x="96" y="2784"/>
              <a:ext cx="1632" cy="707"/>
            </a:xfrm>
            <a:prstGeom prst="rect">
              <a:avLst/>
            </a:prstGeom>
            <a:grpFill/>
            <a:ln w="9525">
              <a:solidFill>
                <a:schemeClr val="tx1"/>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0"/>
                </a:spcBef>
                <a:buClrTx/>
                <a:buFontTx/>
                <a:buNone/>
              </a:pPr>
              <a:r>
                <a:rPr lang="en-US" altLang="ar-SA" sz="1400" dirty="0">
                  <a:latin typeface="Helvetica" panose="020B0604020202020204" pitchFamily="34" charset="0"/>
                </a:rPr>
                <a:t>+ Instructor(</a:t>
              </a:r>
              <a:r>
                <a:rPr lang="en-US" altLang="ar-SA" sz="1400" dirty="0" err="1">
                  <a:latin typeface="Helvetica" panose="020B0604020202020204" pitchFamily="34" charset="0"/>
                </a:rPr>
                <a:t>lname</a:t>
              </a:r>
              <a:r>
                <a:rPr lang="en-US" altLang="ar-SA" sz="1400" dirty="0">
                  <a:latin typeface="Helvetica" panose="020B0604020202020204" pitchFamily="34" charset="0"/>
                </a:rPr>
                <a:t> : String, </a:t>
              </a:r>
              <a:r>
                <a:rPr lang="en-US" altLang="ar-SA" sz="1400" dirty="0" err="1">
                  <a:latin typeface="Helvetica" panose="020B0604020202020204" pitchFamily="34" charset="0"/>
                </a:rPr>
                <a:t>fname</a:t>
              </a:r>
              <a:r>
                <a:rPr lang="en-US" altLang="ar-SA" sz="1400" dirty="0">
                  <a:latin typeface="Helvetica" panose="020B0604020202020204" pitchFamily="34" charset="0"/>
                </a:rPr>
                <a:t> : String,</a:t>
              </a:r>
            </a:p>
            <a:p>
              <a:pPr eaLnBrk="1" hangingPunct="1">
                <a:spcBef>
                  <a:spcPct val="0"/>
                </a:spcBef>
                <a:buClrTx/>
                <a:buFontTx/>
                <a:buNone/>
              </a:pPr>
              <a:r>
                <a:rPr lang="en-US" altLang="ar-SA" sz="1400" dirty="0">
                  <a:latin typeface="Helvetica" panose="020B0604020202020204" pitchFamily="34" charset="0"/>
                </a:rPr>
                <a:t>                         office : String)</a:t>
              </a:r>
            </a:p>
            <a:p>
              <a:pPr eaLnBrk="1" hangingPunct="1">
                <a:spcBef>
                  <a:spcPct val="0"/>
                </a:spcBef>
                <a:buClrTx/>
                <a:buFontTx/>
                <a:buNone/>
              </a:pPr>
              <a:r>
                <a:rPr lang="en-US" altLang="ar-SA" sz="1400" dirty="0">
                  <a:latin typeface="Helvetica" panose="020B0604020202020204" pitchFamily="34" charset="0"/>
                </a:rPr>
                <a:t>+set(</a:t>
              </a:r>
              <a:r>
                <a:rPr lang="en-US" altLang="ar-SA" sz="1400" dirty="0" err="1">
                  <a:latin typeface="Helvetica" panose="020B0604020202020204" pitchFamily="34" charset="0"/>
                </a:rPr>
                <a:t>lname</a:t>
              </a:r>
              <a:r>
                <a:rPr lang="en-US" altLang="ar-SA" sz="1400" dirty="0">
                  <a:latin typeface="Helvetica" panose="020B0604020202020204" pitchFamily="34" charset="0"/>
                </a:rPr>
                <a:t> : String, </a:t>
              </a:r>
              <a:r>
                <a:rPr lang="en-US" altLang="ar-SA" sz="1400" dirty="0" err="1">
                  <a:latin typeface="Helvetica" panose="020B0604020202020204" pitchFamily="34" charset="0"/>
                </a:rPr>
                <a:t>fname</a:t>
              </a:r>
              <a:r>
                <a:rPr lang="en-US" altLang="ar-SA" sz="1400" dirty="0">
                  <a:latin typeface="Helvetica" panose="020B0604020202020204" pitchFamily="34" charset="0"/>
                </a:rPr>
                <a:t> : String, </a:t>
              </a:r>
            </a:p>
            <a:p>
              <a:pPr eaLnBrk="1" hangingPunct="1">
                <a:spcBef>
                  <a:spcPct val="0"/>
                </a:spcBef>
                <a:buClrTx/>
                <a:buFontTx/>
                <a:buNone/>
              </a:pPr>
              <a:r>
                <a:rPr lang="en-US" altLang="ar-SA" sz="1400" dirty="0">
                  <a:latin typeface="Helvetica" panose="020B0604020202020204" pitchFamily="34" charset="0"/>
                </a:rPr>
                <a:t>office : String): void</a:t>
              </a:r>
            </a:p>
            <a:p>
              <a:pPr eaLnBrk="1" hangingPunct="1">
                <a:spcBef>
                  <a:spcPct val="0"/>
                </a:spcBef>
                <a:buClrTx/>
                <a:buFontTx/>
                <a:buNone/>
              </a:pPr>
              <a:r>
                <a:rPr lang="en-US" altLang="ar-SA" sz="1400" dirty="0">
                  <a:latin typeface="Helvetica" panose="020B0604020202020204" pitchFamily="34" charset="0"/>
                </a:rPr>
                <a:t>+ </a:t>
              </a:r>
              <a:r>
                <a:rPr lang="en-US" altLang="ar-SA" sz="1400" dirty="0" err="1">
                  <a:latin typeface="Helvetica" panose="020B0604020202020204" pitchFamily="34" charset="0"/>
                </a:rPr>
                <a:t>toString</a:t>
              </a:r>
              <a:r>
                <a:rPr lang="en-US" altLang="ar-SA" sz="1400" dirty="0">
                  <a:latin typeface="Helvetica" panose="020B0604020202020204" pitchFamily="34" charset="0"/>
                </a:rPr>
                <a:t>() : String</a:t>
              </a:r>
            </a:p>
          </p:txBody>
        </p:sp>
      </p:grpSp>
      <p:sp>
        <p:nvSpPr>
          <p:cNvPr id="40" name="AutoShape 15">
            <a:extLst>
              <a:ext uri="{FF2B5EF4-FFF2-40B4-BE49-F238E27FC236}">
                <a16:creationId xmlns:a16="http://schemas.microsoft.com/office/drawing/2014/main" id="{71AE5097-909F-B1B2-B36B-B9FE197EC15D}"/>
              </a:ext>
            </a:extLst>
          </p:cNvPr>
          <p:cNvSpPr>
            <a:spLocks noChangeArrowheads="1"/>
          </p:cNvSpPr>
          <p:nvPr/>
        </p:nvSpPr>
        <p:spPr bwMode="auto">
          <a:xfrm>
            <a:off x="5903191" y="3548699"/>
            <a:ext cx="152400" cy="304800"/>
          </a:xfrm>
          <a:prstGeom prst="diamond">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0"/>
              </a:spcBef>
              <a:buClrTx/>
              <a:buFontTx/>
              <a:buNone/>
            </a:pPr>
            <a:endParaRPr lang="ar-SA" altLang="ar-SA" sz="2400"/>
          </a:p>
        </p:txBody>
      </p:sp>
      <p:cxnSp>
        <p:nvCxnSpPr>
          <p:cNvPr id="42" name="AutoShape 17">
            <a:extLst>
              <a:ext uri="{FF2B5EF4-FFF2-40B4-BE49-F238E27FC236}">
                <a16:creationId xmlns:a16="http://schemas.microsoft.com/office/drawing/2014/main" id="{AEED09B4-5832-5274-0BA4-DB817FF41D8E}"/>
              </a:ext>
            </a:extLst>
          </p:cNvPr>
          <p:cNvCxnSpPr>
            <a:cxnSpLocks noChangeShapeType="1"/>
            <a:stCxn id="40" idx="2"/>
            <a:endCxn id="33" idx="0"/>
          </p:cNvCxnSpPr>
          <p:nvPr/>
        </p:nvCxnSpPr>
        <p:spPr bwMode="auto">
          <a:xfrm rot="16200000" flipH="1">
            <a:off x="7091652" y="2741237"/>
            <a:ext cx="139986" cy="2364509"/>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43" name="AutoShape 18">
            <a:extLst>
              <a:ext uri="{FF2B5EF4-FFF2-40B4-BE49-F238E27FC236}">
                <a16:creationId xmlns:a16="http://schemas.microsoft.com/office/drawing/2014/main" id="{F40B53E5-3281-31DB-EEF7-7D2BB1D5A6E5}"/>
              </a:ext>
            </a:extLst>
          </p:cNvPr>
          <p:cNvCxnSpPr>
            <a:cxnSpLocks noChangeShapeType="1"/>
            <a:stCxn id="40" idx="2"/>
            <a:endCxn id="37" idx="0"/>
          </p:cNvCxnSpPr>
          <p:nvPr/>
        </p:nvCxnSpPr>
        <p:spPr bwMode="auto">
          <a:xfrm rot="5400000">
            <a:off x="4815414" y="2924286"/>
            <a:ext cx="234765" cy="2093191"/>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170503274"/>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D0719-E588-7731-BF2B-2B7933BFF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2B5F9-1FEB-EE30-E38B-2032AF9AA523}"/>
              </a:ext>
            </a:extLst>
          </p:cNvPr>
          <p:cNvSpPr>
            <a:spLocks noGrp="1"/>
          </p:cNvSpPr>
          <p:nvPr>
            <p:ph type="title"/>
          </p:nvPr>
        </p:nvSpPr>
        <p:spPr>
          <a:xfrm>
            <a:off x="348791" y="286603"/>
            <a:ext cx="11481847" cy="1450757"/>
          </a:xfrm>
        </p:spPr>
        <p:txBody>
          <a:bodyPr/>
          <a:lstStyle/>
          <a:p>
            <a:pPr algn="l"/>
            <a:r>
              <a:rPr lang="en-US" i="0" dirty="0">
                <a:effectLst/>
                <a:latin typeface="__Source_Sans_Pro_fa6df0"/>
              </a:rPr>
              <a:t>Aggregation Example</a:t>
            </a:r>
            <a:endParaRPr lang="en-US" sz="2000" i="0" dirty="0">
              <a:effectLst/>
              <a:latin typeface="__Source_Sans_Pro_fa6df0"/>
            </a:endParaRPr>
          </a:p>
        </p:txBody>
      </p:sp>
      <p:sp>
        <p:nvSpPr>
          <p:cNvPr id="4" name="Footer Placeholder 3">
            <a:extLst>
              <a:ext uri="{FF2B5EF4-FFF2-40B4-BE49-F238E27FC236}">
                <a16:creationId xmlns:a16="http://schemas.microsoft.com/office/drawing/2014/main" id="{3831BA74-83D0-A3AF-9237-CC37F1986315}"/>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3">
            <a:extLst>
              <a:ext uri="{FF2B5EF4-FFF2-40B4-BE49-F238E27FC236}">
                <a16:creationId xmlns:a16="http://schemas.microsoft.com/office/drawing/2014/main" id="{E24AF9D2-AB01-A900-34BE-54A6BDD6F9DC}"/>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3" name="Object 6">
            <a:extLst>
              <a:ext uri="{FF2B5EF4-FFF2-40B4-BE49-F238E27FC236}">
                <a16:creationId xmlns:a16="http://schemas.microsoft.com/office/drawing/2014/main" id="{BAB12C17-B284-043E-1337-0DF2F5A89D6B}"/>
              </a:ext>
            </a:extLst>
          </p:cNvPr>
          <p:cNvGraphicFramePr>
            <a:graphicFrameLocks noChangeAspect="1"/>
          </p:cNvGraphicFramePr>
          <p:nvPr>
            <p:extLst>
              <p:ext uri="{D42A27DB-BD31-4B8C-83A1-F6EECF244321}">
                <p14:modId xmlns:p14="http://schemas.microsoft.com/office/powerpoint/2010/main" val="1069608310"/>
              </p:ext>
            </p:extLst>
          </p:nvPr>
        </p:nvGraphicFramePr>
        <p:xfrm>
          <a:off x="5643439" y="1297590"/>
          <a:ext cx="7220537" cy="5016235"/>
        </p:xfrm>
        <a:graphic>
          <a:graphicData uri="http://schemas.openxmlformats.org/presentationml/2006/ole">
            <mc:AlternateContent xmlns:mc="http://schemas.openxmlformats.org/markup-compatibility/2006">
              <mc:Choice xmlns:v="urn:schemas-microsoft-com:vml" Requires="v">
                <p:oleObj name="Picture" r:id="rId2" imgW="3543480" imgH="2286000" progId="Word.Picture.8">
                  <p:embed/>
                </p:oleObj>
              </mc:Choice>
              <mc:Fallback>
                <p:oleObj name="Picture" r:id="rId2" imgW="3543480" imgH="2286000" progId="Word.Picture.8">
                  <p:embed/>
                  <p:pic>
                    <p:nvPicPr>
                      <p:cNvPr id="9" name="Object 6">
                        <a:extLst>
                          <a:ext uri="{FF2B5EF4-FFF2-40B4-BE49-F238E27FC236}">
                            <a16:creationId xmlns:a16="http://schemas.microsoft.com/office/drawing/2014/main" id="{53BB0ED5-B70D-D5A5-9965-31CF2133BF3E}"/>
                          </a:ext>
                        </a:extLst>
                      </p:cNvPr>
                      <p:cNvPicPr>
                        <a:picLocks noChangeAspect="1" noChangeArrowheads="1"/>
                      </p:cNvPicPr>
                      <p:nvPr/>
                    </p:nvPicPr>
                    <p:blipFill>
                      <a:blip r:embed="rId3"/>
                      <a:srcRect/>
                      <a:stretch>
                        <a:fillRect/>
                      </a:stretch>
                    </p:blipFill>
                    <p:spPr bwMode="auto">
                      <a:xfrm>
                        <a:off x="5643439" y="1297590"/>
                        <a:ext cx="7220537" cy="5016235"/>
                      </a:xfrm>
                      <a:prstGeom prst="rect">
                        <a:avLst/>
                      </a:prstGeom>
                      <a:noFill/>
                      <a:ln>
                        <a:noFill/>
                      </a:ln>
                    </p:spPr>
                  </p:pic>
                </p:oleObj>
              </mc:Fallback>
            </mc:AlternateContent>
          </a:graphicData>
        </a:graphic>
      </p:graphicFrame>
      <p:grpSp>
        <p:nvGrpSpPr>
          <p:cNvPr id="5" name="Group 11">
            <a:extLst>
              <a:ext uri="{FF2B5EF4-FFF2-40B4-BE49-F238E27FC236}">
                <a16:creationId xmlns:a16="http://schemas.microsoft.com/office/drawing/2014/main" id="{E6B20CBD-11E7-6F3B-8375-EFBBA54C7E49}"/>
              </a:ext>
            </a:extLst>
          </p:cNvPr>
          <p:cNvGrpSpPr>
            <a:grpSpLocks/>
          </p:cNvGrpSpPr>
          <p:nvPr/>
        </p:nvGrpSpPr>
        <p:grpSpPr bwMode="auto">
          <a:xfrm>
            <a:off x="901375" y="2046727"/>
            <a:ext cx="4404721" cy="3546996"/>
            <a:chOff x="96" y="1920"/>
            <a:chExt cx="1632" cy="1743"/>
          </a:xfrm>
        </p:grpSpPr>
        <p:sp>
          <p:nvSpPr>
            <p:cNvPr id="6" name="Rectangle 12">
              <a:extLst>
                <a:ext uri="{FF2B5EF4-FFF2-40B4-BE49-F238E27FC236}">
                  <a16:creationId xmlns:a16="http://schemas.microsoft.com/office/drawing/2014/main" id="{27D082AE-E0AD-5869-98A9-5EEFA1BDA3F1}"/>
                </a:ext>
              </a:extLst>
            </p:cNvPr>
            <p:cNvSpPr>
              <a:spLocks noChangeArrowheads="1"/>
            </p:cNvSpPr>
            <p:nvPr/>
          </p:nvSpPr>
          <p:spPr bwMode="auto">
            <a:xfrm>
              <a:off x="96" y="1920"/>
              <a:ext cx="1632" cy="192"/>
            </a:xfrm>
            <a:prstGeom prst="rect">
              <a:avLst/>
            </a:prstGeom>
            <a:solidFill>
              <a:schemeClr val="accent2"/>
            </a:solidFill>
            <a:ln w="9525">
              <a:solidFill>
                <a:schemeClr val="tx1"/>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hangingPunct="1">
                <a:spcBef>
                  <a:spcPct val="0"/>
                </a:spcBef>
                <a:buClrTx/>
                <a:buFontTx/>
                <a:buNone/>
              </a:pPr>
              <a:r>
                <a:rPr lang="en-US" altLang="ar-SA" sz="1800" b="1" dirty="0"/>
                <a:t>Instructor</a:t>
              </a:r>
            </a:p>
          </p:txBody>
        </p:sp>
        <p:sp>
          <p:nvSpPr>
            <p:cNvPr id="9" name="Rectangle 13">
              <a:extLst>
                <a:ext uri="{FF2B5EF4-FFF2-40B4-BE49-F238E27FC236}">
                  <a16:creationId xmlns:a16="http://schemas.microsoft.com/office/drawing/2014/main" id="{A87B8850-455B-8514-B73C-53C033CBF5FE}"/>
                </a:ext>
              </a:extLst>
            </p:cNvPr>
            <p:cNvSpPr>
              <a:spLocks noChangeArrowheads="1"/>
            </p:cNvSpPr>
            <p:nvPr/>
          </p:nvSpPr>
          <p:spPr bwMode="auto">
            <a:xfrm>
              <a:off x="96" y="2112"/>
              <a:ext cx="1632" cy="543"/>
            </a:xfrm>
            <a:prstGeom prst="rect">
              <a:avLst/>
            </a:prstGeom>
            <a:solidFill>
              <a:schemeClr val="accent2"/>
            </a:solidFill>
            <a:ln w="9525">
              <a:solidFill>
                <a:schemeClr val="tx1"/>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0"/>
                </a:spcBef>
                <a:buClrTx/>
                <a:buFontTx/>
                <a:buChar char="-"/>
              </a:pPr>
              <a:r>
                <a:rPr lang="en-US" altLang="ar-SA" sz="1600" dirty="0">
                  <a:latin typeface="Helvetica" panose="020B0604020202020204" pitchFamily="34" charset="0"/>
                </a:rPr>
                <a:t> </a:t>
              </a:r>
              <a:r>
                <a:rPr lang="en-US" altLang="ar-SA" sz="1600" dirty="0" err="1">
                  <a:latin typeface="Helvetica" panose="020B0604020202020204" pitchFamily="34" charset="0"/>
                </a:rPr>
                <a:t>lName</a:t>
              </a:r>
              <a:r>
                <a:rPr lang="en-US" altLang="ar-SA" sz="1600" dirty="0">
                  <a:latin typeface="Helvetica" panose="020B0604020202020204" pitchFamily="34" charset="0"/>
                </a:rPr>
                <a:t> : String</a:t>
              </a:r>
            </a:p>
            <a:p>
              <a:pPr eaLnBrk="1" hangingPunct="1">
                <a:spcBef>
                  <a:spcPct val="0"/>
                </a:spcBef>
                <a:buClrTx/>
                <a:buFontTx/>
                <a:buChar char="-"/>
              </a:pPr>
              <a:r>
                <a:rPr lang="en-US" altLang="ar-SA" sz="1600" dirty="0">
                  <a:latin typeface="Helvetica" panose="020B0604020202020204" pitchFamily="34" charset="0"/>
                </a:rPr>
                <a:t> </a:t>
              </a:r>
              <a:r>
                <a:rPr lang="en-US" altLang="ar-SA" sz="1600" dirty="0" err="1">
                  <a:latin typeface="Helvetica" panose="020B0604020202020204" pitchFamily="34" charset="0"/>
                </a:rPr>
                <a:t>fName</a:t>
              </a:r>
              <a:r>
                <a:rPr lang="en-US" altLang="ar-SA" sz="1600" dirty="0">
                  <a:latin typeface="Helvetica" panose="020B0604020202020204" pitchFamily="34" charset="0"/>
                </a:rPr>
                <a:t> : String</a:t>
              </a:r>
            </a:p>
            <a:p>
              <a:pPr eaLnBrk="1" hangingPunct="1">
                <a:spcBef>
                  <a:spcPct val="0"/>
                </a:spcBef>
                <a:buClrTx/>
                <a:buFontTx/>
                <a:buChar char="-"/>
              </a:pPr>
              <a:r>
                <a:rPr lang="en-US" altLang="ar-SA" sz="1600" dirty="0">
                  <a:latin typeface="Helvetica" panose="020B0604020202020204" pitchFamily="34" charset="0"/>
                </a:rPr>
                <a:t> </a:t>
              </a:r>
              <a:r>
                <a:rPr lang="en-US" altLang="ar-SA" sz="1600" dirty="0" err="1">
                  <a:latin typeface="Helvetica" panose="020B0604020202020204" pitchFamily="34" charset="0"/>
                </a:rPr>
                <a:t>officeNumber</a:t>
              </a:r>
              <a:r>
                <a:rPr lang="en-US" altLang="ar-SA" sz="1600" dirty="0">
                  <a:latin typeface="Helvetica" panose="020B0604020202020204" pitchFamily="34" charset="0"/>
                </a:rPr>
                <a:t> : String</a:t>
              </a:r>
            </a:p>
          </p:txBody>
        </p:sp>
        <p:sp>
          <p:nvSpPr>
            <p:cNvPr id="10" name="Rectangle 14">
              <a:extLst>
                <a:ext uri="{FF2B5EF4-FFF2-40B4-BE49-F238E27FC236}">
                  <a16:creationId xmlns:a16="http://schemas.microsoft.com/office/drawing/2014/main" id="{290B41CB-52F7-24DB-21B8-1907F30682EE}"/>
                </a:ext>
              </a:extLst>
            </p:cNvPr>
            <p:cNvSpPr>
              <a:spLocks noChangeArrowheads="1"/>
            </p:cNvSpPr>
            <p:nvPr/>
          </p:nvSpPr>
          <p:spPr bwMode="auto">
            <a:xfrm>
              <a:off x="96" y="2655"/>
              <a:ext cx="1632" cy="1008"/>
            </a:xfrm>
            <a:prstGeom prst="rect">
              <a:avLst/>
            </a:prstGeom>
            <a:solidFill>
              <a:schemeClr val="accent2"/>
            </a:solidFill>
            <a:ln w="9525">
              <a:solidFill>
                <a:schemeClr val="tx1"/>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0"/>
                </a:spcBef>
                <a:buClrTx/>
                <a:buFontTx/>
                <a:buNone/>
              </a:pPr>
              <a:r>
                <a:rPr lang="en-US" altLang="ar-SA" sz="1600" dirty="0">
                  <a:latin typeface="Helvetica" panose="020B0604020202020204" pitchFamily="34" charset="0"/>
                </a:rPr>
                <a:t>+ Instructor(</a:t>
              </a:r>
              <a:r>
                <a:rPr lang="en-US" altLang="ar-SA" sz="1600" dirty="0" err="1">
                  <a:latin typeface="Helvetica" panose="020B0604020202020204" pitchFamily="34" charset="0"/>
                </a:rPr>
                <a:t>lname</a:t>
              </a:r>
              <a:r>
                <a:rPr lang="en-US" altLang="ar-SA" sz="1600" dirty="0">
                  <a:latin typeface="Helvetica" panose="020B0604020202020204" pitchFamily="34" charset="0"/>
                </a:rPr>
                <a:t> : String, </a:t>
              </a:r>
              <a:r>
                <a:rPr lang="en-US" altLang="ar-SA" sz="1600" dirty="0" err="1">
                  <a:latin typeface="Helvetica" panose="020B0604020202020204" pitchFamily="34" charset="0"/>
                </a:rPr>
                <a:t>fname</a:t>
              </a:r>
              <a:r>
                <a:rPr lang="en-US" altLang="ar-SA" sz="1600" dirty="0">
                  <a:latin typeface="Helvetica" panose="020B0604020202020204" pitchFamily="34" charset="0"/>
                </a:rPr>
                <a:t> : String,</a:t>
              </a:r>
            </a:p>
            <a:p>
              <a:pPr eaLnBrk="1" hangingPunct="1">
                <a:spcBef>
                  <a:spcPct val="0"/>
                </a:spcBef>
                <a:buClrTx/>
                <a:buFontTx/>
                <a:buNone/>
              </a:pPr>
              <a:r>
                <a:rPr lang="en-US" altLang="ar-SA" sz="1600" dirty="0">
                  <a:latin typeface="Helvetica" panose="020B0604020202020204" pitchFamily="34" charset="0"/>
                </a:rPr>
                <a:t>                         office : String)</a:t>
              </a:r>
            </a:p>
            <a:p>
              <a:pPr eaLnBrk="1" hangingPunct="1">
                <a:spcBef>
                  <a:spcPct val="0"/>
                </a:spcBef>
                <a:buClrTx/>
                <a:buFontTx/>
                <a:buNone/>
              </a:pPr>
              <a:endParaRPr lang="en-US" altLang="ar-SA" sz="1600" dirty="0">
                <a:latin typeface="Helvetica" panose="020B0604020202020204" pitchFamily="34" charset="0"/>
              </a:endParaRPr>
            </a:p>
            <a:p>
              <a:pPr eaLnBrk="1" hangingPunct="1">
                <a:spcBef>
                  <a:spcPct val="0"/>
                </a:spcBef>
                <a:buClrTx/>
                <a:buFontTx/>
                <a:buNone/>
              </a:pPr>
              <a:r>
                <a:rPr lang="en-US" altLang="ar-SA" sz="1600" dirty="0">
                  <a:latin typeface="Helvetica" panose="020B0604020202020204" pitchFamily="34" charset="0"/>
                </a:rPr>
                <a:t>+set(</a:t>
              </a:r>
              <a:r>
                <a:rPr lang="en-US" altLang="ar-SA" sz="1600" dirty="0" err="1">
                  <a:latin typeface="Helvetica" panose="020B0604020202020204" pitchFamily="34" charset="0"/>
                </a:rPr>
                <a:t>lname</a:t>
              </a:r>
              <a:r>
                <a:rPr lang="en-US" altLang="ar-SA" sz="1600" dirty="0">
                  <a:latin typeface="Helvetica" panose="020B0604020202020204" pitchFamily="34" charset="0"/>
                </a:rPr>
                <a:t> : String, </a:t>
              </a:r>
              <a:r>
                <a:rPr lang="en-US" altLang="ar-SA" sz="1600" dirty="0" err="1">
                  <a:latin typeface="Helvetica" panose="020B0604020202020204" pitchFamily="34" charset="0"/>
                </a:rPr>
                <a:t>fname</a:t>
              </a:r>
              <a:r>
                <a:rPr lang="en-US" altLang="ar-SA" sz="1600" dirty="0">
                  <a:latin typeface="Helvetica" panose="020B0604020202020204" pitchFamily="34" charset="0"/>
                </a:rPr>
                <a:t> : String, </a:t>
              </a:r>
            </a:p>
            <a:p>
              <a:pPr eaLnBrk="1" hangingPunct="1">
                <a:spcBef>
                  <a:spcPct val="0"/>
                </a:spcBef>
                <a:buClrTx/>
                <a:buFontTx/>
                <a:buNone/>
              </a:pPr>
              <a:r>
                <a:rPr lang="en-US" altLang="ar-SA" sz="1600" dirty="0">
                  <a:latin typeface="Helvetica" panose="020B0604020202020204" pitchFamily="34" charset="0"/>
                </a:rPr>
                <a:t>office : String): void</a:t>
              </a:r>
            </a:p>
            <a:p>
              <a:pPr eaLnBrk="1" hangingPunct="1">
                <a:spcBef>
                  <a:spcPct val="0"/>
                </a:spcBef>
                <a:buClrTx/>
                <a:buFontTx/>
                <a:buNone/>
              </a:pPr>
              <a:r>
                <a:rPr lang="en-US" altLang="ar-SA" sz="1600" dirty="0">
                  <a:latin typeface="Helvetica" panose="020B0604020202020204" pitchFamily="34" charset="0"/>
                </a:rPr>
                <a:t>+ </a:t>
              </a:r>
              <a:r>
                <a:rPr lang="en-US" altLang="ar-SA" sz="1600" dirty="0" err="1">
                  <a:latin typeface="Helvetica" panose="020B0604020202020204" pitchFamily="34" charset="0"/>
                </a:rPr>
                <a:t>toString</a:t>
              </a:r>
              <a:r>
                <a:rPr lang="en-US" altLang="ar-SA" sz="1600" dirty="0">
                  <a:latin typeface="Helvetica" panose="020B0604020202020204" pitchFamily="34" charset="0"/>
                </a:rPr>
                <a:t>() : String</a:t>
              </a:r>
            </a:p>
          </p:txBody>
        </p:sp>
      </p:grpSp>
    </p:spTree>
    <p:extLst>
      <p:ext uri="{BB962C8B-B14F-4D97-AF65-F5344CB8AC3E}">
        <p14:creationId xmlns:p14="http://schemas.microsoft.com/office/powerpoint/2010/main" val="63536141"/>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7DF0A-D964-6F3F-4AAC-513E74C2A7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60CC51-2915-EE26-0E8F-AB98DE618C85}"/>
              </a:ext>
            </a:extLst>
          </p:cNvPr>
          <p:cNvSpPr>
            <a:spLocks noGrp="1"/>
          </p:cNvSpPr>
          <p:nvPr>
            <p:ph type="title"/>
          </p:nvPr>
        </p:nvSpPr>
        <p:spPr>
          <a:xfrm>
            <a:off x="348791" y="286603"/>
            <a:ext cx="11481847" cy="1450757"/>
          </a:xfrm>
        </p:spPr>
        <p:txBody>
          <a:bodyPr/>
          <a:lstStyle/>
          <a:p>
            <a:pPr algn="l"/>
            <a:r>
              <a:rPr lang="en-US" i="0" dirty="0">
                <a:effectLst/>
                <a:latin typeface="__Source_Sans_Pro_fa6df0"/>
              </a:rPr>
              <a:t>Aggregation Example</a:t>
            </a:r>
            <a:endParaRPr lang="en-US" sz="2000" i="0" dirty="0">
              <a:effectLst/>
              <a:latin typeface="__Source_Sans_Pro_fa6df0"/>
            </a:endParaRPr>
          </a:p>
        </p:txBody>
      </p:sp>
      <p:sp>
        <p:nvSpPr>
          <p:cNvPr id="4" name="Footer Placeholder 3">
            <a:extLst>
              <a:ext uri="{FF2B5EF4-FFF2-40B4-BE49-F238E27FC236}">
                <a16:creationId xmlns:a16="http://schemas.microsoft.com/office/drawing/2014/main" id="{258A7F9C-D4AF-467E-6A28-CC4AEACE56B5}"/>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3">
            <a:extLst>
              <a:ext uri="{FF2B5EF4-FFF2-40B4-BE49-F238E27FC236}">
                <a16:creationId xmlns:a16="http://schemas.microsoft.com/office/drawing/2014/main" id="{D8B2065A-DF23-4906-5E33-33F8209AA373}"/>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7" name="Group 7">
            <a:extLst>
              <a:ext uri="{FF2B5EF4-FFF2-40B4-BE49-F238E27FC236}">
                <a16:creationId xmlns:a16="http://schemas.microsoft.com/office/drawing/2014/main" id="{4C74E091-6C55-CC27-7373-860BBF1094D3}"/>
              </a:ext>
            </a:extLst>
          </p:cNvPr>
          <p:cNvGrpSpPr>
            <a:grpSpLocks/>
          </p:cNvGrpSpPr>
          <p:nvPr/>
        </p:nvGrpSpPr>
        <p:grpSpPr bwMode="auto">
          <a:xfrm>
            <a:off x="1399265" y="2448682"/>
            <a:ext cx="3458255" cy="2819400"/>
            <a:chOff x="3072" y="624"/>
            <a:chExt cx="1824" cy="1776"/>
          </a:xfrm>
          <a:solidFill>
            <a:schemeClr val="accent2"/>
          </a:solidFill>
        </p:grpSpPr>
        <p:sp>
          <p:nvSpPr>
            <p:cNvPr id="11" name="Rectangle 8">
              <a:extLst>
                <a:ext uri="{FF2B5EF4-FFF2-40B4-BE49-F238E27FC236}">
                  <a16:creationId xmlns:a16="http://schemas.microsoft.com/office/drawing/2014/main" id="{42FB9B90-7489-213C-6939-D06118F79406}"/>
                </a:ext>
              </a:extLst>
            </p:cNvPr>
            <p:cNvSpPr>
              <a:spLocks noChangeArrowheads="1"/>
            </p:cNvSpPr>
            <p:nvPr/>
          </p:nvSpPr>
          <p:spPr bwMode="auto">
            <a:xfrm>
              <a:off x="3072" y="624"/>
              <a:ext cx="1824" cy="192"/>
            </a:xfrm>
            <a:prstGeom prst="rect">
              <a:avLst/>
            </a:prstGeom>
            <a:grpFill/>
            <a:ln w="9525">
              <a:solidFill>
                <a:schemeClr val="tx1"/>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hangingPunct="1">
                <a:spcBef>
                  <a:spcPct val="0"/>
                </a:spcBef>
                <a:buClrTx/>
                <a:buFontTx/>
                <a:buNone/>
              </a:pPr>
              <a:r>
                <a:rPr lang="en-US" altLang="ar-SA" sz="1800" b="1" dirty="0" err="1">
                  <a:latin typeface="Helvetica" panose="020B0604020202020204" pitchFamily="34" charset="0"/>
                </a:rPr>
                <a:t>TextBook</a:t>
              </a:r>
              <a:endParaRPr lang="en-US" altLang="ar-SA" sz="1800" b="1" dirty="0"/>
            </a:p>
          </p:txBody>
        </p:sp>
        <p:sp>
          <p:nvSpPr>
            <p:cNvPr id="12" name="Rectangle 9">
              <a:extLst>
                <a:ext uri="{FF2B5EF4-FFF2-40B4-BE49-F238E27FC236}">
                  <a16:creationId xmlns:a16="http://schemas.microsoft.com/office/drawing/2014/main" id="{9506A72C-7968-F06D-DCAF-BEA9834A7E4E}"/>
                </a:ext>
              </a:extLst>
            </p:cNvPr>
            <p:cNvSpPr>
              <a:spLocks noChangeArrowheads="1"/>
            </p:cNvSpPr>
            <p:nvPr/>
          </p:nvSpPr>
          <p:spPr bwMode="auto">
            <a:xfrm>
              <a:off x="3072" y="816"/>
              <a:ext cx="1824" cy="528"/>
            </a:xfrm>
            <a:prstGeom prst="rect">
              <a:avLst/>
            </a:prstGeom>
            <a:grpFill/>
            <a:ln w="9525">
              <a:solidFill>
                <a:schemeClr val="tx1"/>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0"/>
                </a:spcBef>
                <a:buClrTx/>
                <a:buFontTx/>
                <a:buChar char="-"/>
              </a:pPr>
              <a:r>
                <a:rPr lang="en-US" altLang="ar-SA" sz="1600" dirty="0">
                  <a:latin typeface="Helvetica" panose="020B0604020202020204" pitchFamily="34" charset="0"/>
                </a:rPr>
                <a:t> title : String</a:t>
              </a:r>
            </a:p>
            <a:p>
              <a:pPr eaLnBrk="1" hangingPunct="1">
                <a:spcBef>
                  <a:spcPct val="0"/>
                </a:spcBef>
                <a:buClrTx/>
                <a:buFontTx/>
                <a:buChar char="-"/>
              </a:pPr>
              <a:r>
                <a:rPr lang="en-US" altLang="ar-SA" sz="1600" dirty="0">
                  <a:latin typeface="Helvetica" panose="020B0604020202020204" pitchFamily="34" charset="0"/>
                </a:rPr>
                <a:t> author : String</a:t>
              </a:r>
            </a:p>
            <a:p>
              <a:pPr eaLnBrk="1" hangingPunct="1">
                <a:spcBef>
                  <a:spcPct val="0"/>
                </a:spcBef>
                <a:buClrTx/>
                <a:buFontTx/>
                <a:buChar char="-"/>
              </a:pPr>
              <a:r>
                <a:rPr lang="en-US" altLang="ar-SA" sz="1600" dirty="0">
                  <a:latin typeface="Helvetica" panose="020B0604020202020204" pitchFamily="34" charset="0"/>
                </a:rPr>
                <a:t> publisher : String</a:t>
              </a:r>
            </a:p>
          </p:txBody>
        </p:sp>
        <p:sp>
          <p:nvSpPr>
            <p:cNvPr id="13" name="Rectangle 10">
              <a:extLst>
                <a:ext uri="{FF2B5EF4-FFF2-40B4-BE49-F238E27FC236}">
                  <a16:creationId xmlns:a16="http://schemas.microsoft.com/office/drawing/2014/main" id="{A1B85C56-9A10-5BBB-8B41-41887AA9F12D}"/>
                </a:ext>
              </a:extLst>
            </p:cNvPr>
            <p:cNvSpPr>
              <a:spLocks noChangeArrowheads="1"/>
            </p:cNvSpPr>
            <p:nvPr/>
          </p:nvSpPr>
          <p:spPr bwMode="auto">
            <a:xfrm>
              <a:off x="3072" y="1344"/>
              <a:ext cx="1824" cy="1056"/>
            </a:xfrm>
            <a:prstGeom prst="rect">
              <a:avLst/>
            </a:prstGeom>
            <a:grpFill/>
            <a:ln w="9525">
              <a:solidFill>
                <a:schemeClr val="tx1"/>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0"/>
                </a:spcBef>
                <a:buClrTx/>
                <a:buFontTx/>
                <a:buNone/>
              </a:pPr>
              <a:r>
                <a:rPr lang="en-US" altLang="ar-SA" sz="1600" dirty="0">
                  <a:latin typeface="Helvetica" panose="020B0604020202020204" pitchFamily="34" charset="0"/>
                </a:rPr>
                <a:t>+ </a:t>
              </a:r>
              <a:r>
                <a:rPr lang="en-US" altLang="ar-SA" sz="1600" dirty="0" err="1">
                  <a:latin typeface="Helvetica" panose="020B0604020202020204" pitchFamily="34" charset="0"/>
                </a:rPr>
                <a:t>TextBook</a:t>
              </a:r>
              <a:r>
                <a:rPr lang="en-US" altLang="ar-SA" sz="1600" dirty="0">
                  <a:latin typeface="Helvetica" panose="020B0604020202020204" pitchFamily="34" charset="0"/>
                </a:rPr>
                <a:t>(title : String, author : </a:t>
              </a:r>
            </a:p>
            <a:p>
              <a:pPr eaLnBrk="1" hangingPunct="1">
                <a:spcBef>
                  <a:spcPct val="0"/>
                </a:spcBef>
                <a:buClrTx/>
                <a:buFontTx/>
                <a:buNone/>
              </a:pPr>
              <a:r>
                <a:rPr lang="en-US" altLang="ar-SA" sz="1600" dirty="0">
                  <a:latin typeface="Helvetica" panose="020B0604020202020204" pitchFamily="34" charset="0"/>
                </a:rPr>
                <a:t>     String, publisher :  String)</a:t>
              </a:r>
            </a:p>
            <a:p>
              <a:pPr eaLnBrk="1" hangingPunct="1">
                <a:spcBef>
                  <a:spcPct val="0"/>
                </a:spcBef>
                <a:buClrTx/>
                <a:buFontTx/>
                <a:buNone/>
              </a:pPr>
              <a:endParaRPr lang="en-US" altLang="ar-SA" sz="1600" dirty="0">
                <a:latin typeface="Helvetica" panose="020B0604020202020204" pitchFamily="34" charset="0"/>
              </a:endParaRPr>
            </a:p>
            <a:p>
              <a:pPr eaLnBrk="1" hangingPunct="1">
                <a:spcBef>
                  <a:spcPct val="0"/>
                </a:spcBef>
                <a:buClrTx/>
                <a:buFontTx/>
                <a:buNone/>
              </a:pPr>
              <a:r>
                <a:rPr lang="en-US" altLang="ar-SA" sz="1600" dirty="0">
                  <a:latin typeface="Helvetica" panose="020B0604020202020204" pitchFamily="34" charset="0"/>
                </a:rPr>
                <a:t>+ set(title : String, author : String,</a:t>
              </a:r>
            </a:p>
            <a:p>
              <a:pPr eaLnBrk="1" hangingPunct="1">
                <a:spcBef>
                  <a:spcPct val="0"/>
                </a:spcBef>
                <a:buClrTx/>
                <a:buFontTx/>
                <a:buNone/>
              </a:pPr>
              <a:r>
                <a:rPr lang="en-US" altLang="ar-SA" sz="1600" dirty="0">
                  <a:latin typeface="Helvetica" panose="020B0604020202020204" pitchFamily="34" charset="0"/>
                </a:rPr>
                <a:t>       publisher : String) : void</a:t>
              </a:r>
            </a:p>
            <a:p>
              <a:pPr eaLnBrk="1" hangingPunct="1">
                <a:spcBef>
                  <a:spcPct val="0"/>
                </a:spcBef>
                <a:buClrTx/>
                <a:buFontTx/>
                <a:buNone/>
              </a:pPr>
              <a:r>
                <a:rPr lang="en-US" altLang="ar-SA" sz="1600" dirty="0">
                  <a:latin typeface="Helvetica" panose="020B0604020202020204" pitchFamily="34" charset="0"/>
                </a:rPr>
                <a:t>+ </a:t>
              </a:r>
              <a:r>
                <a:rPr lang="en-US" altLang="ar-SA" sz="1600" dirty="0" err="1">
                  <a:latin typeface="Helvetica" panose="020B0604020202020204" pitchFamily="34" charset="0"/>
                </a:rPr>
                <a:t>toString</a:t>
              </a:r>
              <a:r>
                <a:rPr lang="en-US" altLang="ar-SA" sz="1600" dirty="0">
                  <a:latin typeface="Helvetica" panose="020B0604020202020204" pitchFamily="34" charset="0"/>
                </a:rPr>
                <a:t>() : String</a:t>
              </a:r>
            </a:p>
            <a:p>
              <a:pPr eaLnBrk="1" hangingPunct="1">
                <a:spcBef>
                  <a:spcPct val="0"/>
                </a:spcBef>
                <a:buClrTx/>
                <a:buFontTx/>
                <a:buNone/>
              </a:pPr>
              <a:endParaRPr lang="en-US" altLang="ar-SA" sz="1600" dirty="0">
                <a:latin typeface="Helvetica" panose="020B0604020202020204" pitchFamily="34" charset="0"/>
              </a:endParaRPr>
            </a:p>
          </p:txBody>
        </p:sp>
      </p:grpSp>
      <p:sp>
        <p:nvSpPr>
          <p:cNvPr id="3" name="TextBox 2">
            <a:extLst>
              <a:ext uri="{FF2B5EF4-FFF2-40B4-BE49-F238E27FC236}">
                <a16:creationId xmlns:a16="http://schemas.microsoft.com/office/drawing/2014/main" id="{F5B2D3A8-30F8-418A-BB47-517E6A3B29F8}"/>
              </a:ext>
            </a:extLst>
          </p:cNvPr>
          <p:cNvSpPr txBox="1"/>
          <p:nvPr/>
        </p:nvSpPr>
        <p:spPr>
          <a:xfrm>
            <a:off x="5688169" y="733246"/>
            <a:ext cx="6332113" cy="5693866"/>
          </a:xfrm>
          <a:prstGeom prst="rect">
            <a:avLst/>
          </a:prstGeom>
          <a:solidFill>
            <a:schemeClr val="bg1"/>
          </a:solidFill>
          <a:ln w="28575">
            <a:solidFill>
              <a:schemeClr val="tx1"/>
            </a:solidFill>
          </a:ln>
        </p:spPr>
        <p:txBody>
          <a:bodyPr wrap="square" rtlCol="0">
            <a:spAutoFit/>
          </a:bodyPr>
          <a:lstStyle/>
          <a:p>
            <a:r>
              <a:rPr lang="en-US" sz="1400" b="1" dirty="0">
                <a:latin typeface="Courier New" panose="02070309020205020404" pitchFamily="49" charset="0"/>
                <a:cs typeface="Courier New" panose="02070309020205020404" pitchFamily="49" charset="0"/>
              </a:rPr>
              <a:t>public class </a:t>
            </a:r>
            <a:r>
              <a:rPr lang="en-US" sz="1400" b="1" dirty="0" err="1">
                <a:latin typeface="Courier New" panose="02070309020205020404" pitchFamily="49" charset="0"/>
                <a:cs typeface="Courier New" panose="02070309020205020404" pitchFamily="49" charset="0"/>
              </a:rPr>
              <a:t>TextBook</a:t>
            </a:r>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private String title;</a:t>
            </a:r>
          </a:p>
          <a:p>
            <a:r>
              <a:rPr lang="en-US" sz="1400" b="1" dirty="0">
                <a:latin typeface="Courier New" panose="02070309020205020404" pitchFamily="49" charset="0"/>
                <a:cs typeface="Courier New" panose="02070309020205020404" pitchFamily="49" charset="0"/>
              </a:rPr>
              <a:t>	private String author;</a:t>
            </a:r>
          </a:p>
          <a:p>
            <a:r>
              <a:rPr lang="en-US" sz="1400" b="1" dirty="0">
                <a:latin typeface="Courier New" panose="02070309020205020404" pitchFamily="49" charset="0"/>
                <a:cs typeface="Courier New" panose="02070309020205020404" pitchFamily="49" charset="0"/>
              </a:rPr>
              <a:t>	private String publisher;	</a:t>
            </a:r>
          </a:p>
          <a:p>
            <a:r>
              <a:rPr lang="en-US" sz="1400" b="1" dirty="0">
                <a:latin typeface="Courier New" panose="02070309020205020404" pitchFamily="49" charset="0"/>
                <a:cs typeface="Courier New" panose="02070309020205020404" pitchFamily="49" charset="0"/>
              </a:rPr>
              <a:t>    public </a:t>
            </a:r>
            <a:r>
              <a:rPr lang="en-US" sz="1400" b="1" dirty="0" err="1">
                <a:latin typeface="Courier New" panose="02070309020205020404" pitchFamily="49" charset="0"/>
                <a:cs typeface="Courier New" panose="02070309020205020404" pitchFamily="49" charset="0"/>
              </a:rPr>
              <a:t>TextBook</a:t>
            </a:r>
            <a:r>
              <a:rPr lang="en-US" sz="1400" b="1" dirty="0">
                <a:latin typeface="Courier New" panose="02070309020205020404" pitchFamily="49" charset="0"/>
                <a:cs typeface="Courier New" panose="02070309020205020404" pitchFamily="49" charset="0"/>
              </a:rPr>
              <a:t>(String title, String author, String publisher)</a:t>
            </a: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this.title</a:t>
            </a:r>
            <a:r>
              <a:rPr lang="en-US" sz="1400" b="1" dirty="0">
                <a:latin typeface="Courier New" panose="02070309020205020404" pitchFamily="49" charset="0"/>
                <a:cs typeface="Courier New" panose="02070309020205020404" pitchFamily="49" charset="0"/>
              </a:rPr>
              <a:t> = title;</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this.author</a:t>
            </a:r>
            <a:r>
              <a:rPr lang="en-US" sz="1400" b="1" dirty="0">
                <a:latin typeface="Courier New" panose="02070309020205020404" pitchFamily="49" charset="0"/>
                <a:cs typeface="Courier New" panose="02070309020205020404" pitchFamily="49" charset="0"/>
              </a:rPr>
              <a:t> = author;</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this.publisher</a:t>
            </a:r>
            <a:r>
              <a:rPr lang="en-US" sz="1400" b="1" dirty="0">
                <a:latin typeface="Courier New" panose="02070309020205020404" pitchFamily="49" charset="0"/>
                <a:cs typeface="Courier New" panose="02070309020205020404" pitchFamily="49" charset="0"/>
              </a:rPr>
              <a:t> = publisher;</a:t>
            </a:r>
          </a:p>
          <a:p>
            <a:r>
              <a:rPr lang="en-US" sz="1400" b="1" dirty="0">
                <a:latin typeface="Courier New" panose="02070309020205020404" pitchFamily="49" charset="0"/>
                <a:cs typeface="Courier New" panose="02070309020205020404" pitchFamily="49" charset="0"/>
              </a:rPr>
              <a:t>	}		</a:t>
            </a:r>
          </a:p>
          <a:p>
            <a:r>
              <a:rPr lang="en-US" sz="1400" b="1" dirty="0">
                <a:latin typeface="Courier New" panose="02070309020205020404" pitchFamily="49" charset="0"/>
                <a:cs typeface="Courier New" panose="02070309020205020404" pitchFamily="49" charset="0"/>
              </a:rPr>
              <a:t>	public String </a:t>
            </a:r>
            <a:r>
              <a:rPr lang="en-US" sz="1400" b="1" dirty="0" err="1">
                <a:latin typeface="Courier New" panose="02070309020205020404" pitchFamily="49" charset="0"/>
                <a:cs typeface="Courier New" panose="02070309020205020404" pitchFamily="49" charset="0"/>
              </a:rPr>
              <a:t>getTitle</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     return title;	}</a:t>
            </a:r>
          </a:p>
          <a:p>
            <a:r>
              <a:rPr lang="en-US" sz="1400" b="1" dirty="0">
                <a:latin typeface="Courier New" panose="02070309020205020404" pitchFamily="49" charset="0"/>
                <a:cs typeface="Courier New" panose="02070309020205020404" pitchFamily="49" charset="0"/>
              </a:rPr>
              <a:t>	public String </a:t>
            </a:r>
            <a:r>
              <a:rPr lang="en-US" sz="1400" b="1" dirty="0" err="1">
                <a:latin typeface="Courier New" panose="02070309020205020404" pitchFamily="49" charset="0"/>
                <a:cs typeface="Courier New" panose="02070309020205020404" pitchFamily="49" charset="0"/>
              </a:rPr>
              <a:t>getAuthor</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     return author;   }</a:t>
            </a:r>
          </a:p>
          <a:p>
            <a:r>
              <a:rPr lang="en-US" sz="1400" b="1" dirty="0">
                <a:latin typeface="Courier New" panose="02070309020205020404" pitchFamily="49" charset="0"/>
                <a:cs typeface="Courier New" panose="02070309020205020404" pitchFamily="49" charset="0"/>
              </a:rPr>
              <a:t>	public String </a:t>
            </a:r>
            <a:r>
              <a:rPr lang="en-US" sz="1400" b="1" dirty="0" err="1">
                <a:latin typeface="Courier New" panose="02070309020205020404" pitchFamily="49" charset="0"/>
                <a:cs typeface="Courier New" panose="02070309020205020404" pitchFamily="49" charset="0"/>
              </a:rPr>
              <a:t>getPublisher</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     return publisher;  }</a:t>
            </a:r>
          </a:p>
          <a:p>
            <a:r>
              <a:rPr lang="en-US" sz="1400" b="1" dirty="0">
                <a:latin typeface="Courier New" panose="02070309020205020404" pitchFamily="49" charset="0"/>
                <a:cs typeface="Courier New" panose="02070309020205020404" pitchFamily="49" charset="0"/>
              </a:rPr>
              <a:t>	public String </a:t>
            </a:r>
            <a:r>
              <a:rPr lang="en-US" sz="1400" b="1" dirty="0" err="1">
                <a:latin typeface="Courier New" panose="02070309020205020404" pitchFamily="49" charset="0"/>
                <a:cs typeface="Courier New" panose="02070309020205020404" pitchFamily="49" charset="0"/>
              </a:rPr>
              <a:t>toString</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String str = "Title: " + title + "\</a:t>
            </a:r>
            <a:r>
              <a:rPr lang="en-US" sz="1400" b="1" dirty="0" err="1">
                <a:latin typeface="Courier New" panose="02070309020205020404" pitchFamily="49" charset="0"/>
                <a:cs typeface="Courier New" panose="02070309020205020404" pitchFamily="49" charset="0"/>
              </a:rPr>
              <a:t>nAuthor</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 author + "\</a:t>
            </a:r>
            <a:r>
              <a:rPr lang="en-US" sz="1400" b="1" dirty="0" err="1">
                <a:latin typeface="Courier New" panose="02070309020205020404" pitchFamily="49" charset="0"/>
                <a:cs typeface="Courier New" panose="02070309020205020404" pitchFamily="49" charset="0"/>
              </a:rPr>
              <a:t>nPublisher</a:t>
            </a:r>
            <a:r>
              <a:rPr lang="en-US" sz="1400" b="1" dirty="0">
                <a:latin typeface="Courier New" panose="02070309020205020404" pitchFamily="49" charset="0"/>
                <a:cs typeface="Courier New" panose="02070309020205020404" pitchFamily="49" charset="0"/>
              </a:rPr>
              <a:t>: " + publisher +"\n";</a:t>
            </a:r>
          </a:p>
          <a:p>
            <a:r>
              <a:rPr lang="en-US" sz="1400" b="1" dirty="0">
                <a:latin typeface="Courier New" panose="02070309020205020404" pitchFamily="49" charset="0"/>
                <a:cs typeface="Courier New" panose="02070309020205020404" pitchFamily="49" charset="0"/>
              </a:rPr>
              <a:t>	return str;</a:t>
            </a:r>
          </a:p>
          <a:p>
            <a:r>
              <a:rPr lang="en-US" sz="1400" b="1" dirty="0">
                <a:latin typeface="Courier New" panose="02070309020205020404" pitchFamily="49" charset="0"/>
                <a:cs typeface="Courier New" panose="02070309020205020404" pitchFamily="49" charset="0"/>
              </a:rPr>
              <a:t>	}}</a:t>
            </a:r>
          </a:p>
        </p:txBody>
      </p:sp>
      <p:sp>
        <p:nvSpPr>
          <p:cNvPr id="5" name="TextBox 4">
            <a:extLst>
              <a:ext uri="{FF2B5EF4-FFF2-40B4-BE49-F238E27FC236}">
                <a16:creationId xmlns:a16="http://schemas.microsoft.com/office/drawing/2014/main" id="{E20577BD-BCED-4059-9434-3168EB1ECD21}"/>
              </a:ext>
            </a:extLst>
          </p:cNvPr>
          <p:cNvSpPr txBox="1"/>
          <p:nvPr/>
        </p:nvSpPr>
        <p:spPr>
          <a:xfrm>
            <a:off x="6546761" y="17880169"/>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979853097"/>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F5362-0920-D529-690B-7BF79DEF0C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B4C98-6ECF-2063-BCC7-23EA23F907BA}"/>
              </a:ext>
            </a:extLst>
          </p:cNvPr>
          <p:cNvSpPr>
            <a:spLocks noGrp="1"/>
          </p:cNvSpPr>
          <p:nvPr>
            <p:ph type="title"/>
          </p:nvPr>
        </p:nvSpPr>
        <p:spPr>
          <a:xfrm>
            <a:off x="348791" y="286603"/>
            <a:ext cx="11481847" cy="1450757"/>
          </a:xfrm>
        </p:spPr>
        <p:txBody>
          <a:bodyPr/>
          <a:lstStyle/>
          <a:p>
            <a:pPr algn="l"/>
            <a:r>
              <a:rPr lang="en-US" i="0" dirty="0">
                <a:effectLst/>
                <a:latin typeface="__Source_Sans_Pro_fa6df0"/>
              </a:rPr>
              <a:t>Aggregation Example</a:t>
            </a:r>
            <a:endParaRPr lang="en-US" sz="2000" i="0" dirty="0">
              <a:effectLst/>
              <a:latin typeface="__Source_Sans_Pro_fa6df0"/>
            </a:endParaRPr>
          </a:p>
        </p:txBody>
      </p:sp>
      <p:sp>
        <p:nvSpPr>
          <p:cNvPr id="4" name="Footer Placeholder 3">
            <a:extLst>
              <a:ext uri="{FF2B5EF4-FFF2-40B4-BE49-F238E27FC236}">
                <a16:creationId xmlns:a16="http://schemas.microsoft.com/office/drawing/2014/main" id="{18E35CAD-A13F-D29C-ACC4-5D29AF9154B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3">
            <a:extLst>
              <a:ext uri="{FF2B5EF4-FFF2-40B4-BE49-F238E27FC236}">
                <a16:creationId xmlns:a16="http://schemas.microsoft.com/office/drawing/2014/main" id="{E145BEA4-5569-B5C6-78D1-DC10AF0A9B15}"/>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3" name="Group 3">
            <a:extLst>
              <a:ext uri="{FF2B5EF4-FFF2-40B4-BE49-F238E27FC236}">
                <a16:creationId xmlns:a16="http://schemas.microsoft.com/office/drawing/2014/main" id="{8C011AF0-9A4C-06D3-0169-CCE93E543688}"/>
              </a:ext>
            </a:extLst>
          </p:cNvPr>
          <p:cNvGrpSpPr>
            <a:grpSpLocks/>
          </p:cNvGrpSpPr>
          <p:nvPr/>
        </p:nvGrpSpPr>
        <p:grpSpPr bwMode="auto">
          <a:xfrm>
            <a:off x="57708" y="2394470"/>
            <a:ext cx="5466531" cy="3667186"/>
            <a:chOff x="1824" y="535"/>
            <a:chExt cx="2400" cy="1056"/>
          </a:xfrm>
          <a:solidFill>
            <a:schemeClr val="accent2"/>
          </a:solidFill>
        </p:grpSpPr>
        <p:sp>
          <p:nvSpPr>
            <p:cNvPr id="5" name="Rectangle 4">
              <a:extLst>
                <a:ext uri="{FF2B5EF4-FFF2-40B4-BE49-F238E27FC236}">
                  <a16:creationId xmlns:a16="http://schemas.microsoft.com/office/drawing/2014/main" id="{1FA6B00A-BC02-DC92-13F0-D41822494BF8}"/>
                </a:ext>
              </a:extLst>
            </p:cNvPr>
            <p:cNvSpPr>
              <a:spLocks noChangeArrowheads="1"/>
            </p:cNvSpPr>
            <p:nvPr/>
          </p:nvSpPr>
          <p:spPr bwMode="auto">
            <a:xfrm>
              <a:off x="1824" y="535"/>
              <a:ext cx="2400" cy="178"/>
            </a:xfrm>
            <a:prstGeom prst="rect">
              <a:avLst/>
            </a:prstGeom>
            <a:grpFill/>
            <a:ln w="9525">
              <a:solidFill>
                <a:schemeClr val="tx1"/>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hangingPunct="1">
                <a:spcBef>
                  <a:spcPct val="0"/>
                </a:spcBef>
                <a:buClrTx/>
                <a:buFontTx/>
                <a:buNone/>
              </a:pPr>
              <a:r>
                <a:rPr lang="en-US" altLang="ar-SA" sz="1800" b="1" dirty="0"/>
                <a:t>Course</a:t>
              </a:r>
            </a:p>
          </p:txBody>
        </p:sp>
        <p:sp>
          <p:nvSpPr>
            <p:cNvPr id="6" name="Rectangle 5">
              <a:extLst>
                <a:ext uri="{FF2B5EF4-FFF2-40B4-BE49-F238E27FC236}">
                  <a16:creationId xmlns:a16="http://schemas.microsoft.com/office/drawing/2014/main" id="{082BDBC6-1F44-7A52-337F-0244DA406E66}"/>
                </a:ext>
              </a:extLst>
            </p:cNvPr>
            <p:cNvSpPr>
              <a:spLocks noChangeArrowheads="1"/>
            </p:cNvSpPr>
            <p:nvPr/>
          </p:nvSpPr>
          <p:spPr bwMode="auto">
            <a:xfrm>
              <a:off x="1824" y="718"/>
              <a:ext cx="2400" cy="446"/>
            </a:xfrm>
            <a:prstGeom prst="rect">
              <a:avLst/>
            </a:prstGeom>
            <a:grpFill/>
            <a:ln w="9525">
              <a:solidFill>
                <a:schemeClr val="tx1"/>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0"/>
                </a:spcBef>
                <a:buClrTx/>
                <a:buFontTx/>
                <a:buNone/>
              </a:pPr>
              <a:r>
                <a:rPr lang="en-US" altLang="ar-SA" sz="1600" dirty="0">
                  <a:latin typeface="Helvetica" panose="020B0604020202020204" pitchFamily="34" charset="0"/>
                </a:rPr>
                <a:t>- </a:t>
              </a:r>
              <a:r>
                <a:rPr lang="en-US" altLang="ar-SA" sz="1600" b="1" dirty="0" err="1">
                  <a:latin typeface="Helvetica" panose="020B0604020202020204" pitchFamily="34" charset="0"/>
                </a:rPr>
                <a:t>courseName</a:t>
              </a:r>
              <a:r>
                <a:rPr lang="en-US" altLang="ar-SA" sz="1600" b="1" dirty="0">
                  <a:latin typeface="Helvetica" panose="020B0604020202020204" pitchFamily="34" charset="0"/>
                </a:rPr>
                <a:t> : String</a:t>
              </a:r>
            </a:p>
            <a:p>
              <a:pPr eaLnBrk="1" hangingPunct="1">
                <a:spcBef>
                  <a:spcPct val="0"/>
                </a:spcBef>
                <a:buClrTx/>
                <a:buFontTx/>
                <a:buNone/>
              </a:pPr>
              <a:r>
                <a:rPr lang="en-US" altLang="ar-SA" sz="1600" b="1" dirty="0">
                  <a:latin typeface="Helvetica" panose="020B0604020202020204" pitchFamily="34" charset="0"/>
                </a:rPr>
                <a:t>- Instructor : Instructor</a:t>
              </a:r>
            </a:p>
            <a:p>
              <a:pPr eaLnBrk="1" hangingPunct="1">
                <a:spcBef>
                  <a:spcPct val="0"/>
                </a:spcBef>
                <a:buClrTx/>
                <a:buFontTx/>
                <a:buNone/>
              </a:pPr>
              <a:r>
                <a:rPr lang="en-US" altLang="ar-SA" sz="1600" b="1" dirty="0">
                  <a:latin typeface="Helvetica" panose="020B0604020202020204" pitchFamily="34" charset="0"/>
                </a:rPr>
                <a:t>- </a:t>
              </a:r>
              <a:r>
                <a:rPr lang="en-US" altLang="ar-SA" sz="1600" b="1" dirty="0" err="1">
                  <a:latin typeface="Helvetica" panose="020B0604020202020204" pitchFamily="34" charset="0"/>
                </a:rPr>
                <a:t>textBook</a:t>
              </a:r>
              <a:r>
                <a:rPr lang="en-US" altLang="ar-SA" sz="1600" b="1" dirty="0">
                  <a:latin typeface="Helvetica" panose="020B0604020202020204" pitchFamily="34" charset="0"/>
                </a:rPr>
                <a:t> : </a:t>
              </a:r>
              <a:r>
                <a:rPr lang="en-US" altLang="ar-SA" sz="1600" b="1" dirty="0" err="1">
                  <a:latin typeface="Helvetica" panose="020B0604020202020204" pitchFamily="34" charset="0"/>
                </a:rPr>
                <a:t>TextBook</a:t>
              </a:r>
              <a:endParaRPr lang="en-US" altLang="ar-SA" sz="1600" b="1" dirty="0">
                <a:latin typeface="Helvetica" panose="020B0604020202020204" pitchFamily="34" charset="0"/>
              </a:endParaRPr>
            </a:p>
          </p:txBody>
        </p:sp>
        <p:sp>
          <p:nvSpPr>
            <p:cNvPr id="9" name="Rectangle 6">
              <a:extLst>
                <a:ext uri="{FF2B5EF4-FFF2-40B4-BE49-F238E27FC236}">
                  <a16:creationId xmlns:a16="http://schemas.microsoft.com/office/drawing/2014/main" id="{224F2A31-6A43-6E89-5C48-AC8DF2EC8403}"/>
                </a:ext>
              </a:extLst>
            </p:cNvPr>
            <p:cNvSpPr>
              <a:spLocks noChangeArrowheads="1"/>
            </p:cNvSpPr>
            <p:nvPr/>
          </p:nvSpPr>
          <p:spPr bwMode="auto">
            <a:xfrm>
              <a:off x="1824" y="1159"/>
              <a:ext cx="2400" cy="432"/>
            </a:xfrm>
            <a:prstGeom prst="rect">
              <a:avLst/>
            </a:prstGeom>
            <a:grpFill/>
            <a:ln w="9525">
              <a:solidFill>
                <a:schemeClr val="tx1"/>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0"/>
                </a:spcBef>
                <a:buClrTx/>
                <a:buFontTx/>
                <a:buNone/>
              </a:pPr>
              <a:r>
                <a:rPr lang="en-US" altLang="ar-SA" sz="1600" dirty="0">
                  <a:latin typeface="Helvetica" panose="020B0604020202020204" pitchFamily="34" charset="0"/>
                </a:rPr>
                <a:t>+ </a:t>
              </a:r>
              <a:r>
                <a:rPr lang="en-US" altLang="ar-SA" sz="1600" b="1" dirty="0">
                  <a:latin typeface="Helvetica" panose="020B0604020202020204" pitchFamily="34" charset="0"/>
                </a:rPr>
                <a:t>Course(name : String, </a:t>
              </a:r>
              <a:r>
                <a:rPr lang="en-US" altLang="ar-SA" sz="1600" b="1" dirty="0" err="1">
                  <a:latin typeface="Helvetica" panose="020B0604020202020204" pitchFamily="34" charset="0"/>
                </a:rPr>
                <a:t>instr</a:t>
              </a:r>
              <a:r>
                <a:rPr lang="en-US" altLang="ar-SA" sz="1600" b="1" dirty="0">
                  <a:latin typeface="Helvetica" panose="020B0604020202020204" pitchFamily="34" charset="0"/>
                </a:rPr>
                <a:t> : Instructor,</a:t>
              </a:r>
              <a:br>
                <a:rPr lang="en-US" altLang="ar-SA" sz="1600" b="1" dirty="0">
                  <a:latin typeface="Helvetica" panose="020B0604020202020204" pitchFamily="34" charset="0"/>
                </a:rPr>
              </a:br>
              <a:r>
                <a:rPr lang="en-US" altLang="ar-SA" sz="1600" b="1" dirty="0">
                  <a:latin typeface="Helvetica" panose="020B0604020202020204" pitchFamily="34" charset="0"/>
                </a:rPr>
                <a:t>    text: </a:t>
              </a:r>
              <a:r>
                <a:rPr lang="en-US" altLang="ar-SA" sz="1600" b="1" dirty="0" err="1">
                  <a:latin typeface="Helvetica" panose="020B0604020202020204" pitchFamily="34" charset="0"/>
                </a:rPr>
                <a:t>TextBook</a:t>
              </a:r>
              <a:r>
                <a:rPr lang="en-US" altLang="ar-SA" sz="1600" b="1" dirty="0">
                  <a:latin typeface="Helvetica" panose="020B0604020202020204" pitchFamily="34" charset="0"/>
                </a:rPr>
                <a:t>)</a:t>
              </a:r>
            </a:p>
            <a:p>
              <a:pPr eaLnBrk="1" hangingPunct="1">
                <a:spcBef>
                  <a:spcPct val="0"/>
                </a:spcBef>
                <a:buClrTx/>
                <a:buFontTx/>
                <a:buNone/>
              </a:pPr>
              <a:r>
                <a:rPr lang="en-US" altLang="ar-SA" sz="1600" b="1" dirty="0">
                  <a:latin typeface="Helvetica" panose="020B0604020202020204" pitchFamily="34" charset="0"/>
                </a:rPr>
                <a:t>+ </a:t>
              </a:r>
              <a:r>
                <a:rPr lang="en-US" altLang="ar-SA" sz="1600" b="1" dirty="0" err="1">
                  <a:latin typeface="Helvetica" panose="020B0604020202020204" pitchFamily="34" charset="0"/>
                </a:rPr>
                <a:t>getName</a:t>
              </a:r>
              <a:r>
                <a:rPr lang="en-US" altLang="ar-SA" sz="1600" b="1" dirty="0">
                  <a:latin typeface="Helvetica" panose="020B0604020202020204" pitchFamily="34" charset="0"/>
                </a:rPr>
                <a:t>() : String</a:t>
              </a:r>
            </a:p>
            <a:p>
              <a:pPr eaLnBrk="1" hangingPunct="1">
                <a:spcBef>
                  <a:spcPct val="0"/>
                </a:spcBef>
                <a:buClrTx/>
                <a:buFontTx/>
                <a:buNone/>
              </a:pPr>
              <a:r>
                <a:rPr lang="en-US" altLang="ar-SA" sz="1600" b="1" dirty="0">
                  <a:latin typeface="Helvetica" panose="020B0604020202020204" pitchFamily="34" charset="0"/>
                </a:rPr>
                <a:t>+ </a:t>
              </a:r>
              <a:r>
                <a:rPr lang="en-US" altLang="ar-SA" sz="1600" b="1" dirty="0" err="1">
                  <a:latin typeface="Helvetica" panose="020B0604020202020204" pitchFamily="34" charset="0"/>
                </a:rPr>
                <a:t>getInstructor</a:t>
              </a:r>
              <a:r>
                <a:rPr lang="en-US" altLang="ar-SA" sz="1600" b="1" dirty="0">
                  <a:latin typeface="Helvetica" panose="020B0604020202020204" pitchFamily="34" charset="0"/>
                </a:rPr>
                <a:t>() : Instructor</a:t>
              </a:r>
            </a:p>
            <a:p>
              <a:pPr eaLnBrk="1" hangingPunct="1">
                <a:spcBef>
                  <a:spcPct val="0"/>
                </a:spcBef>
                <a:buClrTx/>
                <a:buFontTx/>
                <a:buNone/>
              </a:pPr>
              <a:r>
                <a:rPr lang="en-US" altLang="ar-SA" sz="1600" b="1" dirty="0">
                  <a:latin typeface="Helvetica" panose="020B0604020202020204" pitchFamily="34" charset="0"/>
                </a:rPr>
                <a:t>+ </a:t>
              </a:r>
              <a:r>
                <a:rPr lang="en-US" altLang="ar-SA" sz="1600" b="1" dirty="0" err="1">
                  <a:latin typeface="Helvetica" panose="020B0604020202020204" pitchFamily="34" charset="0"/>
                </a:rPr>
                <a:t>getTextBook</a:t>
              </a:r>
              <a:r>
                <a:rPr lang="en-US" altLang="ar-SA" sz="1600" b="1" dirty="0">
                  <a:latin typeface="Helvetica" panose="020B0604020202020204" pitchFamily="34" charset="0"/>
                </a:rPr>
                <a:t>() : </a:t>
              </a:r>
              <a:r>
                <a:rPr lang="en-US" altLang="ar-SA" sz="1600" b="1" dirty="0" err="1">
                  <a:latin typeface="Helvetica" panose="020B0604020202020204" pitchFamily="34" charset="0"/>
                </a:rPr>
                <a:t>TextBook</a:t>
              </a:r>
              <a:endParaRPr lang="en-US" altLang="ar-SA" sz="1600" b="1" dirty="0">
                <a:latin typeface="Helvetica" panose="020B0604020202020204" pitchFamily="34" charset="0"/>
              </a:endParaRPr>
            </a:p>
            <a:p>
              <a:pPr eaLnBrk="1" hangingPunct="1">
                <a:spcBef>
                  <a:spcPct val="0"/>
                </a:spcBef>
                <a:buClrTx/>
                <a:buFontTx/>
                <a:buNone/>
              </a:pPr>
              <a:r>
                <a:rPr lang="en-US" altLang="ar-SA" sz="1600" b="1" dirty="0">
                  <a:latin typeface="Helvetica" panose="020B0604020202020204" pitchFamily="34" charset="0"/>
                </a:rPr>
                <a:t>+ </a:t>
              </a:r>
              <a:r>
                <a:rPr lang="en-US" altLang="ar-SA" sz="1600" b="1" dirty="0" err="1">
                  <a:latin typeface="Helvetica" panose="020B0604020202020204" pitchFamily="34" charset="0"/>
                </a:rPr>
                <a:t>toString</a:t>
              </a:r>
              <a:r>
                <a:rPr lang="en-US" altLang="ar-SA" sz="1600" b="1" dirty="0">
                  <a:latin typeface="Helvetica" panose="020B0604020202020204" pitchFamily="34" charset="0"/>
                </a:rPr>
                <a:t>() : String</a:t>
              </a:r>
            </a:p>
          </p:txBody>
        </p:sp>
      </p:grpSp>
      <p:sp>
        <p:nvSpPr>
          <p:cNvPr id="7" name="TextBox 6">
            <a:extLst>
              <a:ext uri="{FF2B5EF4-FFF2-40B4-BE49-F238E27FC236}">
                <a16:creationId xmlns:a16="http://schemas.microsoft.com/office/drawing/2014/main" id="{BBDAC4F9-D1D8-4756-847A-05C9AFBAA6C0}"/>
              </a:ext>
            </a:extLst>
          </p:cNvPr>
          <p:cNvSpPr txBox="1"/>
          <p:nvPr/>
        </p:nvSpPr>
        <p:spPr>
          <a:xfrm>
            <a:off x="5585138" y="547352"/>
            <a:ext cx="6606862" cy="6124754"/>
          </a:xfrm>
          <a:prstGeom prst="rect">
            <a:avLst/>
          </a:prstGeom>
          <a:solidFill>
            <a:schemeClr val="bg1"/>
          </a:solidFill>
          <a:ln w="28575">
            <a:solidFill>
              <a:schemeClr val="tx1"/>
            </a:solidFill>
          </a:ln>
        </p:spPr>
        <p:txBody>
          <a:bodyPr wrap="square" rtlCol="0">
            <a:spAutoFit/>
          </a:bodyPr>
          <a:lstStyle/>
          <a:p>
            <a:r>
              <a:rPr lang="en-US" sz="1400" b="1" dirty="0">
                <a:latin typeface="Courier New" panose="02070309020205020404" pitchFamily="49" charset="0"/>
                <a:cs typeface="Courier New" panose="02070309020205020404" pitchFamily="49" charset="0"/>
              </a:rPr>
              <a:t>public class Course</a:t>
            </a:r>
          </a:p>
          <a:p>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private String </a:t>
            </a:r>
            <a:r>
              <a:rPr lang="en-US" sz="1400" b="1" dirty="0" err="1">
                <a:latin typeface="Courier New" panose="02070309020205020404" pitchFamily="49" charset="0"/>
                <a:cs typeface="Courier New" panose="02070309020205020404" pitchFamily="49" charset="0"/>
              </a:rPr>
              <a:t>courseName</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private Instructor </a:t>
            </a:r>
            <a:r>
              <a:rPr lang="en-US" sz="1400" b="1" dirty="0" err="1">
                <a:latin typeface="Courier New" panose="02070309020205020404" pitchFamily="49" charset="0"/>
                <a:cs typeface="Courier New" panose="02070309020205020404" pitchFamily="49" charset="0"/>
              </a:rPr>
              <a:t>instructor</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private </a:t>
            </a:r>
            <a:r>
              <a:rPr lang="en-US" sz="1400" b="1" dirty="0" err="1">
                <a:latin typeface="Courier New" panose="02070309020205020404" pitchFamily="49" charset="0"/>
                <a:cs typeface="Courier New" panose="02070309020205020404" pitchFamily="49" charset="0"/>
              </a:rPr>
              <a:t>TextBook</a:t>
            </a:r>
            <a:r>
              <a:rPr lang="en-US" sz="1400" b="1" dirty="0">
                <a:latin typeface="Courier New" panose="02070309020205020404" pitchFamily="49" charset="0"/>
                <a:cs typeface="Courier New" panose="02070309020205020404" pitchFamily="49" charset="0"/>
              </a:rPr>
              <a:t> textbook;</a:t>
            </a: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public Course(String name, Instructor </a:t>
            </a:r>
            <a:r>
              <a:rPr lang="en-US" sz="1400" b="1" dirty="0" err="1">
                <a:latin typeface="Courier New" panose="02070309020205020404" pitchFamily="49" charset="0"/>
                <a:cs typeface="Courier New" panose="02070309020205020404" pitchFamily="49" charset="0"/>
              </a:rPr>
              <a:t>instr</a:t>
            </a: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TextBook</a:t>
            </a:r>
            <a:r>
              <a:rPr lang="en-US" sz="1400" b="1" dirty="0">
                <a:latin typeface="Courier New" panose="02070309020205020404" pitchFamily="49" charset="0"/>
                <a:cs typeface="Courier New" panose="02070309020205020404" pitchFamily="49" charset="0"/>
              </a:rPr>
              <a:t> text){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courseName</a:t>
            </a:r>
            <a:r>
              <a:rPr lang="en-US" sz="1400" b="1" dirty="0">
                <a:latin typeface="Courier New" panose="02070309020205020404" pitchFamily="49" charset="0"/>
                <a:cs typeface="Courier New" panose="02070309020205020404" pitchFamily="49" charset="0"/>
              </a:rPr>
              <a:t> = name;</a:t>
            </a:r>
          </a:p>
          <a:p>
            <a:r>
              <a:rPr lang="en-US" sz="1400" b="1" dirty="0">
                <a:latin typeface="Courier New" panose="02070309020205020404" pitchFamily="49" charset="0"/>
                <a:cs typeface="Courier New" panose="02070309020205020404" pitchFamily="49" charset="0"/>
              </a:rPr>
              <a:t>	instructor = </a:t>
            </a:r>
            <a:r>
              <a:rPr lang="en-US" sz="1400" b="1" dirty="0" err="1">
                <a:latin typeface="Courier New" panose="02070309020205020404" pitchFamily="49" charset="0"/>
                <a:cs typeface="Courier New" panose="02070309020205020404" pitchFamily="49" charset="0"/>
              </a:rPr>
              <a:t>instr</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textbook = text;}</a:t>
            </a:r>
          </a:p>
          <a:p>
            <a:r>
              <a:rPr lang="en-US" sz="1400" b="1" dirty="0">
                <a:latin typeface="Courier New" panose="02070309020205020404" pitchFamily="49" charset="0"/>
                <a:cs typeface="Courier New" panose="02070309020205020404" pitchFamily="49" charset="0"/>
              </a:rPr>
              <a:t>      public String </a:t>
            </a:r>
            <a:r>
              <a:rPr lang="en-US" sz="1400" b="1" dirty="0" err="1">
                <a:latin typeface="Courier New" panose="02070309020205020404" pitchFamily="49" charset="0"/>
                <a:cs typeface="Courier New" panose="02070309020205020404" pitchFamily="49" charset="0"/>
              </a:rPr>
              <a:t>toString</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  </a:t>
            </a:r>
          </a:p>
          <a:p>
            <a:r>
              <a:rPr lang="en-US" sz="1400" b="1" dirty="0">
                <a:latin typeface="Courier New" panose="02070309020205020404" pitchFamily="49" charset="0"/>
                <a:cs typeface="Courier New" panose="02070309020205020404" pitchFamily="49" charset="0"/>
              </a:rPr>
              <a:t>      String str = "Course name: "+</a:t>
            </a:r>
            <a:r>
              <a:rPr lang="en-US" sz="1400" b="1" dirty="0" err="1">
                <a:latin typeface="Courier New" panose="02070309020205020404" pitchFamily="49" charset="0"/>
                <a:cs typeface="Courier New" panose="02070309020205020404" pitchFamily="49" charset="0"/>
              </a:rPr>
              <a:t>courseName</a:t>
            </a:r>
            <a:r>
              <a:rPr lang="en-US" sz="1400" b="1" dirty="0">
                <a:latin typeface="Courier New" panose="02070309020205020404" pitchFamily="49" charset="0"/>
                <a:cs typeface="Courier New" panose="02070309020205020404" pitchFamily="49" charset="0"/>
              </a:rPr>
              <a:t>+"\n\</a:t>
            </a:r>
            <a:r>
              <a:rPr lang="en-US" sz="1400" b="1" dirty="0" err="1">
                <a:latin typeface="Courier New" panose="02070309020205020404" pitchFamily="49" charset="0"/>
                <a:cs typeface="Courier New" panose="02070309020205020404" pitchFamily="49" charset="0"/>
              </a:rPr>
              <a:t>nInstructor</a:t>
            </a:r>
            <a:r>
              <a:rPr lang="en-US" sz="1400" b="1" dirty="0">
                <a:latin typeface="Courier New" panose="02070309020205020404" pitchFamily="49" charset="0"/>
                <a:cs typeface="Courier New" panose="02070309020205020404" pitchFamily="49" charset="0"/>
              </a:rPr>
              <a:t> Information:\n"</a:t>
            </a:r>
          </a:p>
          <a:p>
            <a:r>
              <a:rPr lang="en-US" sz="1400" b="1" dirty="0">
                <a:latin typeface="Courier New" panose="02070309020205020404" pitchFamily="49" charset="0"/>
                <a:cs typeface="Courier New" panose="02070309020205020404" pitchFamily="49" charset="0"/>
              </a:rPr>
              <a:t>            +instructor+"\</a:t>
            </a:r>
            <a:r>
              <a:rPr lang="en-US" sz="1400" b="1" dirty="0" err="1">
                <a:latin typeface="Courier New" panose="02070309020205020404" pitchFamily="49" charset="0"/>
                <a:cs typeface="Courier New" panose="02070309020205020404" pitchFamily="49" charset="0"/>
              </a:rPr>
              <a:t>nTextbook</a:t>
            </a:r>
            <a:r>
              <a:rPr lang="en-US" sz="1400" b="1" dirty="0">
                <a:latin typeface="Courier New" panose="02070309020205020404" pitchFamily="49" charset="0"/>
                <a:cs typeface="Courier New" panose="02070309020205020404" pitchFamily="49" charset="0"/>
              </a:rPr>
              <a:t> Information:\</a:t>
            </a:r>
            <a:r>
              <a:rPr lang="en-US" sz="1400" b="1" dirty="0" err="1">
                <a:latin typeface="Courier New" panose="02070309020205020404" pitchFamily="49" charset="0"/>
                <a:cs typeface="Courier New" panose="02070309020205020404" pitchFamily="49" charset="0"/>
              </a:rPr>
              <a:t>n"+textbook</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return str;</a:t>
            </a: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public void </a:t>
            </a:r>
            <a:r>
              <a:rPr lang="en-US" sz="1400" b="1" dirty="0" err="1">
                <a:latin typeface="Courier New" panose="02070309020205020404" pitchFamily="49" charset="0"/>
                <a:cs typeface="Courier New" panose="02070309020205020404" pitchFamily="49" charset="0"/>
              </a:rPr>
              <a:t>showBookInfo</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("The book title is " + </a:t>
            </a:r>
            <a:r>
              <a:rPr lang="en-US" sz="1400" b="1" dirty="0" err="1">
                <a:latin typeface="Courier New" panose="02070309020205020404" pitchFamily="49" charset="0"/>
                <a:cs typeface="Courier New" panose="02070309020205020404" pitchFamily="49" charset="0"/>
              </a:rPr>
              <a:t>textbook.title</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"\n The book author is " + </a:t>
            </a:r>
            <a:r>
              <a:rPr lang="en-US" sz="1400" b="1" dirty="0" err="1">
                <a:latin typeface="Courier New" panose="02070309020205020404" pitchFamily="49" charset="0"/>
                <a:cs typeface="Courier New" panose="02070309020205020404" pitchFamily="49" charset="0"/>
              </a:rPr>
              <a:t>textbook.author</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"\n The book publisher is " + </a:t>
            </a:r>
            <a:r>
              <a:rPr lang="en-US" sz="1400" b="1" dirty="0" err="1">
                <a:latin typeface="Courier New" panose="02070309020205020404" pitchFamily="49" charset="0"/>
                <a:cs typeface="Courier New" panose="02070309020205020404" pitchFamily="49" charset="0"/>
              </a:rPr>
              <a:t>textbook.publisher</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	</a:t>
            </a:r>
          </a:p>
          <a:p>
            <a:r>
              <a:rPr lang="en-US" sz="1400" b="1" dirty="0">
                <a:latin typeface="Courier New" panose="02070309020205020404" pitchFamily="49" charset="0"/>
                <a:cs typeface="Courier New" panose="02070309020205020404" pitchFamily="49" charset="0"/>
              </a:rPr>
              <a:t>}</a:t>
            </a:r>
          </a:p>
        </p:txBody>
      </p:sp>
      <p:sp>
        <p:nvSpPr>
          <p:cNvPr id="16" name="Content Placeholder 2">
            <a:extLst>
              <a:ext uri="{FF2B5EF4-FFF2-40B4-BE49-F238E27FC236}">
                <a16:creationId xmlns:a16="http://schemas.microsoft.com/office/drawing/2014/main" id="{5D249DCC-AF2D-EF1E-AD74-0862438E5C0D}"/>
              </a:ext>
            </a:extLst>
          </p:cNvPr>
          <p:cNvSpPr txBox="1">
            <a:spLocks/>
          </p:cNvSpPr>
          <p:nvPr/>
        </p:nvSpPr>
        <p:spPr>
          <a:xfrm>
            <a:off x="9867827" y="1063942"/>
            <a:ext cx="2175602" cy="498663"/>
          </a:xfrm>
          <a:prstGeom prst="rect">
            <a:avLst/>
          </a:prstGeom>
          <a:ln w="19050">
            <a:solidFill>
              <a:srgbClr val="FF0000"/>
            </a:solidFill>
            <a:prstDash val="dash"/>
          </a:ln>
        </p:spPr>
        <p:txBody>
          <a:bodyPr vert="horz" wrap="square" lIns="0" tIns="45720" rIns="0" bIns="45720" rtlCol="0">
            <a:spAutoFit/>
          </a:bodyPr>
          <a:lstStyle>
            <a:lvl1pPr marL="180000" indent="-360000" algn="l" defTabSz="914400" rtl="0" eaLnBrk="1" latinLnBrk="0" hangingPunct="1">
              <a:lnSpc>
                <a:spcPct val="100000"/>
              </a:lnSpc>
              <a:spcBef>
                <a:spcPts val="1200"/>
              </a:spcBef>
              <a:spcAft>
                <a:spcPts val="200"/>
              </a:spcAft>
              <a:buClr>
                <a:schemeClr val="accent1"/>
              </a:buClr>
              <a:buSzPct val="100000"/>
              <a:buFont typeface="Wingdings" panose="05000000000000000000" pitchFamily="2" charset="2"/>
              <a:buChar char="§"/>
              <a:defRPr sz="2400" kern="1200">
                <a:solidFill>
                  <a:schemeClr val="tx1">
                    <a:lumMod val="75000"/>
                    <a:lumOff val="25000"/>
                  </a:schemeClr>
                </a:solidFill>
                <a:latin typeface="+mn-lt"/>
                <a:ea typeface="+mn-ea"/>
                <a:cs typeface="+mn-cs"/>
              </a:defRPr>
            </a:lvl1pPr>
            <a:lvl2pPr marL="720000" indent="-36000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2200" kern="1200">
                <a:solidFill>
                  <a:schemeClr val="tx1">
                    <a:lumMod val="75000"/>
                    <a:lumOff val="25000"/>
                  </a:schemeClr>
                </a:solidFill>
                <a:latin typeface="+mn-lt"/>
                <a:ea typeface="+mn-ea"/>
                <a:cs typeface="+mn-cs"/>
              </a:defRPr>
            </a:lvl2pPr>
            <a:lvl3pPr marL="1080000" indent="-360000" algn="l" defTabSz="914400" rtl="0" eaLnBrk="1" latinLnBrk="0" hangingPunct="1">
              <a:lnSpc>
                <a:spcPct val="10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lnSpc>
                <a:spcPct val="150000"/>
              </a:lnSpc>
              <a:buFont typeface="Wingdings" panose="05000000000000000000" pitchFamily="2" charset="2"/>
              <a:buNone/>
            </a:pPr>
            <a:r>
              <a:rPr lang="en-US" sz="2000" b="1" dirty="0">
                <a:latin typeface="Times New Roman" pitchFamily="18" charset="0"/>
                <a:cs typeface="Times New Roman" pitchFamily="18" charset="0"/>
              </a:rPr>
              <a:t>Reference variables </a:t>
            </a:r>
          </a:p>
        </p:txBody>
      </p:sp>
      <p:sp>
        <p:nvSpPr>
          <p:cNvPr id="15" name="Content Placeholder 2">
            <a:extLst>
              <a:ext uri="{FF2B5EF4-FFF2-40B4-BE49-F238E27FC236}">
                <a16:creationId xmlns:a16="http://schemas.microsoft.com/office/drawing/2014/main" id="{C34DB9E8-F902-62F6-17A2-00610E4B3CA1}"/>
              </a:ext>
            </a:extLst>
          </p:cNvPr>
          <p:cNvSpPr>
            <a:spLocks noGrp="1"/>
          </p:cNvSpPr>
          <p:nvPr>
            <p:ph idx="1"/>
          </p:nvPr>
        </p:nvSpPr>
        <p:spPr>
          <a:xfrm>
            <a:off x="9380910" y="2380667"/>
            <a:ext cx="1400056" cy="498663"/>
          </a:xfrm>
          <a:prstGeom prst="rect">
            <a:avLst/>
          </a:prstGeom>
          <a:ln w="19050">
            <a:solidFill>
              <a:srgbClr val="FF0000"/>
            </a:solidFill>
            <a:prstDash val="dash"/>
          </a:ln>
        </p:spPr>
        <p:txBody>
          <a:bodyPr wrap="square">
            <a:spAutoFit/>
          </a:bodyPr>
          <a:lstStyle/>
          <a:p>
            <a:pPr marL="0" indent="0" algn="ctr" rtl="0">
              <a:lnSpc>
                <a:spcPct val="150000"/>
              </a:lnSpc>
              <a:buNone/>
            </a:pPr>
            <a:r>
              <a:rPr lang="en-US" sz="2000" b="1" dirty="0">
                <a:latin typeface="Times New Roman" pitchFamily="18" charset="0"/>
                <a:cs typeface="Times New Roman" pitchFamily="18" charset="0"/>
              </a:rPr>
              <a:t>Aggregation</a:t>
            </a:r>
          </a:p>
        </p:txBody>
      </p:sp>
      <p:cxnSp>
        <p:nvCxnSpPr>
          <p:cNvPr id="12" name="Straight Arrow Connector 11">
            <a:extLst>
              <a:ext uri="{FF2B5EF4-FFF2-40B4-BE49-F238E27FC236}">
                <a16:creationId xmlns:a16="http://schemas.microsoft.com/office/drawing/2014/main" id="{4746AFD3-9BC6-4C86-A7F3-39CD97771024}"/>
              </a:ext>
            </a:extLst>
          </p:cNvPr>
          <p:cNvCxnSpPr>
            <a:cxnSpLocks/>
            <a:endCxn id="15" idx="1"/>
          </p:cNvCxnSpPr>
          <p:nvPr/>
        </p:nvCxnSpPr>
        <p:spPr>
          <a:xfrm flipV="1">
            <a:off x="8233893" y="2629999"/>
            <a:ext cx="1147017" cy="3163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9BC8BA9-E1FC-4384-B7EF-D417D590364E}"/>
              </a:ext>
            </a:extLst>
          </p:cNvPr>
          <p:cNvCxnSpPr>
            <a:cxnSpLocks/>
          </p:cNvCxnSpPr>
          <p:nvPr/>
        </p:nvCxnSpPr>
        <p:spPr>
          <a:xfrm flipV="1">
            <a:off x="9506465" y="1166665"/>
            <a:ext cx="306838" cy="1466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25B820D-B6E0-40FC-B5D6-565CCF845732}"/>
              </a:ext>
            </a:extLst>
          </p:cNvPr>
          <p:cNvCxnSpPr>
            <a:cxnSpLocks/>
          </p:cNvCxnSpPr>
          <p:nvPr/>
        </p:nvCxnSpPr>
        <p:spPr>
          <a:xfrm flipV="1">
            <a:off x="9139707" y="1515102"/>
            <a:ext cx="579549" cy="4750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82CA2C3-3EF2-4655-9656-E27026843C54}"/>
              </a:ext>
            </a:extLst>
          </p:cNvPr>
          <p:cNvCxnSpPr>
            <a:cxnSpLocks/>
          </p:cNvCxnSpPr>
          <p:nvPr/>
        </p:nvCxnSpPr>
        <p:spPr>
          <a:xfrm flipV="1">
            <a:off x="7834648" y="2813715"/>
            <a:ext cx="1485363" cy="656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7624822"/>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E25F0-4B00-95F6-E3A1-626A663E7E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EBCF50-BF2A-E3D9-D4E3-3B78C0F6F51A}"/>
              </a:ext>
            </a:extLst>
          </p:cNvPr>
          <p:cNvSpPr>
            <a:spLocks noGrp="1"/>
          </p:cNvSpPr>
          <p:nvPr>
            <p:ph type="title"/>
          </p:nvPr>
        </p:nvSpPr>
        <p:spPr>
          <a:xfrm>
            <a:off x="348791" y="286603"/>
            <a:ext cx="11481847" cy="1450757"/>
          </a:xfrm>
        </p:spPr>
        <p:txBody>
          <a:bodyPr/>
          <a:lstStyle/>
          <a:p>
            <a:pPr algn="l"/>
            <a:r>
              <a:rPr lang="en-US" i="0" dirty="0">
                <a:effectLst/>
                <a:latin typeface="__Source_Sans_Pro_fa6df0"/>
              </a:rPr>
              <a:t>Forms of Association in Java-Composition </a:t>
            </a:r>
          </a:p>
        </p:txBody>
      </p:sp>
      <p:sp>
        <p:nvSpPr>
          <p:cNvPr id="4" name="Footer Placeholder 3">
            <a:extLst>
              <a:ext uri="{FF2B5EF4-FFF2-40B4-BE49-F238E27FC236}">
                <a16:creationId xmlns:a16="http://schemas.microsoft.com/office/drawing/2014/main" id="{44AEBF91-C8B6-3A37-E057-66D368D6F453}"/>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5D86E349-1839-E6C1-9DA2-623E7CE06E4D}"/>
              </a:ext>
            </a:extLst>
          </p:cNvPr>
          <p:cNvSpPr>
            <a:spLocks noGrp="1"/>
          </p:cNvSpPr>
          <p:nvPr>
            <p:ph idx="1"/>
          </p:nvPr>
        </p:nvSpPr>
        <p:spPr/>
        <p:txBody>
          <a:bodyPr>
            <a:normAutofit/>
          </a:bodyPr>
          <a:lstStyle/>
          <a:p>
            <a:pPr algn="l"/>
            <a:r>
              <a:rPr lang="en-US" b="0" i="0" dirty="0">
                <a:effectLst/>
              </a:rPr>
              <a:t>Composition in java is a form of relation that is more tightly coupled. Composition in java is also called Strong association. </a:t>
            </a:r>
          </a:p>
          <a:p>
            <a:pPr algn="l"/>
            <a:r>
              <a:rPr lang="en-US" b="0" i="0" dirty="0">
                <a:effectLst/>
              </a:rPr>
              <a:t>This association is also known as Belongs-To association as one class, for all intents and purpose belongs to another class, and exists because of it. </a:t>
            </a:r>
          </a:p>
          <a:p>
            <a:pPr algn="l"/>
            <a:r>
              <a:rPr lang="en-US" b="0" i="0" dirty="0">
                <a:effectLst/>
              </a:rPr>
              <a:t>In a Composition association, the classes cannot exist independent of each other. If the larger class which holds the objects of the smaller class is removed, it also means logically the smaller class cannot exist. Let us explore this association clearly with an example</a:t>
            </a:r>
          </a:p>
        </p:txBody>
      </p:sp>
      <p:sp>
        <p:nvSpPr>
          <p:cNvPr id="8" name="Rectangle 3">
            <a:extLst>
              <a:ext uri="{FF2B5EF4-FFF2-40B4-BE49-F238E27FC236}">
                <a16:creationId xmlns:a16="http://schemas.microsoft.com/office/drawing/2014/main" id="{404C671F-A998-F885-EA3C-2C7D23E36549}"/>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27535633"/>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1EAE4-263C-CC3C-6BED-94BFD54552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3DA155-9692-783F-6A41-F1AB402C1E37}"/>
              </a:ext>
            </a:extLst>
          </p:cNvPr>
          <p:cNvSpPr>
            <a:spLocks noGrp="1"/>
          </p:cNvSpPr>
          <p:nvPr>
            <p:ph type="title"/>
          </p:nvPr>
        </p:nvSpPr>
        <p:spPr>
          <a:xfrm>
            <a:off x="348791" y="286603"/>
            <a:ext cx="11481847" cy="1450757"/>
          </a:xfrm>
        </p:spPr>
        <p:txBody>
          <a:bodyPr/>
          <a:lstStyle/>
          <a:p>
            <a:r>
              <a:rPr lang="en-US" dirty="0">
                <a:latin typeface="__Source_Sans_Pro_fa6df0"/>
              </a:rPr>
              <a:t>Composition Example</a:t>
            </a:r>
            <a:endParaRPr lang="en-US" sz="2400" i="0" dirty="0">
              <a:effectLst/>
              <a:latin typeface="__Source_Sans_Pro_fa6df0"/>
            </a:endParaRPr>
          </a:p>
        </p:txBody>
      </p:sp>
      <p:sp>
        <p:nvSpPr>
          <p:cNvPr id="4" name="Footer Placeholder 3">
            <a:extLst>
              <a:ext uri="{FF2B5EF4-FFF2-40B4-BE49-F238E27FC236}">
                <a16:creationId xmlns:a16="http://schemas.microsoft.com/office/drawing/2014/main" id="{43978E71-0FE7-E950-3C3D-A398B498C123}"/>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034AB4CA-410A-0FF8-28CB-89D64316097B}"/>
              </a:ext>
            </a:extLst>
          </p:cNvPr>
          <p:cNvSpPr>
            <a:spLocks noGrp="1"/>
          </p:cNvSpPr>
          <p:nvPr>
            <p:ph idx="1"/>
          </p:nvPr>
        </p:nvSpPr>
        <p:spPr/>
        <p:txBody>
          <a:bodyPr>
            <a:normAutofit/>
          </a:bodyPr>
          <a:lstStyle/>
          <a:p>
            <a:pPr algn="l"/>
            <a:r>
              <a:rPr lang="en-US" b="1" i="0" dirty="0">
                <a:effectLst/>
              </a:rPr>
              <a:t>Example</a:t>
            </a:r>
            <a:r>
              <a:rPr lang="en-US" b="0" i="0" dirty="0">
                <a:effectLst/>
              </a:rPr>
              <a:t>: The association between College and Student. Below is how it is defined.</a:t>
            </a:r>
          </a:p>
          <a:p>
            <a:pPr lvl="1"/>
            <a:r>
              <a:rPr lang="en-US" b="0" i="0" dirty="0">
                <a:effectLst/>
              </a:rPr>
              <a:t>College class is defined with name and the list of students that are studying in it</a:t>
            </a:r>
          </a:p>
          <a:p>
            <a:pPr lvl="1"/>
            <a:r>
              <a:rPr lang="en-US" b="0" i="0" dirty="0">
                <a:effectLst/>
              </a:rPr>
              <a:t>A Student class is defined with name and the college he is studying at.</a:t>
            </a:r>
          </a:p>
          <a:p>
            <a:pPr algn="l"/>
            <a:r>
              <a:rPr lang="en-US" b="0" i="0" dirty="0">
                <a:effectLst/>
              </a:rPr>
              <a:t>Here a student must be studying in at least one college if he is to be called Student. If the college class is removed, Student class cannot exist alone logically, because if a person is not studying in any college then he is not a student.</a:t>
            </a:r>
          </a:p>
          <a:p>
            <a:pPr algn="l"/>
            <a:endParaRPr lang="en-US" b="0" i="0" dirty="0">
              <a:effectLst/>
            </a:endParaRPr>
          </a:p>
          <a:p>
            <a:pPr algn="l"/>
            <a:endParaRPr lang="en-US" b="0" i="0" dirty="0">
              <a:effectLst/>
            </a:endParaRPr>
          </a:p>
        </p:txBody>
      </p:sp>
      <p:sp>
        <p:nvSpPr>
          <p:cNvPr id="8" name="Rectangle 3">
            <a:extLst>
              <a:ext uri="{FF2B5EF4-FFF2-40B4-BE49-F238E27FC236}">
                <a16:creationId xmlns:a16="http://schemas.microsoft.com/office/drawing/2014/main" id="{5711CB3A-732A-7C28-D700-F7556281C31E}"/>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36488911"/>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B7908-12B1-DEC8-08FF-C90096F685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236B1F-0839-3E71-CC56-E3BED47AEE53}"/>
              </a:ext>
            </a:extLst>
          </p:cNvPr>
          <p:cNvSpPr>
            <a:spLocks noGrp="1"/>
          </p:cNvSpPr>
          <p:nvPr>
            <p:ph type="title"/>
          </p:nvPr>
        </p:nvSpPr>
        <p:spPr>
          <a:xfrm>
            <a:off x="348791" y="286603"/>
            <a:ext cx="11481847" cy="1450757"/>
          </a:xfrm>
        </p:spPr>
        <p:txBody>
          <a:bodyPr/>
          <a:lstStyle/>
          <a:p>
            <a:r>
              <a:rPr lang="en-US" dirty="0">
                <a:latin typeface="__Source_Sans_Pro_fa6df0"/>
              </a:rPr>
              <a:t>Composition Example</a:t>
            </a:r>
            <a:endParaRPr lang="en-US" sz="2400" i="0" dirty="0">
              <a:effectLst/>
              <a:latin typeface="__Source_Sans_Pro_fa6df0"/>
            </a:endParaRPr>
          </a:p>
        </p:txBody>
      </p:sp>
      <p:sp>
        <p:nvSpPr>
          <p:cNvPr id="4" name="Footer Placeholder 3">
            <a:extLst>
              <a:ext uri="{FF2B5EF4-FFF2-40B4-BE49-F238E27FC236}">
                <a16:creationId xmlns:a16="http://schemas.microsoft.com/office/drawing/2014/main" id="{07AE49A7-D92B-A0AC-7CCF-E4DB7B968F98}"/>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5446E0FC-ACF9-9B16-CBB3-2F687823F222}"/>
              </a:ext>
            </a:extLst>
          </p:cNvPr>
          <p:cNvSpPr>
            <a:spLocks noGrp="1"/>
          </p:cNvSpPr>
          <p:nvPr>
            <p:ph idx="1"/>
          </p:nvPr>
        </p:nvSpPr>
        <p:spPr/>
        <p:txBody>
          <a:bodyPr>
            <a:normAutofit/>
          </a:bodyPr>
          <a:lstStyle/>
          <a:p>
            <a:pPr algn="l"/>
            <a:r>
              <a:rPr lang="en-US" b="1" dirty="0"/>
              <a:t>Example</a:t>
            </a:r>
            <a:r>
              <a:rPr lang="en-US" dirty="0"/>
              <a:t> a library can have no of books on same or different subjects. </a:t>
            </a:r>
          </a:p>
          <a:p>
            <a:pPr lvl="1"/>
            <a:r>
              <a:rPr lang="en-US" dirty="0"/>
              <a:t>So, If Library gets destroyed then All books within that particular library will be destroyed. i.e. book can not exist without library. </a:t>
            </a:r>
          </a:p>
          <a:p>
            <a:pPr lvl="1"/>
            <a:r>
              <a:rPr lang="en-US" dirty="0"/>
              <a:t>That’s why it is </a:t>
            </a:r>
            <a:r>
              <a:rPr lang="en-US" b="1" dirty="0">
                <a:solidFill>
                  <a:schemeClr val="bg2">
                    <a:lumMod val="75000"/>
                  </a:schemeClr>
                </a:solidFill>
              </a:rPr>
              <a:t>composition</a:t>
            </a:r>
            <a:endParaRPr lang="en-US" b="1" i="0" dirty="0">
              <a:solidFill>
                <a:schemeClr val="bg2">
                  <a:lumMod val="75000"/>
                </a:schemeClr>
              </a:solidFill>
              <a:effectLst/>
            </a:endParaRPr>
          </a:p>
          <a:p>
            <a:pPr algn="l"/>
            <a:endParaRPr lang="en-US" b="0" i="0" dirty="0">
              <a:effectLst/>
            </a:endParaRPr>
          </a:p>
        </p:txBody>
      </p:sp>
      <p:sp>
        <p:nvSpPr>
          <p:cNvPr id="8" name="Rectangle 3">
            <a:extLst>
              <a:ext uri="{FF2B5EF4-FFF2-40B4-BE49-F238E27FC236}">
                <a16:creationId xmlns:a16="http://schemas.microsoft.com/office/drawing/2014/main" id="{B3E811A7-C84F-B2E4-4B2D-5EA95B8D48EA}"/>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91203598"/>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68561-DD2C-85E1-D736-4DF6ED649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73312A-735C-0E03-D816-02AB796BEB98}"/>
              </a:ext>
            </a:extLst>
          </p:cNvPr>
          <p:cNvSpPr>
            <a:spLocks noGrp="1"/>
          </p:cNvSpPr>
          <p:nvPr>
            <p:ph type="title"/>
          </p:nvPr>
        </p:nvSpPr>
        <p:spPr>
          <a:xfrm>
            <a:off x="348791" y="286603"/>
            <a:ext cx="11481847" cy="1450757"/>
          </a:xfrm>
        </p:spPr>
        <p:txBody>
          <a:bodyPr/>
          <a:lstStyle/>
          <a:p>
            <a:pPr algn="l"/>
            <a:r>
              <a:rPr lang="en-US" i="0" dirty="0">
                <a:effectLst/>
                <a:latin typeface="__Source_Sans_Pro_fa6df0"/>
              </a:rPr>
              <a:t>Composition Example</a:t>
            </a:r>
            <a:endParaRPr lang="en-US" sz="2400" i="0" dirty="0">
              <a:effectLst/>
              <a:latin typeface="__Source_Sans_Pro_fa6df0"/>
            </a:endParaRPr>
          </a:p>
        </p:txBody>
      </p:sp>
      <p:sp>
        <p:nvSpPr>
          <p:cNvPr id="4" name="Footer Placeholder 3">
            <a:extLst>
              <a:ext uri="{FF2B5EF4-FFF2-40B4-BE49-F238E27FC236}">
                <a16:creationId xmlns:a16="http://schemas.microsoft.com/office/drawing/2014/main" id="{06950B1B-80C5-99BF-6C2F-1B31D51C21FA}"/>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5" name="Content Placeholder 4" descr="A computer code with black text&#10;&#10;Description automatically generated">
            <a:extLst>
              <a:ext uri="{FF2B5EF4-FFF2-40B4-BE49-F238E27FC236}">
                <a16:creationId xmlns:a16="http://schemas.microsoft.com/office/drawing/2014/main" id="{3DF2CDA1-6D16-70FC-BDBD-62CD149D471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854" y="1728093"/>
            <a:ext cx="5635857" cy="4416880"/>
          </a:xfrm>
          <a:ln w="28575">
            <a:solidFill>
              <a:schemeClr val="tx1"/>
            </a:solidFill>
          </a:ln>
        </p:spPr>
      </p:pic>
      <p:sp>
        <p:nvSpPr>
          <p:cNvPr id="8" name="Rectangle 3">
            <a:extLst>
              <a:ext uri="{FF2B5EF4-FFF2-40B4-BE49-F238E27FC236}">
                <a16:creationId xmlns:a16="http://schemas.microsoft.com/office/drawing/2014/main" id="{0BD6A450-00D5-2BD4-43EA-8BC6A2139EAE}"/>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Picture 8" descr="A computer screen shot of a program&#10;&#10;Description automatically generated">
            <a:extLst>
              <a:ext uri="{FF2B5EF4-FFF2-40B4-BE49-F238E27FC236}">
                <a16:creationId xmlns:a16="http://schemas.microsoft.com/office/drawing/2014/main" id="{EF34D1C3-2AE3-F419-8459-E580223042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3369" y="1728094"/>
            <a:ext cx="6779777" cy="4416880"/>
          </a:xfrm>
          <a:prstGeom prst="rect">
            <a:avLst/>
          </a:prstGeom>
          <a:ln w="28575">
            <a:solidFill>
              <a:schemeClr val="tx1"/>
            </a:solidFill>
          </a:ln>
        </p:spPr>
      </p:pic>
    </p:spTree>
    <p:extLst>
      <p:ext uri="{BB962C8B-B14F-4D97-AF65-F5344CB8AC3E}">
        <p14:creationId xmlns:p14="http://schemas.microsoft.com/office/powerpoint/2010/main" val="958094741"/>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8B3F1-20CE-C5D8-EA77-6D997A815A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186DC2-9E41-6A63-360B-40427E1CD4A4}"/>
              </a:ext>
            </a:extLst>
          </p:cNvPr>
          <p:cNvSpPr>
            <a:spLocks noGrp="1"/>
          </p:cNvSpPr>
          <p:nvPr>
            <p:ph type="title"/>
          </p:nvPr>
        </p:nvSpPr>
        <p:spPr>
          <a:xfrm>
            <a:off x="348791" y="286603"/>
            <a:ext cx="11481847" cy="1450757"/>
          </a:xfrm>
        </p:spPr>
        <p:txBody>
          <a:bodyPr/>
          <a:lstStyle/>
          <a:p>
            <a:r>
              <a:rPr lang="en-US" dirty="0">
                <a:latin typeface="__Source_Sans_Pro_fa6df0"/>
              </a:rPr>
              <a:t>Composition Example</a:t>
            </a:r>
            <a:endParaRPr lang="en-US" sz="2400" i="0" dirty="0">
              <a:effectLst/>
              <a:latin typeface="__Source_Sans_Pro_fa6df0"/>
            </a:endParaRPr>
          </a:p>
        </p:txBody>
      </p:sp>
      <p:sp>
        <p:nvSpPr>
          <p:cNvPr id="4" name="Footer Placeholder 3">
            <a:extLst>
              <a:ext uri="{FF2B5EF4-FFF2-40B4-BE49-F238E27FC236}">
                <a16:creationId xmlns:a16="http://schemas.microsoft.com/office/drawing/2014/main" id="{8DB56EB9-42AD-8BEA-5C02-B42377B02EAF}"/>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3">
            <a:extLst>
              <a:ext uri="{FF2B5EF4-FFF2-40B4-BE49-F238E27FC236}">
                <a16:creationId xmlns:a16="http://schemas.microsoft.com/office/drawing/2014/main" id="{64E52869-3C4A-4153-F97F-D1971C21D41A}"/>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 name="Content Placeholder 9" descr="A computer code with text&#10;&#10;Description automatically generated with medium confidence">
            <a:extLst>
              <a:ext uri="{FF2B5EF4-FFF2-40B4-BE49-F238E27FC236}">
                <a16:creationId xmlns:a16="http://schemas.microsoft.com/office/drawing/2014/main" id="{6CA1F3CA-7668-A586-5719-DED848CE9F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6605" y="1832841"/>
            <a:ext cx="6858544" cy="4340432"/>
          </a:xfrm>
        </p:spPr>
      </p:pic>
      <p:sp>
        <p:nvSpPr>
          <p:cNvPr id="13" name="Content Placeholder 2">
            <a:extLst>
              <a:ext uri="{FF2B5EF4-FFF2-40B4-BE49-F238E27FC236}">
                <a16:creationId xmlns:a16="http://schemas.microsoft.com/office/drawing/2014/main" id="{1762BC00-B454-B287-3917-C2ABD391F3E0}"/>
              </a:ext>
            </a:extLst>
          </p:cNvPr>
          <p:cNvSpPr txBox="1">
            <a:spLocks/>
          </p:cNvSpPr>
          <p:nvPr/>
        </p:nvSpPr>
        <p:spPr>
          <a:xfrm>
            <a:off x="6419501" y="3563428"/>
            <a:ext cx="1848736" cy="498663"/>
          </a:xfrm>
          <a:prstGeom prst="rect">
            <a:avLst/>
          </a:prstGeom>
          <a:ln w="19050">
            <a:solidFill>
              <a:srgbClr val="FF0000"/>
            </a:solidFill>
            <a:prstDash val="dash"/>
          </a:ln>
        </p:spPr>
        <p:txBody>
          <a:bodyPr vert="horz" wrap="square" lIns="0" tIns="45720" rIns="0" bIns="45720" rtlCol="0">
            <a:spAutoFit/>
          </a:bodyPr>
          <a:lstStyle>
            <a:lvl1pPr marL="180000" indent="-360000" algn="l" defTabSz="914400" rtl="0" eaLnBrk="1" latinLnBrk="0" hangingPunct="1">
              <a:lnSpc>
                <a:spcPct val="100000"/>
              </a:lnSpc>
              <a:spcBef>
                <a:spcPts val="1200"/>
              </a:spcBef>
              <a:spcAft>
                <a:spcPts val="200"/>
              </a:spcAft>
              <a:buClr>
                <a:schemeClr val="accent1"/>
              </a:buClr>
              <a:buSzPct val="100000"/>
              <a:buFont typeface="Wingdings" panose="05000000000000000000" pitchFamily="2" charset="2"/>
              <a:buChar char="§"/>
              <a:defRPr sz="2400" kern="1200">
                <a:solidFill>
                  <a:schemeClr val="tx1">
                    <a:lumMod val="75000"/>
                    <a:lumOff val="25000"/>
                  </a:schemeClr>
                </a:solidFill>
                <a:latin typeface="+mn-lt"/>
                <a:ea typeface="+mn-ea"/>
                <a:cs typeface="+mn-cs"/>
              </a:defRPr>
            </a:lvl1pPr>
            <a:lvl2pPr marL="720000" indent="-36000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2200" kern="1200">
                <a:solidFill>
                  <a:schemeClr val="tx1">
                    <a:lumMod val="75000"/>
                    <a:lumOff val="25000"/>
                  </a:schemeClr>
                </a:solidFill>
                <a:latin typeface="+mn-lt"/>
                <a:ea typeface="+mn-ea"/>
                <a:cs typeface="+mn-cs"/>
              </a:defRPr>
            </a:lvl2pPr>
            <a:lvl3pPr marL="1080000" indent="-360000" algn="l" defTabSz="914400" rtl="0" eaLnBrk="1" latinLnBrk="0" hangingPunct="1">
              <a:lnSpc>
                <a:spcPct val="10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lnSpc>
                <a:spcPct val="150000"/>
              </a:lnSpc>
              <a:buFont typeface="Wingdings" panose="05000000000000000000" pitchFamily="2" charset="2"/>
              <a:buNone/>
            </a:pPr>
            <a:r>
              <a:rPr lang="en-US" sz="2000" b="1" dirty="0">
                <a:latin typeface="Times New Roman" pitchFamily="18" charset="0"/>
                <a:cs typeface="Times New Roman" pitchFamily="18" charset="0"/>
              </a:rPr>
              <a:t> Composition </a:t>
            </a:r>
          </a:p>
        </p:txBody>
      </p:sp>
      <p:sp>
        <p:nvSpPr>
          <p:cNvPr id="7" name="Content Placeholder 2">
            <a:extLst>
              <a:ext uri="{FF2B5EF4-FFF2-40B4-BE49-F238E27FC236}">
                <a16:creationId xmlns:a16="http://schemas.microsoft.com/office/drawing/2014/main" id="{E427F3D7-A0B5-4F6B-AA7B-4E9C04034F63}"/>
              </a:ext>
            </a:extLst>
          </p:cNvPr>
          <p:cNvSpPr txBox="1">
            <a:spLocks/>
          </p:cNvSpPr>
          <p:nvPr/>
        </p:nvSpPr>
        <p:spPr>
          <a:xfrm>
            <a:off x="3887737" y="2300313"/>
            <a:ext cx="2175602" cy="498663"/>
          </a:xfrm>
          <a:prstGeom prst="rect">
            <a:avLst/>
          </a:prstGeom>
          <a:ln w="19050">
            <a:solidFill>
              <a:srgbClr val="FF0000"/>
            </a:solidFill>
            <a:prstDash val="dash"/>
          </a:ln>
        </p:spPr>
        <p:txBody>
          <a:bodyPr vert="horz" wrap="square" lIns="0" tIns="45720" rIns="0" bIns="45720" rtlCol="0">
            <a:spAutoFit/>
          </a:bodyPr>
          <a:lstStyle>
            <a:lvl1pPr marL="180000" indent="-360000" algn="l" defTabSz="914400" rtl="0" eaLnBrk="1" latinLnBrk="0" hangingPunct="1">
              <a:lnSpc>
                <a:spcPct val="100000"/>
              </a:lnSpc>
              <a:spcBef>
                <a:spcPts val="1200"/>
              </a:spcBef>
              <a:spcAft>
                <a:spcPts val="200"/>
              </a:spcAft>
              <a:buClr>
                <a:schemeClr val="accent1"/>
              </a:buClr>
              <a:buSzPct val="100000"/>
              <a:buFont typeface="Wingdings" panose="05000000000000000000" pitchFamily="2" charset="2"/>
              <a:buChar char="§"/>
              <a:defRPr sz="2400" kern="1200">
                <a:solidFill>
                  <a:schemeClr val="tx1">
                    <a:lumMod val="75000"/>
                    <a:lumOff val="25000"/>
                  </a:schemeClr>
                </a:solidFill>
                <a:latin typeface="+mn-lt"/>
                <a:ea typeface="+mn-ea"/>
                <a:cs typeface="+mn-cs"/>
              </a:defRPr>
            </a:lvl1pPr>
            <a:lvl2pPr marL="720000" indent="-36000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2200" kern="1200">
                <a:solidFill>
                  <a:schemeClr val="tx1">
                    <a:lumMod val="75000"/>
                    <a:lumOff val="25000"/>
                  </a:schemeClr>
                </a:solidFill>
                <a:latin typeface="+mn-lt"/>
                <a:ea typeface="+mn-ea"/>
                <a:cs typeface="+mn-cs"/>
              </a:defRPr>
            </a:lvl2pPr>
            <a:lvl3pPr marL="1080000" indent="-360000" algn="l" defTabSz="914400" rtl="0" eaLnBrk="1" latinLnBrk="0" hangingPunct="1">
              <a:lnSpc>
                <a:spcPct val="10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lnSpc>
                <a:spcPct val="150000"/>
              </a:lnSpc>
              <a:buFont typeface="Wingdings" panose="05000000000000000000" pitchFamily="2" charset="2"/>
              <a:buNone/>
            </a:pPr>
            <a:r>
              <a:rPr lang="en-US" sz="2000" b="1" dirty="0">
                <a:latin typeface="Times New Roman" pitchFamily="18" charset="0"/>
                <a:cs typeface="Times New Roman" pitchFamily="18" charset="0"/>
              </a:rPr>
              <a:t>Reference variable </a:t>
            </a:r>
          </a:p>
        </p:txBody>
      </p:sp>
      <p:cxnSp>
        <p:nvCxnSpPr>
          <p:cNvPr id="9" name="Straight Arrow Connector 8">
            <a:extLst>
              <a:ext uri="{FF2B5EF4-FFF2-40B4-BE49-F238E27FC236}">
                <a16:creationId xmlns:a16="http://schemas.microsoft.com/office/drawing/2014/main" id="{5BFB776C-D78F-4DB1-89DC-46C71624175D}"/>
              </a:ext>
            </a:extLst>
          </p:cNvPr>
          <p:cNvCxnSpPr>
            <a:cxnSpLocks/>
          </p:cNvCxnSpPr>
          <p:nvPr/>
        </p:nvCxnSpPr>
        <p:spPr>
          <a:xfrm flipV="1">
            <a:off x="3526375" y="2403036"/>
            <a:ext cx="306838" cy="1466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4AC582A-0CD4-4539-8792-4138480F7CC1}"/>
              </a:ext>
            </a:extLst>
          </p:cNvPr>
          <p:cNvCxnSpPr>
            <a:cxnSpLocks/>
          </p:cNvCxnSpPr>
          <p:nvPr/>
        </p:nvCxnSpPr>
        <p:spPr>
          <a:xfrm flipV="1">
            <a:off x="5866836" y="3898006"/>
            <a:ext cx="503913" cy="10505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1624494"/>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F3E7A-071C-F512-BCEF-345BE1C978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8B403F-746A-2FD1-A2AB-4EE84E8EF59C}"/>
              </a:ext>
            </a:extLst>
          </p:cNvPr>
          <p:cNvSpPr>
            <a:spLocks noGrp="1"/>
          </p:cNvSpPr>
          <p:nvPr>
            <p:ph type="title"/>
          </p:nvPr>
        </p:nvSpPr>
        <p:spPr>
          <a:xfrm>
            <a:off x="348791" y="286603"/>
            <a:ext cx="11481847" cy="1450757"/>
          </a:xfrm>
        </p:spPr>
        <p:txBody>
          <a:bodyPr/>
          <a:lstStyle/>
          <a:p>
            <a:r>
              <a:rPr lang="en-US" dirty="0">
                <a:latin typeface="__Source_Sans_Pro_fa6df0"/>
              </a:rPr>
              <a:t>Composition Example</a:t>
            </a:r>
            <a:endParaRPr lang="en-US" sz="2400" i="0" dirty="0">
              <a:effectLst/>
              <a:latin typeface="__Source_Sans_Pro_fa6df0"/>
            </a:endParaRPr>
          </a:p>
        </p:txBody>
      </p:sp>
      <p:sp>
        <p:nvSpPr>
          <p:cNvPr id="4" name="Footer Placeholder 3">
            <a:extLst>
              <a:ext uri="{FF2B5EF4-FFF2-40B4-BE49-F238E27FC236}">
                <a16:creationId xmlns:a16="http://schemas.microsoft.com/office/drawing/2014/main" id="{3C8E0D9D-E9A8-3892-7495-51C4BD3B66FA}"/>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3">
            <a:extLst>
              <a:ext uri="{FF2B5EF4-FFF2-40B4-BE49-F238E27FC236}">
                <a16:creationId xmlns:a16="http://schemas.microsoft.com/office/drawing/2014/main" id="{A617852D-4D1D-38D9-6CF0-D8741F2127D4}"/>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descr="A screenshot of a computer code&#10;&#10;Description automatically generated">
            <a:extLst>
              <a:ext uri="{FF2B5EF4-FFF2-40B4-BE49-F238E27FC236}">
                <a16:creationId xmlns:a16="http://schemas.microsoft.com/office/drawing/2014/main" id="{E6B6B67D-1419-8021-7535-A43172C46C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096" y="1737360"/>
            <a:ext cx="7959746" cy="4530358"/>
          </a:xfrm>
          <a:prstGeom prst="rect">
            <a:avLst/>
          </a:prstGeom>
        </p:spPr>
      </p:pic>
      <p:sp>
        <p:nvSpPr>
          <p:cNvPr id="6" name="Content Placeholder 2">
            <a:extLst>
              <a:ext uri="{FF2B5EF4-FFF2-40B4-BE49-F238E27FC236}">
                <a16:creationId xmlns:a16="http://schemas.microsoft.com/office/drawing/2014/main" id="{E83E6078-DF2A-B01F-A31E-78D714356AA8}"/>
              </a:ext>
            </a:extLst>
          </p:cNvPr>
          <p:cNvSpPr txBox="1">
            <a:spLocks/>
          </p:cNvSpPr>
          <p:nvPr/>
        </p:nvSpPr>
        <p:spPr>
          <a:xfrm>
            <a:off x="6677849" y="3711525"/>
            <a:ext cx="2101250" cy="498663"/>
          </a:xfrm>
          <a:prstGeom prst="rect">
            <a:avLst/>
          </a:prstGeom>
          <a:ln w="19050">
            <a:solidFill>
              <a:srgbClr val="FF0000"/>
            </a:solidFill>
            <a:prstDash val="dash"/>
          </a:ln>
        </p:spPr>
        <p:txBody>
          <a:bodyPr vert="horz" wrap="square" lIns="0" tIns="45720" rIns="0" bIns="45720" rtlCol="0">
            <a:spAutoFit/>
          </a:bodyPr>
          <a:lstStyle>
            <a:lvl1pPr marL="180000" indent="-360000" algn="l" defTabSz="914400" rtl="0" eaLnBrk="1" latinLnBrk="0" hangingPunct="1">
              <a:lnSpc>
                <a:spcPct val="100000"/>
              </a:lnSpc>
              <a:spcBef>
                <a:spcPts val="1200"/>
              </a:spcBef>
              <a:spcAft>
                <a:spcPts val="200"/>
              </a:spcAft>
              <a:buClr>
                <a:schemeClr val="accent1"/>
              </a:buClr>
              <a:buSzPct val="100000"/>
              <a:buFont typeface="Wingdings" panose="05000000000000000000" pitchFamily="2" charset="2"/>
              <a:buChar char="§"/>
              <a:defRPr sz="2400" kern="1200">
                <a:solidFill>
                  <a:schemeClr val="tx1">
                    <a:lumMod val="75000"/>
                    <a:lumOff val="25000"/>
                  </a:schemeClr>
                </a:solidFill>
                <a:latin typeface="+mn-lt"/>
                <a:ea typeface="+mn-ea"/>
                <a:cs typeface="+mn-cs"/>
              </a:defRPr>
            </a:lvl1pPr>
            <a:lvl2pPr marL="720000" indent="-36000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2200" kern="1200">
                <a:solidFill>
                  <a:schemeClr val="tx1">
                    <a:lumMod val="75000"/>
                    <a:lumOff val="25000"/>
                  </a:schemeClr>
                </a:solidFill>
                <a:latin typeface="+mn-lt"/>
                <a:ea typeface="+mn-ea"/>
                <a:cs typeface="+mn-cs"/>
              </a:defRPr>
            </a:lvl2pPr>
            <a:lvl3pPr marL="1080000" indent="-360000" algn="l" defTabSz="914400" rtl="0" eaLnBrk="1" latinLnBrk="0" hangingPunct="1">
              <a:lnSpc>
                <a:spcPct val="10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lnSpc>
                <a:spcPct val="150000"/>
              </a:lnSpc>
              <a:buFont typeface="Wingdings" panose="05000000000000000000" pitchFamily="2" charset="2"/>
              <a:buNone/>
            </a:pPr>
            <a:r>
              <a:rPr lang="en-US" sz="2000" b="1" dirty="0">
                <a:latin typeface="Times New Roman" pitchFamily="18" charset="0"/>
                <a:cs typeface="Times New Roman" pitchFamily="18" charset="0"/>
              </a:rPr>
              <a:t>Composition </a:t>
            </a:r>
          </a:p>
        </p:txBody>
      </p:sp>
      <p:cxnSp>
        <p:nvCxnSpPr>
          <p:cNvPr id="7" name="Straight Arrow Connector 6">
            <a:extLst>
              <a:ext uri="{FF2B5EF4-FFF2-40B4-BE49-F238E27FC236}">
                <a16:creationId xmlns:a16="http://schemas.microsoft.com/office/drawing/2014/main" id="{3CD8A7BE-7D92-4932-A5FD-5D1918DB9E43}"/>
              </a:ext>
            </a:extLst>
          </p:cNvPr>
          <p:cNvCxnSpPr>
            <a:cxnSpLocks/>
          </p:cNvCxnSpPr>
          <p:nvPr/>
        </p:nvCxnSpPr>
        <p:spPr>
          <a:xfrm flipV="1">
            <a:off x="4676888" y="4041307"/>
            <a:ext cx="1412826" cy="24933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5903411"/>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8ED1B-A13E-511E-0FB4-CBFD10647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3F2637-9B85-9E15-1016-B57E2791489B}"/>
              </a:ext>
            </a:extLst>
          </p:cNvPr>
          <p:cNvSpPr>
            <a:spLocks noGrp="1"/>
          </p:cNvSpPr>
          <p:nvPr>
            <p:ph type="title"/>
          </p:nvPr>
        </p:nvSpPr>
        <p:spPr>
          <a:xfrm>
            <a:off x="348791" y="286603"/>
            <a:ext cx="11481847" cy="1450757"/>
          </a:xfrm>
        </p:spPr>
        <p:txBody>
          <a:bodyPr/>
          <a:lstStyle/>
          <a:p>
            <a:r>
              <a:rPr lang="en-US" dirty="0"/>
              <a:t>Composition </a:t>
            </a:r>
            <a:r>
              <a:rPr lang="en-US" sz="2400" dirty="0"/>
              <a:t>vs  </a:t>
            </a:r>
            <a:r>
              <a:rPr lang="en-US" dirty="0"/>
              <a:t>Aggregation</a:t>
            </a:r>
            <a:r>
              <a:rPr lang="en-US" sz="2400" dirty="0"/>
              <a:t> </a:t>
            </a:r>
            <a:endParaRPr lang="en-US" sz="2400" i="0" dirty="0">
              <a:effectLst/>
              <a:latin typeface="__Source_Sans_Pro_fa6df0"/>
            </a:endParaRPr>
          </a:p>
        </p:txBody>
      </p:sp>
      <p:sp>
        <p:nvSpPr>
          <p:cNvPr id="4" name="Footer Placeholder 3">
            <a:extLst>
              <a:ext uri="{FF2B5EF4-FFF2-40B4-BE49-F238E27FC236}">
                <a16:creationId xmlns:a16="http://schemas.microsoft.com/office/drawing/2014/main" id="{2B4AB606-16EA-CC34-A795-CDD13A0FC148}"/>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3">
            <a:extLst>
              <a:ext uri="{FF2B5EF4-FFF2-40B4-BE49-F238E27FC236}">
                <a16:creationId xmlns:a16="http://schemas.microsoft.com/office/drawing/2014/main" id="{3510625A-A60D-AE38-584E-1538A6804736}"/>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Content Placeholder 5">
            <a:extLst>
              <a:ext uri="{FF2B5EF4-FFF2-40B4-BE49-F238E27FC236}">
                <a16:creationId xmlns:a16="http://schemas.microsoft.com/office/drawing/2014/main" id="{966AF42C-1DB5-D7CC-BF61-4E42207AB07A}"/>
              </a:ext>
            </a:extLst>
          </p:cNvPr>
          <p:cNvSpPr>
            <a:spLocks noGrp="1"/>
          </p:cNvSpPr>
          <p:nvPr>
            <p:ph idx="1"/>
          </p:nvPr>
        </p:nvSpPr>
        <p:spPr>
          <a:xfrm>
            <a:off x="348791" y="1845734"/>
            <a:ext cx="11481847" cy="4023360"/>
          </a:xfrm>
        </p:spPr>
        <p:txBody>
          <a:bodyPr>
            <a:normAutofit/>
          </a:bodyPr>
          <a:lstStyle/>
          <a:p>
            <a:r>
              <a:rPr lang="en-US" b="1" dirty="0"/>
              <a:t>Dependency</a:t>
            </a:r>
            <a:r>
              <a:rPr lang="en-US" dirty="0"/>
              <a:t>:</a:t>
            </a:r>
          </a:p>
          <a:p>
            <a:pPr lvl="1"/>
            <a:r>
              <a:rPr lang="en-US" dirty="0"/>
              <a:t>Aggregation implies a relationship where the child can exist independently of the parent. </a:t>
            </a:r>
          </a:p>
          <a:p>
            <a:pPr lvl="2"/>
            <a:r>
              <a:rPr lang="en-US" dirty="0"/>
              <a:t>Example, Bank and Employee, delete the Bank and the Employee still exist.</a:t>
            </a:r>
          </a:p>
          <a:p>
            <a:pPr marL="749808" lvl="4" indent="0">
              <a:buNone/>
            </a:pPr>
            <a:endParaRPr lang="en-US" dirty="0"/>
          </a:p>
          <a:p>
            <a:pPr marL="342900" indent="-342900"/>
            <a:r>
              <a:rPr lang="en-US" dirty="0"/>
              <a:t>whereas Composition implies a relationship where the child cannot exist independent of the parent. </a:t>
            </a:r>
          </a:p>
          <a:p>
            <a:pPr marL="882900" lvl="1" indent="-342900"/>
            <a:r>
              <a:rPr lang="en-US" dirty="0"/>
              <a:t>Example: Human and heart, heart don’t exist separate to a Human</a:t>
            </a:r>
            <a:endParaRPr lang="en-US" b="0" i="0" dirty="0">
              <a:effectLst/>
            </a:endParaRPr>
          </a:p>
          <a:p>
            <a:pPr algn="l"/>
            <a:endParaRPr lang="en-US" b="0" i="0" dirty="0">
              <a:effectLst/>
            </a:endParaRPr>
          </a:p>
        </p:txBody>
      </p:sp>
    </p:spTree>
    <p:extLst>
      <p:ext uri="{BB962C8B-B14F-4D97-AF65-F5344CB8AC3E}">
        <p14:creationId xmlns:p14="http://schemas.microsoft.com/office/powerpoint/2010/main" val="3897999753"/>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C9E2F-55B0-C2D5-AE01-F6CC2804E8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8D9860-F775-ED42-1571-8EC78EFAC428}"/>
              </a:ext>
            </a:extLst>
          </p:cNvPr>
          <p:cNvSpPr>
            <a:spLocks noGrp="1"/>
          </p:cNvSpPr>
          <p:nvPr>
            <p:ph type="title"/>
          </p:nvPr>
        </p:nvSpPr>
        <p:spPr>
          <a:xfrm>
            <a:off x="348791" y="286603"/>
            <a:ext cx="11481847" cy="1450757"/>
          </a:xfrm>
        </p:spPr>
        <p:txBody>
          <a:bodyPr/>
          <a:lstStyle/>
          <a:p>
            <a:pPr algn="l"/>
            <a:r>
              <a:rPr lang="en-US" i="0" dirty="0">
                <a:effectLst/>
              </a:rPr>
              <a:t>Composition </a:t>
            </a:r>
            <a:r>
              <a:rPr lang="en-US" sz="2400" dirty="0"/>
              <a:t>vs  </a:t>
            </a:r>
            <a:r>
              <a:rPr lang="en-US" dirty="0"/>
              <a:t>Aggregation</a:t>
            </a:r>
            <a:r>
              <a:rPr lang="en-US" sz="2400" dirty="0"/>
              <a:t> </a:t>
            </a:r>
            <a:endParaRPr lang="en-US" sz="2400" i="0" dirty="0">
              <a:effectLst/>
            </a:endParaRPr>
          </a:p>
        </p:txBody>
      </p:sp>
      <p:sp>
        <p:nvSpPr>
          <p:cNvPr id="4" name="Footer Placeholder 3">
            <a:extLst>
              <a:ext uri="{FF2B5EF4-FFF2-40B4-BE49-F238E27FC236}">
                <a16:creationId xmlns:a16="http://schemas.microsoft.com/office/drawing/2014/main" id="{8D53F2BA-CBDF-D831-CFD1-E2EE8A6ADDFE}"/>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3">
            <a:extLst>
              <a:ext uri="{FF2B5EF4-FFF2-40B4-BE49-F238E27FC236}">
                <a16:creationId xmlns:a16="http://schemas.microsoft.com/office/drawing/2014/main" id="{17FFAAAC-28D2-4484-F077-22FAE302A118}"/>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Content Placeholder 5">
            <a:extLst>
              <a:ext uri="{FF2B5EF4-FFF2-40B4-BE49-F238E27FC236}">
                <a16:creationId xmlns:a16="http://schemas.microsoft.com/office/drawing/2014/main" id="{B6774BA5-D7C9-1F88-16D6-D8F696FA7455}"/>
              </a:ext>
            </a:extLst>
          </p:cNvPr>
          <p:cNvSpPr>
            <a:spLocks noGrp="1"/>
          </p:cNvSpPr>
          <p:nvPr>
            <p:ph idx="1"/>
          </p:nvPr>
        </p:nvSpPr>
        <p:spPr>
          <a:xfrm>
            <a:off x="348791" y="1845734"/>
            <a:ext cx="11481847" cy="4023360"/>
          </a:xfrm>
        </p:spPr>
        <p:txBody>
          <a:bodyPr>
            <a:normAutofit/>
          </a:bodyPr>
          <a:lstStyle/>
          <a:p>
            <a:r>
              <a:rPr lang="en-US" dirty="0"/>
              <a:t>Type of Relationship:</a:t>
            </a:r>
          </a:p>
          <a:p>
            <a:pPr marL="0" indent="0">
              <a:buNone/>
            </a:pPr>
            <a:r>
              <a:rPr lang="en-US" dirty="0"/>
              <a:t> Aggregation relation is “</a:t>
            </a:r>
            <a:r>
              <a:rPr lang="en-US" b="1" dirty="0">
                <a:solidFill>
                  <a:schemeClr val="bg2">
                    <a:lumMod val="75000"/>
                  </a:schemeClr>
                </a:solidFill>
              </a:rPr>
              <a:t>has-a</a:t>
            </a:r>
            <a:r>
              <a:rPr lang="en-US" dirty="0"/>
              <a:t>” and composition is “</a:t>
            </a:r>
            <a:r>
              <a:rPr lang="en-US" b="1" dirty="0">
                <a:solidFill>
                  <a:schemeClr val="bg2">
                    <a:lumMod val="75000"/>
                  </a:schemeClr>
                </a:solidFill>
              </a:rPr>
              <a:t>part-of</a:t>
            </a:r>
            <a:r>
              <a:rPr lang="en-US" dirty="0"/>
              <a:t>” relation.</a:t>
            </a:r>
          </a:p>
          <a:p>
            <a:pPr marL="0" indent="0">
              <a:buNone/>
            </a:pPr>
            <a:endParaRPr lang="en-US" dirty="0"/>
          </a:p>
          <a:p>
            <a:pPr marL="342900" indent="-342900"/>
            <a:r>
              <a:rPr lang="en-US" dirty="0"/>
              <a:t> Type of association: </a:t>
            </a:r>
          </a:p>
          <a:p>
            <a:pPr marL="882900" lvl="1" indent="-342900"/>
            <a:r>
              <a:rPr lang="en-US" dirty="0"/>
              <a:t>Composition is a strong Association </a:t>
            </a:r>
          </a:p>
          <a:p>
            <a:pPr marL="882900" lvl="1" indent="-342900"/>
            <a:r>
              <a:rPr lang="en-US" dirty="0"/>
              <a:t> Aggregation is a weak Association</a:t>
            </a:r>
            <a:endParaRPr lang="en-US" b="0" i="0" dirty="0">
              <a:effectLst/>
            </a:endParaRPr>
          </a:p>
        </p:txBody>
      </p:sp>
    </p:spTree>
    <p:extLst>
      <p:ext uri="{BB962C8B-B14F-4D97-AF65-F5344CB8AC3E}">
        <p14:creationId xmlns:p14="http://schemas.microsoft.com/office/powerpoint/2010/main" val="3767487707"/>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A6951-9A8E-7C4E-AFDC-EDE1E6FC2C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203309-7564-4238-B899-1F538301EDBC}"/>
              </a:ext>
            </a:extLst>
          </p:cNvPr>
          <p:cNvSpPr>
            <a:spLocks noGrp="1"/>
          </p:cNvSpPr>
          <p:nvPr>
            <p:ph type="title"/>
          </p:nvPr>
        </p:nvSpPr>
        <p:spPr>
          <a:xfrm>
            <a:off x="348791" y="286603"/>
            <a:ext cx="11481847" cy="1450757"/>
          </a:xfrm>
        </p:spPr>
        <p:txBody>
          <a:bodyPr/>
          <a:lstStyle/>
          <a:p>
            <a:pPr algn="l"/>
            <a:r>
              <a:rPr lang="en-US" dirty="0"/>
              <a:t>UML Notation of Composition</a:t>
            </a:r>
            <a:endParaRPr lang="en-US" sz="2400" i="0" dirty="0">
              <a:effectLst/>
              <a:latin typeface="__Source_Sans_Pro_fa6df0"/>
            </a:endParaRPr>
          </a:p>
        </p:txBody>
      </p:sp>
      <p:sp>
        <p:nvSpPr>
          <p:cNvPr id="4" name="Footer Placeholder 3">
            <a:extLst>
              <a:ext uri="{FF2B5EF4-FFF2-40B4-BE49-F238E27FC236}">
                <a16:creationId xmlns:a16="http://schemas.microsoft.com/office/drawing/2014/main" id="{E2FBAE99-B742-58B4-9068-16BFD50402B6}"/>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3">
            <a:extLst>
              <a:ext uri="{FF2B5EF4-FFF2-40B4-BE49-F238E27FC236}">
                <a16:creationId xmlns:a16="http://schemas.microsoft.com/office/drawing/2014/main" id="{889CAD11-EDA8-9A79-F00A-97F96E6AC8F8}"/>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Content Placeholder 5">
            <a:extLst>
              <a:ext uri="{FF2B5EF4-FFF2-40B4-BE49-F238E27FC236}">
                <a16:creationId xmlns:a16="http://schemas.microsoft.com/office/drawing/2014/main" id="{CBB5AAA6-09B0-84A7-7B5F-2DA71E168C30}"/>
              </a:ext>
            </a:extLst>
          </p:cNvPr>
          <p:cNvSpPr>
            <a:spLocks noGrp="1"/>
          </p:cNvSpPr>
          <p:nvPr>
            <p:ph idx="1"/>
          </p:nvPr>
        </p:nvSpPr>
        <p:spPr>
          <a:xfrm>
            <a:off x="348791" y="1845734"/>
            <a:ext cx="11481847" cy="4023360"/>
          </a:xfrm>
        </p:spPr>
        <p:txBody>
          <a:bodyPr>
            <a:normAutofit/>
          </a:bodyPr>
          <a:lstStyle/>
          <a:p>
            <a:r>
              <a:rPr lang="en-US" dirty="0"/>
              <a:t>Composite aggregation is described as a binary association decorated with a filled black diamond at the aggregate (whole) end.</a:t>
            </a:r>
          </a:p>
          <a:p>
            <a:endParaRPr lang="en-US" dirty="0"/>
          </a:p>
          <a:p>
            <a:endParaRPr lang="en-US" dirty="0"/>
          </a:p>
          <a:p>
            <a:pPr marL="0" indent="0">
              <a:buNone/>
            </a:pPr>
            <a:r>
              <a:rPr lang="en-US" dirty="0"/>
              <a:t> </a:t>
            </a:r>
          </a:p>
          <a:p>
            <a:r>
              <a:rPr lang="en-US" dirty="0"/>
              <a:t>The folder could contain many files, while each File has exactly one Folder parent. </a:t>
            </a:r>
          </a:p>
          <a:p>
            <a:r>
              <a:rPr lang="en-US" dirty="0"/>
              <a:t>If a folder is deleted, all contained files are removed as well</a:t>
            </a:r>
            <a:endParaRPr lang="en-US" b="0" i="0" dirty="0">
              <a:effectLst/>
            </a:endParaRPr>
          </a:p>
        </p:txBody>
      </p:sp>
      <p:pic>
        <p:nvPicPr>
          <p:cNvPr id="5" name="Picture 4" descr="A diagram of a parent and parent&#10;&#10;Description automatically generated">
            <a:extLst>
              <a:ext uri="{FF2B5EF4-FFF2-40B4-BE49-F238E27FC236}">
                <a16:creationId xmlns:a16="http://schemas.microsoft.com/office/drawing/2014/main" id="{A6091B9A-FF2C-8CD6-9A4A-5115D54762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5380" y="2721735"/>
            <a:ext cx="3714795" cy="1403797"/>
          </a:xfrm>
          <a:prstGeom prst="rect">
            <a:avLst/>
          </a:prstGeom>
        </p:spPr>
      </p:pic>
    </p:spTree>
    <p:extLst>
      <p:ext uri="{BB962C8B-B14F-4D97-AF65-F5344CB8AC3E}">
        <p14:creationId xmlns:p14="http://schemas.microsoft.com/office/powerpoint/2010/main" val="3817176486"/>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4D805-F1B7-3606-D4FC-13D96D9189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051F3B-CFF5-309B-7ECC-B8351D4EC5C4}"/>
              </a:ext>
            </a:extLst>
          </p:cNvPr>
          <p:cNvSpPr>
            <a:spLocks noGrp="1"/>
          </p:cNvSpPr>
          <p:nvPr>
            <p:ph type="title"/>
          </p:nvPr>
        </p:nvSpPr>
        <p:spPr>
          <a:xfrm>
            <a:off x="348791" y="286603"/>
            <a:ext cx="11481847" cy="1450757"/>
          </a:xfrm>
        </p:spPr>
        <p:txBody>
          <a:bodyPr/>
          <a:lstStyle/>
          <a:p>
            <a:pPr algn="l"/>
            <a:r>
              <a:rPr lang="en-US" dirty="0"/>
              <a:t>UML Notation of Aggregation </a:t>
            </a:r>
            <a:endParaRPr lang="en-US" sz="2400" i="0" dirty="0">
              <a:effectLst/>
              <a:latin typeface="__Source_Sans_Pro_fa6df0"/>
            </a:endParaRPr>
          </a:p>
        </p:txBody>
      </p:sp>
      <p:sp>
        <p:nvSpPr>
          <p:cNvPr id="4" name="Footer Placeholder 3">
            <a:extLst>
              <a:ext uri="{FF2B5EF4-FFF2-40B4-BE49-F238E27FC236}">
                <a16:creationId xmlns:a16="http://schemas.microsoft.com/office/drawing/2014/main" id="{2C3A78E5-5776-A873-684C-A6F7FE85B026}"/>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3">
            <a:extLst>
              <a:ext uri="{FF2B5EF4-FFF2-40B4-BE49-F238E27FC236}">
                <a16:creationId xmlns:a16="http://schemas.microsoft.com/office/drawing/2014/main" id="{D8652699-A36E-A784-5613-C15BEC009E2E}"/>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Content Placeholder 5">
            <a:extLst>
              <a:ext uri="{FF2B5EF4-FFF2-40B4-BE49-F238E27FC236}">
                <a16:creationId xmlns:a16="http://schemas.microsoft.com/office/drawing/2014/main" id="{FEF3AC2B-4AE8-EC40-EF8B-8ED11BEB0702}"/>
              </a:ext>
            </a:extLst>
          </p:cNvPr>
          <p:cNvSpPr>
            <a:spLocks noGrp="1"/>
          </p:cNvSpPr>
          <p:nvPr>
            <p:ph idx="1"/>
          </p:nvPr>
        </p:nvSpPr>
        <p:spPr>
          <a:xfrm>
            <a:off x="348791" y="1845734"/>
            <a:ext cx="11481847" cy="4023360"/>
          </a:xfrm>
        </p:spPr>
        <p:txBody>
          <a:bodyPr>
            <a:normAutofit/>
          </a:bodyPr>
          <a:lstStyle/>
          <a:p>
            <a:r>
              <a:rPr lang="en-US" dirty="0"/>
              <a:t>Aggregation is described as a binary association decorated with an un-filled diamond. </a:t>
            </a:r>
          </a:p>
          <a:p>
            <a:endParaRPr lang="en-US" dirty="0"/>
          </a:p>
          <a:p>
            <a:pPr marL="342900" indent="-342900"/>
            <a:endParaRPr lang="en-US" dirty="0"/>
          </a:p>
          <a:p>
            <a:pPr marL="342900" indent="-342900"/>
            <a:r>
              <a:rPr lang="en-US" dirty="0"/>
              <a:t>Car may have passengers; they come and go</a:t>
            </a:r>
            <a:endParaRPr lang="en-US" b="0" i="0" dirty="0">
              <a:effectLst/>
            </a:endParaRPr>
          </a:p>
        </p:txBody>
      </p:sp>
      <p:pic>
        <p:nvPicPr>
          <p:cNvPr id="6" name="Picture 5" descr="A diagram of a network&#10;&#10;Description automatically generated">
            <a:extLst>
              <a:ext uri="{FF2B5EF4-FFF2-40B4-BE49-F238E27FC236}">
                <a16:creationId xmlns:a16="http://schemas.microsoft.com/office/drawing/2014/main" id="{E78AE6C7-A32B-26E8-3B6E-DB30239AA1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3961" y="2429056"/>
            <a:ext cx="3893712" cy="1261837"/>
          </a:xfrm>
          <a:prstGeom prst="rect">
            <a:avLst/>
          </a:prstGeom>
        </p:spPr>
      </p:pic>
      <p:pic>
        <p:nvPicPr>
          <p:cNvPr id="10" name="Picture 9" descr="A diagram of a car&#10;&#10;Description automatically generated">
            <a:extLst>
              <a:ext uri="{FF2B5EF4-FFF2-40B4-BE49-F238E27FC236}">
                <a16:creationId xmlns:a16="http://schemas.microsoft.com/office/drawing/2014/main" id="{DA636AA1-0B47-9DB5-6AE0-75F60DB9AF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3961" y="4228563"/>
            <a:ext cx="4890602" cy="2178201"/>
          </a:xfrm>
          <a:prstGeom prst="rect">
            <a:avLst/>
          </a:prstGeom>
        </p:spPr>
      </p:pic>
    </p:spTree>
    <p:extLst>
      <p:ext uri="{BB962C8B-B14F-4D97-AF65-F5344CB8AC3E}">
        <p14:creationId xmlns:p14="http://schemas.microsoft.com/office/powerpoint/2010/main" val="344111049"/>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D2E04-4FFB-BEC9-56C2-E343885A43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FFA235-FA96-9DD2-9466-E21A1B8A2603}"/>
              </a:ext>
            </a:extLst>
          </p:cNvPr>
          <p:cNvSpPr>
            <a:spLocks noGrp="1"/>
          </p:cNvSpPr>
          <p:nvPr>
            <p:ph type="title"/>
          </p:nvPr>
        </p:nvSpPr>
        <p:spPr>
          <a:xfrm>
            <a:off x="348791" y="286603"/>
            <a:ext cx="11481847" cy="1450757"/>
          </a:xfrm>
        </p:spPr>
        <p:txBody>
          <a:bodyPr/>
          <a:lstStyle/>
          <a:p>
            <a:r>
              <a:rPr lang="en-US" dirty="0"/>
              <a:t>Composition </a:t>
            </a:r>
            <a:r>
              <a:rPr lang="en-US" sz="2400" dirty="0"/>
              <a:t>vs  </a:t>
            </a:r>
            <a:r>
              <a:rPr lang="en-US" dirty="0"/>
              <a:t>Aggregation</a:t>
            </a:r>
            <a:r>
              <a:rPr lang="en-US" sz="2400" dirty="0"/>
              <a:t> </a:t>
            </a:r>
            <a:endParaRPr lang="en-US" sz="2400" i="0" dirty="0">
              <a:effectLst/>
              <a:latin typeface="__Source_Sans_Pro_fa6df0"/>
            </a:endParaRPr>
          </a:p>
        </p:txBody>
      </p:sp>
      <p:sp>
        <p:nvSpPr>
          <p:cNvPr id="4" name="Footer Placeholder 3">
            <a:extLst>
              <a:ext uri="{FF2B5EF4-FFF2-40B4-BE49-F238E27FC236}">
                <a16:creationId xmlns:a16="http://schemas.microsoft.com/office/drawing/2014/main" id="{C42E633D-AB3C-B8BD-C72F-C2DD427B9CD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3">
            <a:extLst>
              <a:ext uri="{FF2B5EF4-FFF2-40B4-BE49-F238E27FC236}">
                <a16:creationId xmlns:a16="http://schemas.microsoft.com/office/drawing/2014/main" id="{79AF741E-3056-C6E0-0D95-B3A7DBB1FBFB}"/>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Content Placeholder 5">
            <a:extLst>
              <a:ext uri="{FF2B5EF4-FFF2-40B4-BE49-F238E27FC236}">
                <a16:creationId xmlns:a16="http://schemas.microsoft.com/office/drawing/2014/main" id="{2C91723E-4E0F-4854-5B5F-402E86D81214}"/>
              </a:ext>
            </a:extLst>
          </p:cNvPr>
          <p:cNvSpPr>
            <a:spLocks noGrp="1"/>
          </p:cNvSpPr>
          <p:nvPr>
            <p:ph idx="1"/>
          </p:nvPr>
        </p:nvSpPr>
        <p:spPr>
          <a:xfrm>
            <a:off x="348791" y="1723983"/>
            <a:ext cx="11481847" cy="4145111"/>
          </a:xfrm>
        </p:spPr>
        <p:txBody>
          <a:bodyPr>
            <a:normAutofit/>
          </a:bodyPr>
          <a:lstStyle/>
          <a:p>
            <a:pPr marL="540000" lvl="1" indent="0">
              <a:buNone/>
            </a:pPr>
            <a:endParaRPr lang="en-US" b="0" i="0" dirty="0">
              <a:effectLst/>
            </a:endParaRPr>
          </a:p>
          <a:p>
            <a:pPr algn="l"/>
            <a:endParaRPr lang="en-US" b="0" i="0" dirty="0">
              <a:effectLst/>
            </a:endParaRPr>
          </a:p>
        </p:txBody>
      </p:sp>
      <p:graphicFrame>
        <p:nvGraphicFramePr>
          <p:cNvPr id="5" name="Table 4">
            <a:extLst>
              <a:ext uri="{FF2B5EF4-FFF2-40B4-BE49-F238E27FC236}">
                <a16:creationId xmlns:a16="http://schemas.microsoft.com/office/drawing/2014/main" id="{3EF5F65A-4D1D-B972-2389-0FD18B5E265D}"/>
              </a:ext>
            </a:extLst>
          </p:cNvPr>
          <p:cNvGraphicFramePr>
            <a:graphicFrameLocks noGrp="1"/>
          </p:cNvGraphicFramePr>
          <p:nvPr>
            <p:extLst>
              <p:ext uri="{D42A27DB-BD31-4B8C-83A1-F6EECF244321}">
                <p14:modId xmlns:p14="http://schemas.microsoft.com/office/powerpoint/2010/main" val="2470525071"/>
              </p:ext>
            </p:extLst>
          </p:nvPr>
        </p:nvGraphicFramePr>
        <p:xfrm>
          <a:off x="583841" y="1723983"/>
          <a:ext cx="10753860" cy="4608736"/>
        </p:xfrm>
        <a:graphic>
          <a:graphicData uri="http://schemas.openxmlformats.org/drawingml/2006/table">
            <a:tbl>
              <a:tblPr/>
              <a:tblGrid>
                <a:gridCol w="5376930">
                  <a:extLst>
                    <a:ext uri="{9D8B030D-6E8A-4147-A177-3AD203B41FA5}">
                      <a16:colId xmlns:a16="http://schemas.microsoft.com/office/drawing/2014/main" val="2797728285"/>
                    </a:ext>
                  </a:extLst>
                </a:gridCol>
                <a:gridCol w="5376930">
                  <a:extLst>
                    <a:ext uri="{9D8B030D-6E8A-4147-A177-3AD203B41FA5}">
                      <a16:colId xmlns:a16="http://schemas.microsoft.com/office/drawing/2014/main" val="2458637825"/>
                    </a:ext>
                  </a:extLst>
                </a:gridCol>
              </a:tblGrid>
              <a:tr h="361623">
                <a:tc>
                  <a:txBody>
                    <a:bodyPr/>
                    <a:lstStyle/>
                    <a:p>
                      <a:pPr algn="ctr"/>
                      <a:r>
                        <a:rPr lang="en-US" sz="2200" b="1" dirty="0">
                          <a:solidFill>
                            <a:schemeClr val="bg2">
                              <a:lumMod val="75000"/>
                            </a:schemeClr>
                          </a:solidFill>
                          <a:effectLst/>
                        </a:rPr>
                        <a:t>Aggregation</a:t>
                      </a:r>
                    </a:p>
                  </a:txBody>
                  <a:tcPr marL="30020" marR="30020" marT="15010" marB="15010" anchor="ctr">
                    <a:lnL>
                      <a:noFill/>
                    </a:lnL>
                    <a:lnR>
                      <a:noFill/>
                    </a:lnR>
                    <a:lnT>
                      <a:noFill/>
                    </a:lnT>
                    <a:lnB>
                      <a:noFill/>
                    </a:lnB>
                    <a:solidFill>
                      <a:srgbClr val="FAFBFC"/>
                    </a:solidFill>
                  </a:tcPr>
                </a:tc>
                <a:tc>
                  <a:txBody>
                    <a:bodyPr/>
                    <a:lstStyle/>
                    <a:p>
                      <a:pPr algn="ctr"/>
                      <a:r>
                        <a:rPr lang="en-US" sz="2200" b="1" dirty="0">
                          <a:solidFill>
                            <a:schemeClr val="bg2">
                              <a:lumMod val="75000"/>
                            </a:schemeClr>
                          </a:solidFill>
                          <a:effectLst/>
                        </a:rPr>
                        <a:t>Composition</a:t>
                      </a:r>
                    </a:p>
                  </a:txBody>
                  <a:tcPr marL="30020" marR="30020" marT="15010" marB="15010" anchor="ctr">
                    <a:lnL>
                      <a:noFill/>
                    </a:lnL>
                    <a:lnR>
                      <a:noFill/>
                    </a:lnR>
                    <a:lnT>
                      <a:noFill/>
                    </a:lnT>
                    <a:lnB>
                      <a:noFill/>
                    </a:lnB>
                    <a:solidFill>
                      <a:srgbClr val="FAFBFC"/>
                    </a:solidFill>
                  </a:tcPr>
                </a:tc>
                <a:extLst>
                  <a:ext uri="{0D108BD9-81ED-4DB2-BD59-A6C34878D82A}">
                    <a16:rowId xmlns:a16="http://schemas.microsoft.com/office/drawing/2014/main" val="2367823162"/>
                  </a:ext>
                </a:extLst>
              </a:tr>
              <a:tr h="331450">
                <a:tc>
                  <a:txBody>
                    <a:bodyPr/>
                    <a:lstStyle/>
                    <a:p>
                      <a:r>
                        <a:rPr lang="en-US" sz="2000" dirty="0">
                          <a:effectLst/>
                        </a:rPr>
                        <a:t>1.Weak Association</a:t>
                      </a:r>
                    </a:p>
                  </a:txBody>
                  <a:tcPr marL="30020" marR="30020" marT="15010" marB="15010" anchor="ctr">
                    <a:lnL>
                      <a:noFill/>
                    </a:lnL>
                    <a:lnR>
                      <a:noFill/>
                    </a:lnR>
                    <a:lnT>
                      <a:noFill/>
                    </a:lnT>
                    <a:lnB>
                      <a:noFill/>
                    </a:lnB>
                    <a:solidFill>
                      <a:srgbClr val="FAFBFC"/>
                    </a:solidFill>
                  </a:tcPr>
                </a:tc>
                <a:tc>
                  <a:txBody>
                    <a:bodyPr/>
                    <a:lstStyle/>
                    <a:p>
                      <a:r>
                        <a:rPr lang="en-US" sz="2000" dirty="0">
                          <a:effectLst/>
                        </a:rPr>
                        <a:t>1.Strong Association</a:t>
                      </a:r>
                    </a:p>
                  </a:txBody>
                  <a:tcPr marL="30020" marR="30020" marT="15010" marB="15010" anchor="ctr">
                    <a:lnL>
                      <a:noFill/>
                    </a:lnL>
                    <a:lnR>
                      <a:noFill/>
                    </a:lnR>
                    <a:lnT>
                      <a:noFill/>
                    </a:lnT>
                    <a:lnB>
                      <a:noFill/>
                    </a:lnB>
                    <a:solidFill>
                      <a:srgbClr val="FAFBFC"/>
                    </a:solidFill>
                  </a:tcPr>
                </a:tc>
                <a:extLst>
                  <a:ext uri="{0D108BD9-81ED-4DB2-BD59-A6C34878D82A}">
                    <a16:rowId xmlns:a16="http://schemas.microsoft.com/office/drawing/2014/main" val="2116674531"/>
                  </a:ext>
                </a:extLst>
              </a:tr>
              <a:tr h="1277880">
                <a:tc>
                  <a:txBody>
                    <a:bodyPr/>
                    <a:lstStyle/>
                    <a:p>
                      <a:r>
                        <a:rPr lang="en-US" sz="2000" dirty="0">
                          <a:effectLst/>
                        </a:rPr>
                        <a:t>2.Classes in relation can exist independently</a:t>
                      </a:r>
                    </a:p>
                  </a:txBody>
                  <a:tcPr marL="30020" marR="30020" marT="15010" marB="15010" anchor="ctr">
                    <a:lnL>
                      <a:noFill/>
                    </a:lnL>
                    <a:lnR>
                      <a:noFill/>
                    </a:lnR>
                    <a:lnT>
                      <a:noFill/>
                    </a:lnT>
                    <a:lnB>
                      <a:noFill/>
                    </a:lnB>
                    <a:solidFill>
                      <a:srgbClr val="FAFBFC"/>
                    </a:solidFill>
                  </a:tcPr>
                </a:tc>
                <a:tc>
                  <a:txBody>
                    <a:bodyPr/>
                    <a:lstStyle/>
                    <a:p>
                      <a:r>
                        <a:rPr lang="en-US" sz="2000" dirty="0">
                          <a:effectLst/>
                        </a:rPr>
                        <a:t>2.One class is dependent on Another Independent class. The Dependent class cannot exist independently in the event of the non-existence of an independent class.</a:t>
                      </a:r>
                    </a:p>
                  </a:txBody>
                  <a:tcPr marL="30020" marR="30020" marT="15010" marB="15010" anchor="ctr">
                    <a:lnL>
                      <a:noFill/>
                    </a:lnL>
                    <a:lnR>
                      <a:noFill/>
                    </a:lnR>
                    <a:lnT>
                      <a:noFill/>
                    </a:lnT>
                    <a:lnB>
                      <a:noFill/>
                    </a:lnB>
                    <a:solidFill>
                      <a:srgbClr val="FAFBFC"/>
                    </a:solidFill>
                  </a:tcPr>
                </a:tc>
                <a:extLst>
                  <a:ext uri="{0D108BD9-81ED-4DB2-BD59-A6C34878D82A}">
                    <a16:rowId xmlns:a16="http://schemas.microsoft.com/office/drawing/2014/main" val="3115405307"/>
                  </a:ext>
                </a:extLst>
              </a:tr>
              <a:tr h="633182">
                <a:tc>
                  <a:txBody>
                    <a:bodyPr/>
                    <a:lstStyle/>
                    <a:p>
                      <a:r>
                        <a:rPr lang="en-US" sz="2000" dirty="0">
                          <a:effectLst/>
                        </a:rPr>
                        <a:t>3.One class has-a relationship with another class</a:t>
                      </a:r>
                    </a:p>
                  </a:txBody>
                  <a:tcPr marL="30020" marR="30020" marT="15010" marB="15010" anchor="ctr">
                    <a:lnL>
                      <a:noFill/>
                    </a:lnL>
                    <a:lnR>
                      <a:noFill/>
                    </a:lnR>
                    <a:lnT>
                      <a:noFill/>
                    </a:lnT>
                    <a:lnB>
                      <a:noFill/>
                    </a:lnB>
                    <a:solidFill>
                      <a:srgbClr val="FAFBFC"/>
                    </a:solidFill>
                  </a:tcPr>
                </a:tc>
                <a:tc>
                  <a:txBody>
                    <a:bodyPr/>
                    <a:lstStyle/>
                    <a:p>
                      <a:r>
                        <a:rPr lang="en-US" sz="2000" dirty="0">
                          <a:effectLst/>
                        </a:rPr>
                        <a:t>3.Once class belongs-to another class</a:t>
                      </a:r>
                    </a:p>
                  </a:txBody>
                  <a:tcPr marL="30020" marR="30020" marT="15010" marB="15010" anchor="ctr">
                    <a:lnL>
                      <a:noFill/>
                    </a:lnL>
                    <a:lnR>
                      <a:noFill/>
                    </a:lnR>
                    <a:lnT>
                      <a:noFill/>
                    </a:lnT>
                    <a:lnB>
                      <a:noFill/>
                    </a:lnB>
                    <a:solidFill>
                      <a:srgbClr val="FAFBFC"/>
                    </a:solidFill>
                  </a:tcPr>
                </a:tc>
                <a:extLst>
                  <a:ext uri="{0D108BD9-81ED-4DB2-BD59-A6C34878D82A}">
                    <a16:rowId xmlns:a16="http://schemas.microsoft.com/office/drawing/2014/main" val="1822953162"/>
                  </a:ext>
                </a:extLst>
              </a:tr>
              <a:tr h="1991116">
                <a:tc>
                  <a:txBody>
                    <a:bodyPr/>
                    <a:lstStyle/>
                    <a:p>
                      <a:r>
                        <a:rPr lang="en-US" sz="2000" dirty="0">
                          <a:effectLst/>
                        </a:rPr>
                        <a:t>4.Helps with code reusability. Since classes exist independently, associations can be reassigned or new associations created without any modifications to the existing class.</a:t>
                      </a:r>
                    </a:p>
                  </a:txBody>
                  <a:tcPr marL="30020" marR="30020" marT="15010" marB="15010" anchor="ctr">
                    <a:lnL>
                      <a:noFill/>
                    </a:lnL>
                    <a:lnR>
                      <a:noFill/>
                    </a:lnR>
                    <a:lnT>
                      <a:noFill/>
                    </a:lnT>
                    <a:lnB>
                      <a:noFill/>
                    </a:lnB>
                    <a:solidFill>
                      <a:srgbClr val="FAFBFC"/>
                    </a:solidFill>
                  </a:tcPr>
                </a:tc>
                <a:tc>
                  <a:txBody>
                    <a:bodyPr/>
                    <a:lstStyle/>
                    <a:p>
                      <a:r>
                        <a:rPr lang="en-US" sz="2000" dirty="0">
                          <a:effectLst/>
                        </a:rPr>
                        <a:t>4.Code is not that reusable as the association is dependent. Such Associations once established will create a dependency, and these associations cannot be reassigned or new associations like aggregation, </a:t>
                      </a:r>
                      <a:r>
                        <a:rPr lang="en-US" sz="2000" dirty="0" err="1">
                          <a:effectLst/>
                        </a:rPr>
                        <a:t>etc</a:t>
                      </a:r>
                      <a:r>
                        <a:rPr lang="en-US" sz="2000" dirty="0">
                          <a:effectLst/>
                        </a:rPr>
                        <a:t> cannot be created without changing the existing class.</a:t>
                      </a:r>
                    </a:p>
                  </a:txBody>
                  <a:tcPr marL="30020" marR="30020" marT="15010" marB="15010" anchor="ctr">
                    <a:lnL>
                      <a:noFill/>
                    </a:lnL>
                    <a:lnR>
                      <a:noFill/>
                    </a:lnR>
                    <a:lnT>
                      <a:noFill/>
                    </a:lnT>
                    <a:lnB>
                      <a:noFill/>
                    </a:lnB>
                    <a:solidFill>
                      <a:srgbClr val="FAFBFC"/>
                    </a:solidFill>
                  </a:tcPr>
                </a:tc>
                <a:extLst>
                  <a:ext uri="{0D108BD9-81ED-4DB2-BD59-A6C34878D82A}">
                    <a16:rowId xmlns:a16="http://schemas.microsoft.com/office/drawing/2014/main" val="1463972493"/>
                  </a:ext>
                </a:extLst>
              </a:tr>
            </a:tbl>
          </a:graphicData>
        </a:graphic>
      </p:graphicFrame>
    </p:spTree>
    <p:extLst>
      <p:ext uri="{BB962C8B-B14F-4D97-AF65-F5344CB8AC3E}">
        <p14:creationId xmlns:p14="http://schemas.microsoft.com/office/powerpoint/2010/main" val="3396674143"/>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9E6DA-3894-DED7-D2DC-C30119FF87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EC823D-3B41-DE50-2D1B-4E371A2D5A86}"/>
              </a:ext>
            </a:extLst>
          </p:cNvPr>
          <p:cNvSpPr>
            <a:spLocks noGrp="1"/>
          </p:cNvSpPr>
          <p:nvPr>
            <p:ph type="title"/>
          </p:nvPr>
        </p:nvSpPr>
        <p:spPr>
          <a:xfrm>
            <a:off x="348791" y="286603"/>
            <a:ext cx="11481847" cy="1450757"/>
          </a:xfrm>
        </p:spPr>
        <p:txBody>
          <a:bodyPr/>
          <a:lstStyle/>
          <a:p>
            <a:r>
              <a:rPr lang="en-US" dirty="0"/>
              <a:t>Composition </a:t>
            </a:r>
            <a:r>
              <a:rPr lang="en-US" sz="2400" dirty="0"/>
              <a:t>vs  </a:t>
            </a:r>
            <a:r>
              <a:rPr lang="en-US" dirty="0"/>
              <a:t>Aggregation</a:t>
            </a:r>
            <a:r>
              <a:rPr lang="en-US" sz="2400" dirty="0"/>
              <a:t> </a:t>
            </a:r>
            <a:endParaRPr lang="en-US" sz="2400" i="0" dirty="0">
              <a:effectLst/>
              <a:latin typeface="__Source_Sans_Pro_fa6df0"/>
            </a:endParaRPr>
          </a:p>
        </p:txBody>
      </p:sp>
      <p:sp>
        <p:nvSpPr>
          <p:cNvPr id="4" name="Footer Placeholder 3">
            <a:extLst>
              <a:ext uri="{FF2B5EF4-FFF2-40B4-BE49-F238E27FC236}">
                <a16:creationId xmlns:a16="http://schemas.microsoft.com/office/drawing/2014/main" id="{B457F18C-5F49-4CC2-8CBE-5E64C4BCA40E}"/>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3">
            <a:extLst>
              <a:ext uri="{FF2B5EF4-FFF2-40B4-BE49-F238E27FC236}">
                <a16:creationId xmlns:a16="http://schemas.microsoft.com/office/drawing/2014/main" id="{9A6ABF30-D8E8-C29B-D3A7-DDAD7ACE4D07}"/>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Content Placeholder 5">
            <a:extLst>
              <a:ext uri="{FF2B5EF4-FFF2-40B4-BE49-F238E27FC236}">
                <a16:creationId xmlns:a16="http://schemas.microsoft.com/office/drawing/2014/main" id="{5402195A-1580-C636-608C-B1808C2C90B2}"/>
              </a:ext>
            </a:extLst>
          </p:cNvPr>
          <p:cNvSpPr>
            <a:spLocks noGrp="1"/>
          </p:cNvSpPr>
          <p:nvPr>
            <p:ph idx="1"/>
          </p:nvPr>
        </p:nvSpPr>
        <p:spPr>
          <a:xfrm>
            <a:off x="348791" y="1845734"/>
            <a:ext cx="11481847" cy="4023360"/>
          </a:xfrm>
        </p:spPr>
        <p:txBody>
          <a:bodyPr>
            <a:normAutofit/>
          </a:bodyPr>
          <a:lstStyle/>
          <a:p>
            <a:pPr marL="540000" lvl="1" indent="0">
              <a:buNone/>
            </a:pPr>
            <a:endParaRPr lang="en-US" b="0" i="0" dirty="0">
              <a:effectLst/>
            </a:endParaRPr>
          </a:p>
          <a:p>
            <a:pPr algn="l"/>
            <a:endParaRPr lang="en-US" b="0" i="0" dirty="0">
              <a:effectLst/>
            </a:endParaRPr>
          </a:p>
        </p:txBody>
      </p:sp>
      <p:pic>
        <p:nvPicPr>
          <p:cNvPr id="4098" name="Picture 2" descr="UML Association vs. Aggregation vs. Composition">
            <a:extLst>
              <a:ext uri="{FF2B5EF4-FFF2-40B4-BE49-F238E27FC236}">
                <a16:creationId xmlns:a16="http://schemas.microsoft.com/office/drawing/2014/main" id="{943A4509-0990-4E51-BAFD-9C3ABCC0AE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7104" y="1734010"/>
            <a:ext cx="5065219" cy="4427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2004357"/>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References </a:t>
            </a:r>
            <a:endParaRPr lang="en-US" dirty="0">
              <a:solidFill>
                <a:srgbClr val="FF0000"/>
              </a:solidFill>
            </a:endParaRP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[1] Introduction to Java Programming, Comprehensive Version, Student Value Edition, Daniel Liang, 12th Edition, Pearson 2019</a:t>
            </a:r>
          </a:p>
          <a:p>
            <a:r>
              <a:rPr lang="en-US" altLang="en-US" dirty="0"/>
              <a:t>lecture Notes :edugate.asu.edu.jo.</a:t>
            </a:r>
          </a:p>
          <a:p>
            <a:r>
              <a:rPr lang="en-US" altLang="en-US" dirty="0"/>
              <a:t>lecture  Videos : YouTube channel.</a:t>
            </a:r>
          </a:p>
          <a:p>
            <a:r>
              <a:rPr lang="en-US" altLang="en-US" dirty="0"/>
              <a:t>Lab manual </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327438597"/>
      </p:ext>
    </p:extLst>
  </p:cSld>
  <p:clrMapOvr>
    <a:masterClrMapping/>
  </p:clrMapOvr>
  <p:transition spd="slow">
    <p:wipe/>
  </p:transition>
</p:sld>
</file>

<file path=ppt/theme/theme1.xml><?xml version="1.0" encoding="utf-8"?>
<a:theme xmlns:a="http://schemas.openxmlformats.org/drawingml/2006/main" name="Retrospec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low Edge">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692FF6E27440F4A9616568541A8C2D3" ma:contentTypeVersion="6" ma:contentTypeDescription="Create a new document." ma:contentTypeScope="" ma:versionID="e3fbfd782b729c2ea75271ecc6381aad">
  <xsd:schema xmlns:xsd="http://www.w3.org/2001/XMLSchema" xmlns:xs="http://www.w3.org/2001/XMLSchema" xmlns:p="http://schemas.microsoft.com/office/2006/metadata/properties" xmlns:ns2="60b65d92-b9ba-4fda-a6d4-fc80fee45f1e" xmlns:ns3="31c5b7b8-1c06-40e5-9112-5d0b2cb3e63a" targetNamespace="http://schemas.microsoft.com/office/2006/metadata/properties" ma:root="true" ma:fieldsID="27c10afda9c9eed6cc1dc44218ee2e2d" ns2:_="" ns3:_="">
    <xsd:import namespace="60b65d92-b9ba-4fda-a6d4-fc80fee45f1e"/>
    <xsd:import namespace="31c5b7b8-1c06-40e5-9112-5d0b2cb3e63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b65d92-b9ba-4fda-a6d4-fc80fee45f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c5b7b8-1c06-40e5-9112-5d0b2cb3e63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69A7E8F-6A42-4822-8DDC-AB75431F09AB}"/>
</file>

<file path=customXml/itemProps2.xml><?xml version="1.0" encoding="utf-8"?>
<ds:datastoreItem xmlns:ds="http://schemas.openxmlformats.org/officeDocument/2006/customXml" ds:itemID="{0E53023F-D92C-427B-8DED-E3357D01DBEE}">
  <ds:schemaRefs>
    <ds:schemaRef ds:uri="http://schemas.microsoft.com/office/2006/metadata/properties"/>
    <ds:schemaRef ds:uri="http://schemas.microsoft.com/office/infopath/2007/PartnerControls"/>
    <ds:schemaRef ds:uri="dec0ca4c-66b0-48e9-ad00-41e092718583"/>
    <ds:schemaRef ds:uri="ecd437d3-f4c5-4a99-b253-419d7adaefb7"/>
  </ds:schemaRefs>
</ds:datastoreItem>
</file>

<file path=customXml/itemProps3.xml><?xml version="1.0" encoding="utf-8"?>
<ds:datastoreItem xmlns:ds="http://schemas.openxmlformats.org/officeDocument/2006/customXml" ds:itemID="{7AD21629-8556-4260-8D0A-66F958DBEB5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Retrospect</Template>
  <TotalTime>3013</TotalTime>
  <Words>2389</Words>
  <Application>Microsoft Office PowerPoint</Application>
  <PresentationFormat>Widescreen</PresentationFormat>
  <Paragraphs>274</Paragraphs>
  <Slides>30</Slides>
  <Notes>1</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Retrospect</vt:lpstr>
      <vt:lpstr>Fundamental Programming Structures in JAVA</vt:lpstr>
      <vt:lpstr>Objectives</vt:lpstr>
      <vt:lpstr>Introduction </vt:lpstr>
      <vt:lpstr>Introduction </vt:lpstr>
      <vt:lpstr>Association in java  </vt:lpstr>
      <vt:lpstr>Forms of Association in Java</vt:lpstr>
      <vt:lpstr>Forms of Association in Java</vt:lpstr>
      <vt:lpstr>Forms of Association in Java</vt:lpstr>
      <vt:lpstr>Forms of Association in Java</vt:lpstr>
      <vt:lpstr>Forms of Association in Java-Aggregation </vt:lpstr>
      <vt:lpstr>Aggregation Example</vt:lpstr>
      <vt:lpstr>Aggregation Example</vt:lpstr>
      <vt:lpstr>Aggregation Example</vt:lpstr>
      <vt:lpstr>Aggregation (Course, Instructor &amp; TextBook) </vt:lpstr>
      <vt:lpstr>Aggregation Example</vt:lpstr>
      <vt:lpstr>Aggregation Example</vt:lpstr>
      <vt:lpstr>Aggregation Example</vt:lpstr>
      <vt:lpstr>Forms of Association in Java-Composition </vt:lpstr>
      <vt:lpstr>Composition Example</vt:lpstr>
      <vt:lpstr>Composition Example</vt:lpstr>
      <vt:lpstr>Composition Example</vt:lpstr>
      <vt:lpstr>Composition Example</vt:lpstr>
      <vt:lpstr>Composition Example</vt:lpstr>
      <vt:lpstr>Composition vs  Aggregation </vt:lpstr>
      <vt:lpstr>Composition vs  Aggregation </vt:lpstr>
      <vt:lpstr>UML Notation of Composition</vt:lpstr>
      <vt:lpstr>UML Notation of Aggregation </vt:lpstr>
      <vt:lpstr>Composition vs  Aggregation </vt:lpstr>
      <vt:lpstr>Composition vs  Aggregation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Bara Hamadah;b_qaddoumi@asu.edu.jo</dc:creator>
  <cp:lastModifiedBy>Bara Hamada</cp:lastModifiedBy>
  <cp:revision>37</cp:revision>
  <dcterms:created xsi:type="dcterms:W3CDTF">2023-12-21T19:04:58Z</dcterms:created>
  <dcterms:modified xsi:type="dcterms:W3CDTF">2024-02-25T23:00:25Z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0x0101008692FF6E27440F4A9616568541A8C2D3</vt:lpwstr>
  </property>
</Properties>
</file>